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media/image16.jpg" ContentType="image/jp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autoCompressPictures="0">
  <p:sldMasterIdLst>
    <p:sldMasterId id="2147485431" r:id="rId1"/>
    <p:sldMasterId id="2147485382" r:id="rId2"/>
  </p:sldMasterIdLst>
  <p:notesMasterIdLst>
    <p:notesMasterId r:id="rId44"/>
  </p:notesMasterIdLst>
  <p:handoutMasterIdLst>
    <p:handoutMasterId r:id="rId45"/>
  </p:handoutMasterIdLst>
  <p:sldIdLst>
    <p:sldId id="345" r:id="rId3"/>
    <p:sldId id="305" r:id="rId4"/>
    <p:sldId id="382" r:id="rId5"/>
    <p:sldId id="383" r:id="rId6"/>
    <p:sldId id="370" r:id="rId7"/>
    <p:sldId id="384" r:id="rId8"/>
    <p:sldId id="385" r:id="rId9"/>
    <p:sldId id="381" r:id="rId10"/>
    <p:sldId id="386" r:id="rId11"/>
    <p:sldId id="387" r:id="rId12"/>
    <p:sldId id="388" r:id="rId13"/>
    <p:sldId id="389" r:id="rId14"/>
    <p:sldId id="390" r:id="rId15"/>
    <p:sldId id="391" r:id="rId16"/>
    <p:sldId id="392" r:id="rId17"/>
    <p:sldId id="348" r:id="rId18"/>
    <p:sldId id="393" r:id="rId19"/>
    <p:sldId id="394" r:id="rId20"/>
    <p:sldId id="395" r:id="rId21"/>
    <p:sldId id="396" r:id="rId22"/>
    <p:sldId id="421" r:id="rId23"/>
    <p:sldId id="422" r:id="rId24"/>
    <p:sldId id="423" r:id="rId25"/>
    <p:sldId id="427" r:id="rId26"/>
    <p:sldId id="428" r:id="rId27"/>
    <p:sldId id="429" r:id="rId28"/>
    <p:sldId id="430" r:id="rId29"/>
    <p:sldId id="456" r:id="rId30"/>
    <p:sldId id="457" r:id="rId31"/>
    <p:sldId id="460" r:id="rId32"/>
    <p:sldId id="458" r:id="rId33"/>
    <p:sldId id="459" r:id="rId34"/>
    <p:sldId id="415" r:id="rId35"/>
    <p:sldId id="416" r:id="rId36"/>
    <p:sldId id="417" r:id="rId37"/>
    <p:sldId id="418" r:id="rId38"/>
    <p:sldId id="462" r:id="rId39"/>
    <p:sldId id="463" r:id="rId40"/>
    <p:sldId id="464" r:id="rId41"/>
    <p:sldId id="465" r:id="rId42"/>
    <p:sldId id="461" r:id="rId43"/>
  </p:sldIdLst>
  <p:sldSz cx="9144000" cy="5143500" type="screen16x9"/>
  <p:notesSz cx="6794500" cy="9906000"/>
  <p:embeddedFontLst>
    <p:embeddedFont>
      <p:font typeface="ＭＳ Ｐゴシック" panose="020B0600070205080204" pitchFamily="34" charset="-128"/>
      <p:regular r:id="rId46"/>
    </p:embeddedFont>
    <p:embeddedFont>
      <p:font typeface="Cascadia Code" panose="020B0604020202020204" charset="0"/>
      <p:regular r:id="rId47"/>
      <p:bold r:id="rId48"/>
      <p:italic r:id="rId49"/>
      <p:boldItalic r:id="rId50"/>
    </p:embeddedFont>
    <p:embeddedFont>
      <p:font typeface="Consolas" panose="020B0609020204030204" pitchFamily="49" charset="0"/>
      <p:regular r:id="rId51"/>
      <p:bold r:id="rId52"/>
      <p:italic r:id="rId53"/>
      <p:boldItalic r:id="rId54"/>
    </p:embeddedFont>
    <p:embeddedFont>
      <p:font typeface="Deutsche Bank Text" panose="020B0604020202020204" charset="0"/>
      <p:regular r:id="rId55"/>
      <p:italic r:id="rId56"/>
    </p:embeddedFont>
  </p:embeddedFontLst>
  <p:defaultTextStyle>
    <a:defPPr>
      <a:defRPr lang="de-DE"/>
    </a:defPPr>
    <a:lvl1pPr algn="l" defTabSz="685785" rtl="0" fontAlgn="base">
      <a:spcBef>
        <a:spcPct val="0"/>
      </a:spcBef>
      <a:spcAft>
        <a:spcPct val="0"/>
      </a:spcAft>
      <a:defRPr sz="1361" kern="1200">
        <a:solidFill>
          <a:schemeClr val="tx1"/>
        </a:solidFill>
        <a:latin typeface="Arial" charset="0"/>
        <a:ea typeface="+mn-ea"/>
        <a:cs typeface="Arial" charset="0"/>
      </a:defRPr>
    </a:lvl1pPr>
    <a:lvl2pPr marL="342353" indent="-31320" algn="l" defTabSz="685785" rtl="0" fontAlgn="base">
      <a:spcBef>
        <a:spcPct val="0"/>
      </a:spcBef>
      <a:spcAft>
        <a:spcPct val="0"/>
      </a:spcAft>
      <a:defRPr sz="1361" kern="1200">
        <a:solidFill>
          <a:schemeClr val="tx1"/>
        </a:solidFill>
        <a:latin typeface="Arial" charset="0"/>
        <a:ea typeface="+mn-ea"/>
        <a:cs typeface="Arial" charset="0"/>
      </a:defRPr>
    </a:lvl2pPr>
    <a:lvl3pPr marL="685785" indent="-63719" algn="l" defTabSz="685785" rtl="0" fontAlgn="base">
      <a:spcBef>
        <a:spcPct val="0"/>
      </a:spcBef>
      <a:spcAft>
        <a:spcPct val="0"/>
      </a:spcAft>
      <a:defRPr sz="1361" kern="1200">
        <a:solidFill>
          <a:schemeClr val="tx1"/>
        </a:solidFill>
        <a:latin typeface="Arial" charset="0"/>
        <a:ea typeface="+mn-ea"/>
        <a:cs typeface="Arial" charset="0"/>
      </a:defRPr>
    </a:lvl3pPr>
    <a:lvl4pPr marL="1029218" indent="-96118" algn="l" defTabSz="685785" rtl="0" fontAlgn="base">
      <a:spcBef>
        <a:spcPct val="0"/>
      </a:spcBef>
      <a:spcAft>
        <a:spcPct val="0"/>
      </a:spcAft>
      <a:defRPr sz="1361" kern="1200">
        <a:solidFill>
          <a:schemeClr val="tx1"/>
        </a:solidFill>
        <a:latin typeface="Arial" charset="0"/>
        <a:ea typeface="+mn-ea"/>
        <a:cs typeface="Arial" charset="0"/>
      </a:defRPr>
    </a:lvl4pPr>
    <a:lvl5pPr marL="1372650" indent="-128518" algn="l" defTabSz="685785" rtl="0" fontAlgn="base">
      <a:spcBef>
        <a:spcPct val="0"/>
      </a:spcBef>
      <a:spcAft>
        <a:spcPct val="0"/>
      </a:spcAft>
      <a:defRPr sz="1361" kern="1200">
        <a:solidFill>
          <a:schemeClr val="tx1"/>
        </a:solidFill>
        <a:latin typeface="Arial" charset="0"/>
        <a:ea typeface="+mn-ea"/>
        <a:cs typeface="Arial" charset="0"/>
      </a:defRPr>
    </a:lvl5pPr>
    <a:lvl6pPr marL="1555166" algn="l" defTabSz="622066" rtl="0" eaLnBrk="1" latinLnBrk="0" hangingPunct="1">
      <a:defRPr sz="1361" kern="1200">
        <a:solidFill>
          <a:schemeClr val="tx1"/>
        </a:solidFill>
        <a:latin typeface="Arial" charset="0"/>
        <a:ea typeface="+mn-ea"/>
        <a:cs typeface="Arial" charset="0"/>
      </a:defRPr>
    </a:lvl6pPr>
    <a:lvl7pPr marL="1866199" algn="l" defTabSz="622066" rtl="0" eaLnBrk="1" latinLnBrk="0" hangingPunct="1">
      <a:defRPr sz="1361" kern="1200">
        <a:solidFill>
          <a:schemeClr val="tx1"/>
        </a:solidFill>
        <a:latin typeface="Arial" charset="0"/>
        <a:ea typeface="+mn-ea"/>
        <a:cs typeface="Arial" charset="0"/>
      </a:defRPr>
    </a:lvl7pPr>
    <a:lvl8pPr marL="2177232" algn="l" defTabSz="622066" rtl="0" eaLnBrk="1" latinLnBrk="0" hangingPunct="1">
      <a:defRPr sz="1361" kern="1200">
        <a:solidFill>
          <a:schemeClr val="tx1"/>
        </a:solidFill>
        <a:latin typeface="Arial" charset="0"/>
        <a:ea typeface="+mn-ea"/>
        <a:cs typeface="Arial" charset="0"/>
      </a:defRPr>
    </a:lvl8pPr>
    <a:lvl9pPr marL="2488265" algn="l" defTabSz="622066" rtl="0" eaLnBrk="1" latinLnBrk="0" hangingPunct="1">
      <a:defRPr sz="1361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351150E4-E648-492B-A369-A86BB8D0239A}">
          <p14:sldIdLst>
            <p14:sldId id="345"/>
          </p14:sldIdLst>
        </p14:section>
        <p14:section name="Module 1" id="{840059FC-1AD1-46D6-8009-7251BC5AF801}">
          <p14:sldIdLst>
            <p14:sldId id="305"/>
            <p14:sldId id="382"/>
            <p14:sldId id="383"/>
            <p14:sldId id="370"/>
            <p14:sldId id="384"/>
            <p14:sldId id="385"/>
            <p14:sldId id="381"/>
            <p14:sldId id="386"/>
            <p14:sldId id="387"/>
            <p14:sldId id="388"/>
            <p14:sldId id="389"/>
            <p14:sldId id="390"/>
            <p14:sldId id="391"/>
            <p14:sldId id="392"/>
            <p14:sldId id="348"/>
            <p14:sldId id="393"/>
            <p14:sldId id="394"/>
            <p14:sldId id="395"/>
            <p14:sldId id="396"/>
            <p14:sldId id="421"/>
            <p14:sldId id="422"/>
            <p14:sldId id="423"/>
            <p14:sldId id="427"/>
            <p14:sldId id="428"/>
            <p14:sldId id="429"/>
            <p14:sldId id="430"/>
          </p14:sldIdLst>
        </p14:section>
        <p14:section name="Knowledge Check" id="{5F7C11FE-D659-4CC1-8453-953BD917EF1C}">
          <p14:sldIdLst>
            <p14:sldId id="456"/>
            <p14:sldId id="457"/>
            <p14:sldId id="460"/>
            <p14:sldId id="458"/>
            <p14:sldId id="459"/>
          </p14:sldIdLst>
        </p14:section>
        <p14:section name="LABS" id="{07E2CD61-3159-4360-A62F-B037708F6DB7}">
          <p14:sldIdLst>
            <p14:sldId id="415"/>
            <p14:sldId id="416"/>
            <p14:sldId id="417"/>
            <p14:sldId id="418"/>
            <p14:sldId id="462"/>
            <p14:sldId id="463"/>
            <p14:sldId id="464"/>
            <p14:sldId id="465"/>
            <p14:sldId id="46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0B14"/>
    <a:srgbClr val="19256D"/>
    <a:srgbClr val="18246A"/>
    <a:srgbClr val="1B1D5F"/>
    <a:srgbClr val="202272"/>
    <a:srgbClr val="23257B"/>
    <a:srgbClr val="671E75"/>
    <a:srgbClr val="E1F5FA"/>
    <a:srgbClr val="CCEDF9"/>
    <a:srgbClr val="1E2A78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A9E933-9C22-E040-A99D-27C7DC4FE379}" v="55" dt="2025-07-07T17:43:58.0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875" autoAdjust="0"/>
    <p:restoredTop sz="96339" autoAdjust="0"/>
  </p:normalViewPr>
  <p:slideViewPr>
    <p:cSldViewPr snapToGrid="0" snapToObjects="1" showGuides="1">
      <p:cViewPr varScale="1">
        <p:scale>
          <a:sx n="147" d="100"/>
          <a:sy n="147" d="100"/>
        </p:scale>
        <p:origin x="126" y="22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115" d="100"/>
          <a:sy n="115" d="100"/>
        </p:scale>
        <p:origin x="5491" y="58"/>
      </p:cViewPr>
      <p:guideLst>
        <p:guide orient="horz" pos="3120"/>
        <p:guide pos="214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font" Target="fonts/font10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handoutMaster" Target="handoutMasters/handoutMaster1.xml"/><Relationship Id="rId53" Type="http://schemas.openxmlformats.org/officeDocument/2006/relationships/font" Target="fonts/font8.fntdata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microsoft.com/office/2016/11/relationships/changesInfo" Target="changesInfos/changesInfo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font" Target="fonts/font3.fntdata"/><Relationship Id="rId56" Type="http://schemas.openxmlformats.org/officeDocument/2006/relationships/font" Target="fonts/font11.fntdata"/><Relationship Id="rId8" Type="http://schemas.openxmlformats.org/officeDocument/2006/relationships/slide" Target="slides/slide6.xml"/><Relationship Id="rId51" Type="http://schemas.openxmlformats.org/officeDocument/2006/relationships/font" Target="fonts/font6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1.fntdata"/><Relationship Id="rId59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9.fntdata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4.fntdata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7.fntdata"/><Relationship Id="rId6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.sidcloud" userId="S::s.sidcloud_hotmail.com#ext#@skillsoft.onmicrosoft.com::51588e84-ca86-4ccb-847d-09a86edce369" providerId="AD" clId="Web-{7CA9E933-9C22-E040-A99D-27C7DC4FE379}"/>
    <pc:docChg chg="addSld modSld modSection">
      <pc:chgData name="s.sidcloud" userId="S::s.sidcloud_hotmail.com#ext#@skillsoft.onmicrosoft.com::51588e84-ca86-4ccb-847d-09a86edce369" providerId="AD" clId="Web-{7CA9E933-9C22-E040-A99D-27C7DC4FE379}" dt="2025-07-07T17:43:58.093" v="52" actId="20577"/>
      <pc:docMkLst>
        <pc:docMk/>
      </pc:docMkLst>
      <pc:sldChg chg="modSp add replId">
        <pc:chgData name="s.sidcloud" userId="S::s.sidcloud_hotmail.com#ext#@skillsoft.onmicrosoft.com::51588e84-ca86-4ccb-847d-09a86edce369" providerId="AD" clId="Web-{7CA9E933-9C22-E040-A99D-27C7DC4FE379}" dt="2025-07-07T17:37:51.141" v="7" actId="20577"/>
        <pc:sldMkLst>
          <pc:docMk/>
          <pc:sldMk cId="90021441" sldId="462"/>
        </pc:sldMkLst>
        <pc:spChg chg="mod">
          <ac:chgData name="s.sidcloud" userId="S::s.sidcloud_hotmail.com#ext#@skillsoft.onmicrosoft.com::51588e84-ca86-4ccb-847d-09a86edce369" providerId="AD" clId="Web-{7CA9E933-9C22-E040-A99D-27C7DC4FE379}" dt="2025-07-07T17:37:51.141" v="7" actId="20577"/>
          <ac:spMkLst>
            <pc:docMk/>
            <pc:sldMk cId="90021441" sldId="462"/>
            <ac:spMk id="2" creationId="{DC7D1825-A9B0-66DF-247B-810C75A3D8D1}"/>
          </ac:spMkLst>
        </pc:spChg>
      </pc:sldChg>
      <pc:sldChg chg="modSp add replId">
        <pc:chgData name="s.sidcloud" userId="S::s.sidcloud_hotmail.com#ext#@skillsoft.onmicrosoft.com::51588e84-ca86-4ccb-847d-09a86edce369" providerId="AD" clId="Web-{7CA9E933-9C22-E040-A99D-27C7DC4FE379}" dt="2025-07-07T17:38:05.220" v="32" actId="20577"/>
        <pc:sldMkLst>
          <pc:docMk/>
          <pc:sldMk cId="823257286" sldId="463"/>
        </pc:sldMkLst>
        <pc:spChg chg="mod">
          <ac:chgData name="s.sidcloud" userId="S::s.sidcloud_hotmail.com#ext#@skillsoft.onmicrosoft.com::51588e84-ca86-4ccb-847d-09a86edce369" providerId="AD" clId="Web-{7CA9E933-9C22-E040-A99D-27C7DC4FE379}" dt="2025-07-07T17:38:05.220" v="32" actId="20577"/>
          <ac:spMkLst>
            <pc:docMk/>
            <pc:sldMk cId="823257286" sldId="463"/>
            <ac:spMk id="2" creationId="{14CBE401-99B1-0869-C8E5-07772A09E031}"/>
          </ac:spMkLst>
        </pc:spChg>
      </pc:sldChg>
      <pc:sldChg chg="modSp add replId">
        <pc:chgData name="s.sidcloud" userId="S::s.sidcloud_hotmail.com#ext#@skillsoft.onmicrosoft.com::51588e84-ca86-4ccb-847d-09a86edce369" providerId="AD" clId="Web-{7CA9E933-9C22-E040-A99D-27C7DC4FE379}" dt="2025-07-07T17:43:46.796" v="45" actId="20577"/>
        <pc:sldMkLst>
          <pc:docMk/>
          <pc:sldMk cId="132906555" sldId="464"/>
        </pc:sldMkLst>
        <pc:spChg chg="mod">
          <ac:chgData name="s.sidcloud" userId="S::s.sidcloud_hotmail.com#ext#@skillsoft.onmicrosoft.com::51588e84-ca86-4ccb-847d-09a86edce369" providerId="AD" clId="Web-{7CA9E933-9C22-E040-A99D-27C7DC4FE379}" dt="2025-07-07T17:43:46.796" v="45" actId="20577"/>
          <ac:spMkLst>
            <pc:docMk/>
            <pc:sldMk cId="132906555" sldId="464"/>
            <ac:spMk id="2" creationId="{413C23DD-2A0E-C0AA-FAB3-E5984BAB425E}"/>
          </ac:spMkLst>
        </pc:spChg>
      </pc:sldChg>
      <pc:sldChg chg="modSp add replId">
        <pc:chgData name="s.sidcloud" userId="S::s.sidcloud_hotmail.com#ext#@skillsoft.onmicrosoft.com::51588e84-ca86-4ccb-847d-09a86edce369" providerId="AD" clId="Web-{7CA9E933-9C22-E040-A99D-27C7DC4FE379}" dt="2025-07-07T17:43:58.093" v="52" actId="20577"/>
        <pc:sldMkLst>
          <pc:docMk/>
          <pc:sldMk cId="3132145638" sldId="465"/>
        </pc:sldMkLst>
        <pc:spChg chg="mod">
          <ac:chgData name="s.sidcloud" userId="S::s.sidcloud_hotmail.com#ext#@skillsoft.onmicrosoft.com::51588e84-ca86-4ccb-847d-09a86edce369" providerId="AD" clId="Web-{7CA9E933-9C22-E040-A99D-27C7DC4FE379}" dt="2025-07-07T17:43:58.093" v="52" actId="20577"/>
          <ac:spMkLst>
            <pc:docMk/>
            <pc:sldMk cId="3132145638" sldId="465"/>
            <ac:spMk id="2" creationId="{0D78EE63-D28A-7D12-B0A6-6932232A2FC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C702E7-6C97-48EB-BAD7-255917761CC1}" type="doc">
      <dgm:prSet loTypeId="urn:microsoft.com/office/officeart/2005/8/layout/hProcess7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A96F7D-CCCA-44EE-87F3-7C59DFA2B23D}">
      <dgm:prSet phldrT="[Text]" phldr="1"/>
      <dgm:spPr/>
      <dgm:t>
        <a:bodyPr/>
        <a:lstStyle/>
        <a:p>
          <a:endParaRPr lang="en-US"/>
        </a:p>
      </dgm:t>
    </dgm:pt>
    <dgm:pt modelId="{A71F7FD8-C1C3-4275-B34E-5CF201863601}" type="parTrans" cxnId="{3A096B15-C441-45C5-A9C8-E3AC2DF4AB52}">
      <dgm:prSet/>
      <dgm:spPr/>
      <dgm:t>
        <a:bodyPr/>
        <a:lstStyle/>
        <a:p>
          <a:endParaRPr lang="en-US"/>
        </a:p>
      </dgm:t>
    </dgm:pt>
    <dgm:pt modelId="{77A05911-E88C-48BA-BE48-D3B1B5CB661E}" type="sibTrans" cxnId="{3A096B15-C441-45C5-A9C8-E3AC2DF4AB52}">
      <dgm:prSet/>
      <dgm:spPr/>
      <dgm:t>
        <a:bodyPr/>
        <a:lstStyle/>
        <a:p>
          <a:endParaRPr lang="en-US"/>
        </a:p>
      </dgm:t>
    </dgm:pt>
    <dgm:pt modelId="{8B7E445D-9660-4BCA-B776-D4F257520A3F}">
      <dgm:prSet phldrT="[Text]"/>
      <dgm:spPr/>
      <dgm:t>
        <a:bodyPr anchor="ctr"/>
        <a:lstStyle/>
        <a:p>
          <a:r>
            <a:rPr lang="en-US" dirty="0"/>
            <a:t>jQuery*  (2006)</a:t>
          </a:r>
        </a:p>
      </dgm:t>
    </dgm:pt>
    <dgm:pt modelId="{EAA44A0F-3888-445D-B838-5E30FB7023D7}" type="parTrans" cxnId="{AB08A264-E428-45E5-B994-576A9B4152A7}">
      <dgm:prSet/>
      <dgm:spPr/>
      <dgm:t>
        <a:bodyPr/>
        <a:lstStyle/>
        <a:p>
          <a:endParaRPr lang="en-US"/>
        </a:p>
      </dgm:t>
    </dgm:pt>
    <dgm:pt modelId="{3E00D782-F9D1-4796-8077-E308935AC3DE}" type="sibTrans" cxnId="{AB08A264-E428-45E5-B994-576A9B4152A7}">
      <dgm:prSet/>
      <dgm:spPr/>
      <dgm:t>
        <a:bodyPr/>
        <a:lstStyle/>
        <a:p>
          <a:endParaRPr lang="en-US"/>
        </a:p>
      </dgm:t>
    </dgm:pt>
    <dgm:pt modelId="{DCB27BEC-5BC8-4146-945F-864AB21FCC05}">
      <dgm:prSet phldrT="[Text]" phldr="1"/>
      <dgm:spPr/>
      <dgm:t>
        <a:bodyPr/>
        <a:lstStyle/>
        <a:p>
          <a:endParaRPr lang="en-US"/>
        </a:p>
      </dgm:t>
    </dgm:pt>
    <dgm:pt modelId="{9EAFDC96-5375-49AB-B077-80F7A13E1055}" type="parTrans" cxnId="{7A9A6E19-DD17-4023-98B2-14C65A9DFAF3}">
      <dgm:prSet/>
      <dgm:spPr/>
      <dgm:t>
        <a:bodyPr/>
        <a:lstStyle/>
        <a:p>
          <a:endParaRPr lang="en-US"/>
        </a:p>
      </dgm:t>
    </dgm:pt>
    <dgm:pt modelId="{05B8123A-9A50-48FE-BD28-852DF4BB9189}" type="sibTrans" cxnId="{7A9A6E19-DD17-4023-98B2-14C65A9DFAF3}">
      <dgm:prSet/>
      <dgm:spPr/>
      <dgm:t>
        <a:bodyPr/>
        <a:lstStyle/>
        <a:p>
          <a:endParaRPr lang="en-US"/>
        </a:p>
      </dgm:t>
    </dgm:pt>
    <dgm:pt modelId="{79ECBA13-0ADA-4201-B9AE-12BC3514D0AC}">
      <dgm:prSet phldrT="[Text]"/>
      <dgm:spPr/>
      <dgm:t>
        <a:bodyPr anchor="ctr"/>
        <a:lstStyle/>
        <a:p>
          <a:r>
            <a:rPr lang="en-US" dirty="0"/>
            <a:t>AngularJS  (2010)</a:t>
          </a:r>
        </a:p>
      </dgm:t>
    </dgm:pt>
    <dgm:pt modelId="{D431EB6D-54B7-404C-AC9D-9DACD1856B6A}" type="parTrans" cxnId="{075BF271-795D-4A4F-A7AD-4C4F2FDD3108}">
      <dgm:prSet/>
      <dgm:spPr/>
      <dgm:t>
        <a:bodyPr/>
        <a:lstStyle/>
        <a:p>
          <a:endParaRPr lang="en-US"/>
        </a:p>
      </dgm:t>
    </dgm:pt>
    <dgm:pt modelId="{18DBE7DC-7AB3-44C1-A87C-60F05643B06E}" type="sibTrans" cxnId="{075BF271-795D-4A4F-A7AD-4C4F2FDD3108}">
      <dgm:prSet/>
      <dgm:spPr/>
      <dgm:t>
        <a:bodyPr/>
        <a:lstStyle/>
        <a:p>
          <a:endParaRPr lang="en-US"/>
        </a:p>
      </dgm:t>
    </dgm:pt>
    <dgm:pt modelId="{314C5308-68DC-4E99-9E7E-8919063D6420}">
      <dgm:prSet phldrT="[Text]" phldr="1"/>
      <dgm:spPr/>
      <dgm:t>
        <a:bodyPr/>
        <a:lstStyle/>
        <a:p>
          <a:endParaRPr lang="en-US"/>
        </a:p>
      </dgm:t>
    </dgm:pt>
    <dgm:pt modelId="{434E7C76-23B2-4507-B921-D95BBC532611}" type="parTrans" cxnId="{D2CD2044-F435-4A28-8DC1-43F4065C27F2}">
      <dgm:prSet/>
      <dgm:spPr/>
      <dgm:t>
        <a:bodyPr/>
        <a:lstStyle/>
        <a:p>
          <a:endParaRPr lang="en-US"/>
        </a:p>
      </dgm:t>
    </dgm:pt>
    <dgm:pt modelId="{0DA04357-8A6B-4272-B014-76FFD6753477}" type="sibTrans" cxnId="{D2CD2044-F435-4A28-8DC1-43F4065C27F2}">
      <dgm:prSet/>
      <dgm:spPr/>
      <dgm:t>
        <a:bodyPr/>
        <a:lstStyle/>
        <a:p>
          <a:endParaRPr lang="en-US"/>
        </a:p>
      </dgm:t>
    </dgm:pt>
    <dgm:pt modelId="{5039C948-3207-4AFA-A1C3-234F442ED8A2}">
      <dgm:prSet phldrT="[Text]"/>
      <dgm:spPr/>
      <dgm:t>
        <a:bodyPr anchor="ctr"/>
        <a:lstStyle/>
        <a:p>
          <a:r>
            <a:rPr lang="en-US" dirty="0"/>
            <a:t>React  (2013)</a:t>
          </a:r>
        </a:p>
      </dgm:t>
    </dgm:pt>
    <dgm:pt modelId="{872BF1D0-F8AF-44A5-B842-801DBD5AE1DB}" type="parTrans" cxnId="{ADA44053-9937-41D5-B078-B79A9B2A5125}">
      <dgm:prSet/>
      <dgm:spPr/>
      <dgm:t>
        <a:bodyPr/>
        <a:lstStyle/>
        <a:p>
          <a:endParaRPr lang="en-US"/>
        </a:p>
      </dgm:t>
    </dgm:pt>
    <dgm:pt modelId="{5E81A216-0643-4221-B879-2A859BEB8C5C}" type="sibTrans" cxnId="{ADA44053-9937-41D5-B078-B79A9B2A5125}">
      <dgm:prSet/>
      <dgm:spPr/>
      <dgm:t>
        <a:bodyPr/>
        <a:lstStyle/>
        <a:p>
          <a:endParaRPr lang="en-US"/>
        </a:p>
      </dgm:t>
    </dgm:pt>
    <dgm:pt modelId="{E18BE5E1-5FDE-419E-8B19-7E5BE2AA7E84}" type="pres">
      <dgm:prSet presAssocID="{51C702E7-6C97-48EB-BAD7-255917761CC1}" presName="Name0" presStyleCnt="0">
        <dgm:presLayoutVars>
          <dgm:dir/>
          <dgm:animLvl val="lvl"/>
          <dgm:resizeHandles val="exact"/>
        </dgm:presLayoutVars>
      </dgm:prSet>
      <dgm:spPr/>
    </dgm:pt>
    <dgm:pt modelId="{B6F5687D-BD1F-4013-8881-63C09E95FEB6}" type="pres">
      <dgm:prSet presAssocID="{62A96F7D-CCCA-44EE-87F3-7C59DFA2B23D}" presName="compositeNode" presStyleCnt="0">
        <dgm:presLayoutVars>
          <dgm:bulletEnabled val="1"/>
        </dgm:presLayoutVars>
      </dgm:prSet>
      <dgm:spPr/>
    </dgm:pt>
    <dgm:pt modelId="{622CB594-7190-43F0-9FD1-0A6DCDBCABD1}" type="pres">
      <dgm:prSet presAssocID="{62A96F7D-CCCA-44EE-87F3-7C59DFA2B23D}" presName="bgRect" presStyleLbl="node1" presStyleIdx="0" presStyleCnt="3"/>
      <dgm:spPr/>
    </dgm:pt>
    <dgm:pt modelId="{9CF298F4-91D6-404A-BC3E-EB1B8CF67DA7}" type="pres">
      <dgm:prSet presAssocID="{62A96F7D-CCCA-44EE-87F3-7C59DFA2B23D}" presName="parentNode" presStyleLbl="node1" presStyleIdx="0" presStyleCnt="3">
        <dgm:presLayoutVars>
          <dgm:chMax val="0"/>
          <dgm:bulletEnabled val="1"/>
        </dgm:presLayoutVars>
      </dgm:prSet>
      <dgm:spPr/>
    </dgm:pt>
    <dgm:pt modelId="{12FCF269-2BC2-48F7-A750-89CC97B6122A}" type="pres">
      <dgm:prSet presAssocID="{62A96F7D-CCCA-44EE-87F3-7C59DFA2B23D}" presName="childNode" presStyleLbl="node1" presStyleIdx="0" presStyleCnt="3">
        <dgm:presLayoutVars>
          <dgm:bulletEnabled val="1"/>
        </dgm:presLayoutVars>
      </dgm:prSet>
      <dgm:spPr/>
    </dgm:pt>
    <dgm:pt modelId="{5821921F-A383-4CB2-9FC9-8E004E1BDE99}" type="pres">
      <dgm:prSet presAssocID="{77A05911-E88C-48BA-BE48-D3B1B5CB661E}" presName="hSp" presStyleCnt="0"/>
      <dgm:spPr/>
    </dgm:pt>
    <dgm:pt modelId="{211A83F9-FDE6-40A3-AE5B-8A3FEFFF1979}" type="pres">
      <dgm:prSet presAssocID="{77A05911-E88C-48BA-BE48-D3B1B5CB661E}" presName="vProcSp" presStyleCnt="0"/>
      <dgm:spPr/>
    </dgm:pt>
    <dgm:pt modelId="{98B523E0-B859-442C-B000-B1957BDAE2F7}" type="pres">
      <dgm:prSet presAssocID="{77A05911-E88C-48BA-BE48-D3B1B5CB661E}" presName="vSp1" presStyleCnt="0"/>
      <dgm:spPr/>
    </dgm:pt>
    <dgm:pt modelId="{2D295CC6-C6C9-482F-A44F-FD08C177A9AC}" type="pres">
      <dgm:prSet presAssocID="{77A05911-E88C-48BA-BE48-D3B1B5CB661E}" presName="simulatedConn" presStyleLbl="solidFgAcc1" presStyleIdx="0" presStyleCnt="2"/>
      <dgm:spPr/>
    </dgm:pt>
    <dgm:pt modelId="{BE9EA987-D2AC-4A3C-A9D3-F3178900E892}" type="pres">
      <dgm:prSet presAssocID="{77A05911-E88C-48BA-BE48-D3B1B5CB661E}" presName="vSp2" presStyleCnt="0"/>
      <dgm:spPr/>
    </dgm:pt>
    <dgm:pt modelId="{5AD905BD-39B9-425D-9EB6-F8686698BF61}" type="pres">
      <dgm:prSet presAssocID="{77A05911-E88C-48BA-BE48-D3B1B5CB661E}" presName="sibTrans" presStyleCnt="0"/>
      <dgm:spPr/>
    </dgm:pt>
    <dgm:pt modelId="{2689F1FE-4C5E-4EE4-B36F-AD5BE594E693}" type="pres">
      <dgm:prSet presAssocID="{DCB27BEC-5BC8-4146-945F-864AB21FCC05}" presName="compositeNode" presStyleCnt="0">
        <dgm:presLayoutVars>
          <dgm:bulletEnabled val="1"/>
        </dgm:presLayoutVars>
      </dgm:prSet>
      <dgm:spPr/>
    </dgm:pt>
    <dgm:pt modelId="{7BD3966E-8ACC-4F24-AB27-BFA55D5F20A4}" type="pres">
      <dgm:prSet presAssocID="{DCB27BEC-5BC8-4146-945F-864AB21FCC05}" presName="bgRect" presStyleLbl="node1" presStyleIdx="1" presStyleCnt="3"/>
      <dgm:spPr/>
    </dgm:pt>
    <dgm:pt modelId="{BB325B81-5D8A-47D6-9553-612BBFEB3BB2}" type="pres">
      <dgm:prSet presAssocID="{DCB27BEC-5BC8-4146-945F-864AB21FCC05}" presName="parentNode" presStyleLbl="node1" presStyleIdx="1" presStyleCnt="3">
        <dgm:presLayoutVars>
          <dgm:chMax val="0"/>
          <dgm:bulletEnabled val="1"/>
        </dgm:presLayoutVars>
      </dgm:prSet>
      <dgm:spPr/>
    </dgm:pt>
    <dgm:pt modelId="{8F31AC82-8C7F-4D22-B0C5-35BDE2C7E987}" type="pres">
      <dgm:prSet presAssocID="{DCB27BEC-5BC8-4146-945F-864AB21FCC05}" presName="childNode" presStyleLbl="node1" presStyleIdx="1" presStyleCnt="3">
        <dgm:presLayoutVars>
          <dgm:bulletEnabled val="1"/>
        </dgm:presLayoutVars>
      </dgm:prSet>
      <dgm:spPr/>
    </dgm:pt>
    <dgm:pt modelId="{60E2915C-80C0-4DDF-82F3-9E0814796C6E}" type="pres">
      <dgm:prSet presAssocID="{05B8123A-9A50-48FE-BD28-852DF4BB9189}" presName="hSp" presStyleCnt="0"/>
      <dgm:spPr/>
    </dgm:pt>
    <dgm:pt modelId="{4BCC4505-710F-4338-83A6-7FCE33E23A58}" type="pres">
      <dgm:prSet presAssocID="{05B8123A-9A50-48FE-BD28-852DF4BB9189}" presName="vProcSp" presStyleCnt="0"/>
      <dgm:spPr/>
    </dgm:pt>
    <dgm:pt modelId="{051AA3C2-7050-4773-9C21-55FA2B7099A3}" type="pres">
      <dgm:prSet presAssocID="{05B8123A-9A50-48FE-BD28-852DF4BB9189}" presName="vSp1" presStyleCnt="0"/>
      <dgm:spPr/>
    </dgm:pt>
    <dgm:pt modelId="{C21668BB-2564-4516-B76F-B49E16127E7D}" type="pres">
      <dgm:prSet presAssocID="{05B8123A-9A50-48FE-BD28-852DF4BB9189}" presName="simulatedConn" presStyleLbl="solidFgAcc1" presStyleIdx="1" presStyleCnt="2"/>
      <dgm:spPr/>
    </dgm:pt>
    <dgm:pt modelId="{A59871B9-E415-496B-B91B-58F7AE9E3F83}" type="pres">
      <dgm:prSet presAssocID="{05B8123A-9A50-48FE-BD28-852DF4BB9189}" presName="vSp2" presStyleCnt="0"/>
      <dgm:spPr/>
    </dgm:pt>
    <dgm:pt modelId="{57D94C93-CE6C-4E46-BEDC-A6B387B5570E}" type="pres">
      <dgm:prSet presAssocID="{05B8123A-9A50-48FE-BD28-852DF4BB9189}" presName="sibTrans" presStyleCnt="0"/>
      <dgm:spPr/>
    </dgm:pt>
    <dgm:pt modelId="{952446CF-1FA4-48E0-B995-BDFC842A6377}" type="pres">
      <dgm:prSet presAssocID="{314C5308-68DC-4E99-9E7E-8919063D6420}" presName="compositeNode" presStyleCnt="0">
        <dgm:presLayoutVars>
          <dgm:bulletEnabled val="1"/>
        </dgm:presLayoutVars>
      </dgm:prSet>
      <dgm:spPr/>
    </dgm:pt>
    <dgm:pt modelId="{37B0BD05-858C-4A61-B12D-D80F1AD14EBD}" type="pres">
      <dgm:prSet presAssocID="{314C5308-68DC-4E99-9E7E-8919063D6420}" presName="bgRect" presStyleLbl="node1" presStyleIdx="2" presStyleCnt="3"/>
      <dgm:spPr/>
    </dgm:pt>
    <dgm:pt modelId="{985CD865-22DB-4F57-B59F-94E8CD1704C3}" type="pres">
      <dgm:prSet presAssocID="{314C5308-68DC-4E99-9E7E-8919063D6420}" presName="parentNode" presStyleLbl="node1" presStyleIdx="2" presStyleCnt="3">
        <dgm:presLayoutVars>
          <dgm:chMax val="0"/>
          <dgm:bulletEnabled val="1"/>
        </dgm:presLayoutVars>
      </dgm:prSet>
      <dgm:spPr/>
    </dgm:pt>
    <dgm:pt modelId="{78A76AF0-97E6-42E0-9DF7-64D7DD7A650F}" type="pres">
      <dgm:prSet presAssocID="{314C5308-68DC-4E99-9E7E-8919063D6420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4A3DB206-DC53-4BFD-B7CE-D0ECEB979806}" type="presOf" srcId="{8B7E445D-9660-4BCA-B776-D4F257520A3F}" destId="{12FCF269-2BC2-48F7-A750-89CC97B6122A}" srcOrd="0" destOrd="0" presId="urn:microsoft.com/office/officeart/2005/8/layout/hProcess7"/>
    <dgm:cxn modelId="{3A096B15-C441-45C5-A9C8-E3AC2DF4AB52}" srcId="{51C702E7-6C97-48EB-BAD7-255917761CC1}" destId="{62A96F7D-CCCA-44EE-87F3-7C59DFA2B23D}" srcOrd="0" destOrd="0" parTransId="{A71F7FD8-C1C3-4275-B34E-5CF201863601}" sibTransId="{77A05911-E88C-48BA-BE48-D3B1B5CB661E}"/>
    <dgm:cxn modelId="{A4C08518-0419-4703-83A0-BE06528A4881}" type="presOf" srcId="{5039C948-3207-4AFA-A1C3-234F442ED8A2}" destId="{78A76AF0-97E6-42E0-9DF7-64D7DD7A650F}" srcOrd="0" destOrd="0" presId="urn:microsoft.com/office/officeart/2005/8/layout/hProcess7"/>
    <dgm:cxn modelId="{7A9A6E19-DD17-4023-98B2-14C65A9DFAF3}" srcId="{51C702E7-6C97-48EB-BAD7-255917761CC1}" destId="{DCB27BEC-5BC8-4146-945F-864AB21FCC05}" srcOrd="1" destOrd="0" parTransId="{9EAFDC96-5375-49AB-B077-80F7A13E1055}" sibTransId="{05B8123A-9A50-48FE-BD28-852DF4BB9189}"/>
    <dgm:cxn modelId="{2F00A260-1FDA-4A13-BA92-3C8399CB0C02}" type="presOf" srcId="{62A96F7D-CCCA-44EE-87F3-7C59DFA2B23D}" destId="{622CB594-7190-43F0-9FD1-0A6DCDBCABD1}" srcOrd="0" destOrd="0" presId="urn:microsoft.com/office/officeart/2005/8/layout/hProcess7"/>
    <dgm:cxn modelId="{2DE8C060-E42D-43AD-9F24-0D1EC7533E4F}" type="presOf" srcId="{51C702E7-6C97-48EB-BAD7-255917761CC1}" destId="{E18BE5E1-5FDE-419E-8B19-7E5BE2AA7E84}" srcOrd="0" destOrd="0" presId="urn:microsoft.com/office/officeart/2005/8/layout/hProcess7"/>
    <dgm:cxn modelId="{D2CD2044-F435-4A28-8DC1-43F4065C27F2}" srcId="{51C702E7-6C97-48EB-BAD7-255917761CC1}" destId="{314C5308-68DC-4E99-9E7E-8919063D6420}" srcOrd="2" destOrd="0" parTransId="{434E7C76-23B2-4507-B921-D95BBC532611}" sibTransId="{0DA04357-8A6B-4272-B014-76FFD6753477}"/>
    <dgm:cxn modelId="{AB08A264-E428-45E5-B994-576A9B4152A7}" srcId="{62A96F7D-CCCA-44EE-87F3-7C59DFA2B23D}" destId="{8B7E445D-9660-4BCA-B776-D4F257520A3F}" srcOrd="0" destOrd="0" parTransId="{EAA44A0F-3888-445D-B838-5E30FB7023D7}" sibTransId="{3E00D782-F9D1-4796-8077-E308935AC3DE}"/>
    <dgm:cxn modelId="{075BF271-795D-4A4F-A7AD-4C4F2FDD3108}" srcId="{DCB27BEC-5BC8-4146-945F-864AB21FCC05}" destId="{79ECBA13-0ADA-4201-B9AE-12BC3514D0AC}" srcOrd="0" destOrd="0" parTransId="{D431EB6D-54B7-404C-AC9D-9DACD1856B6A}" sibTransId="{18DBE7DC-7AB3-44C1-A87C-60F05643B06E}"/>
    <dgm:cxn modelId="{ADA44053-9937-41D5-B078-B79A9B2A5125}" srcId="{314C5308-68DC-4E99-9E7E-8919063D6420}" destId="{5039C948-3207-4AFA-A1C3-234F442ED8A2}" srcOrd="0" destOrd="0" parTransId="{872BF1D0-F8AF-44A5-B842-801DBD5AE1DB}" sibTransId="{5E81A216-0643-4221-B879-2A859BEB8C5C}"/>
    <dgm:cxn modelId="{F986D8BE-7330-4603-B741-D4A920BE5D8B}" type="presOf" srcId="{314C5308-68DC-4E99-9E7E-8919063D6420}" destId="{985CD865-22DB-4F57-B59F-94E8CD1704C3}" srcOrd="1" destOrd="0" presId="urn:microsoft.com/office/officeart/2005/8/layout/hProcess7"/>
    <dgm:cxn modelId="{18D255C9-A9CB-452E-9A89-732D483C50ED}" type="presOf" srcId="{79ECBA13-0ADA-4201-B9AE-12BC3514D0AC}" destId="{8F31AC82-8C7F-4D22-B0C5-35BDE2C7E987}" srcOrd="0" destOrd="0" presId="urn:microsoft.com/office/officeart/2005/8/layout/hProcess7"/>
    <dgm:cxn modelId="{26E78ACE-50F1-4D6A-8186-AE84F0CD4C25}" type="presOf" srcId="{DCB27BEC-5BC8-4146-945F-864AB21FCC05}" destId="{7BD3966E-8ACC-4F24-AB27-BFA55D5F20A4}" srcOrd="0" destOrd="0" presId="urn:microsoft.com/office/officeart/2005/8/layout/hProcess7"/>
    <dgm:cxn modelId="{E1317CDF-C6B6-4866-A9AF-C515A5FA497F}" type="presOf" srcId="{314C5308-68DC-4E99-9E7E-8919063D6420}" destId="{37B0BD05-858C-4A61-B12D-D80F1AD14EBD}" srcOrd="0" destOrd="0" presId="urn:microsoft.com/office/officeart/2005/8/layout/hProcess7"/>
    <dgm:cxn modelId="{8BE3EAE0-5085-4199-9A7B-60E57737BA4E}" type="presOf" srcId="{DCB27BEC-5BC8-4146-945F-864AB21FCC05}" destId="{BB325B81-5D8A-47D6-9553-612BBFEB3BB2}" srcOrd="1" destOrd="0" presId="urn:microsoft.com/office/officeart/2005/8/layout/hProcess7"/>
    <dgm:cxn modelId="{4DD58AFF-7E28-4E56-AC55-DB36FE3706B4}" type="presOf" srcId="{62A96F7D-CCCA-44EE-87F3-7C59DFA2B23D}" destId="{9CF298F4-91D6-404A-BC3E-EB1B8CF67DA7}" srcOrd="1" destOrd="0" presId="urn:microsoft.com/office/officeart/2005/8/layout/hProcess7"/>
    <dgm:cxn modelId="{DAED7947-CEA7-45FE-8C42-F1FE4CBE8BFD}" type="presParOf" srcId="{E18BE5E1-5FDE-419E-8B19-7E5BE2AA7E84}" destId="{B6F5687D-BD1F-4013-8881-63C09E95FEB6}" srcOrd="0" destOrd="0" presId="urn:microsoft.com/office/officeart/2005/8/layout/hProcess7"/>
    <dgm:cxn modelId="{51164285-B71A-47EA-8510-B49B187EF131}" type="presParOf" srcId="{B6F5687D-BD1F-4013-8881-63C09E95FEB6}" destId="{622CB594-7190-43F0-9FD1-0A6DCDBCABD1}" srcOrd="0" destOrd="0" presId="urn:microsoft.com/office/officeart/2005/8/layout/hProcess7"/>
    <dgm:cxn modelId="{6FA37B83-C914-4327-AA54-A5637B1BAE1C}" type="presParOf" srcId="{B6F5687D-BD1F-4013-8881-63C09E95FEB6}" destId="{9CF298F4-91D6-404A-BC3E-EB1B8CF67DA7}" srcOrd="1" destOrd="0" presId="urn:microsoft.com/office/officeart/2005/8/layout/hProcess7"/>
    <dgm:cxn modelId="{31B86968-00E5-42ED-BB62-43537A15EE3A}" type="presParOf" srcId="{B6F5687D-BD1F-4013-8881-63C09E95FEB6}" destId="{12FCF269-2BC2-48F7-A750-89CC97B6122A}" srcOrd="2" destOrd="0" presId="urn:microsoft.com/office/officeart/2005/8/layout/hProcess7"/>
    <dgm:cxn modelId="{63F553A9-2876-44E0-B111-E2160577A9D1}" type="presParOf" srcId="{E18BE5E1-5FDE-419E-8B19-7E5BE2AA7E84}" destId="{5821921F-A383-4CB2-9FC9-8E004E1BDE99}" srcOrd="1" destOrd="0" presId="urn:microsoft.com/office/officeart/2005/8/layout/hProcess7"/>
    <dgm:cxn modelId="{F442095D-F69A-48ED-956A-5F4B708CF0F4}" type="presParOf" srcId="{E18BE5E1-5FDE-419E-8B19-7E5BE2AA7E84}" destId="{211A83F9-FDE6-40A3-AE5B-8A3FEFFF1979}" srcOrd="2" destOrd="0" presId="urn:microsoft.com/office/officeart/2005/8/layout/hProcess7"/>
    <dgm:cxn modelId="{C8F11DFA-4BDC-40C8-AEA6-F8818E09F801}" type="presParOf" srcId="{211A83F9-FDE6-40A3-AE5B-8A3FEFFF1979}" destId="{98B523E0-B859-442C-B000-B1957BDAE2F7}" srcOrd="0" destOrd="0" presId="urn:microsoft.com/office/officeart/2005/8/layout/hProcess7"/>
    <dgm:cxn modelId="{5A3D3640-0893-464A-9DE2-2AC8CF19D467}" type="presParOf" srcId="{211A83F9-FDE6-40A3-AE5B-8A3FEFFF1979}" destId="{2D295CC6-C6C9-482F-A44F-FD08C177A9AC}" srcOrd="1" destOrd="0" presId="urn:microsoft.com/office/officeart/2005/8/layout/hProcess7"/>
    <dgm:cxn modelId="{181C5F60-DCB8-4584-BF17-887B7CF1A323}" type="presParOf" srcId="{211A83F9-FDE6-40A3-AE5B-8A3FEFFF1979}" destId="{BE9EA987-D2AC-4A3C-A9D3-F3178900E892}" srcOrd="2" destOrd="0" presId="urn:microsoft.com/office/officeart/2005/8/layout/hProcess7"/>
    <dgm:cxn modelId="{0124AA1E-AA3A-4733-A0AA-D6D6D9E92565}" type="presParOf" srcId="{E18BE5E1-5FDE-419E-8B19-7E5BE2AA7E84}" destId="{5AD905BD-39B9-425D-9EB6-F8686698BF61}" srcOrd="3" destOrd="0" presId="urn:microsoft.com/office/officeart/2005/8/layout/hProcess7"/>
    <dgm:cxn modelId="{5CD972C4-3C24-47BB-8338-043390393C44}" type="presParOf" srcId="{E18BE5E1-5FDE-419E-8B19-7E5BE2AA7E84}" destId="{2689F1FE-4C5E-4EE4-B36F-AD5BE594E693}" srcOrd="4" destOrd="0" presId="urn:microsoft.com/office/officeart/2005/8/layout/hProcess7"/>
    <dgm:cxn modelId="{B48823B2-4BA3-41AD-BE00-B5AE99F9AC86}" type="presParOf" srcId="{2689F1FE-4C5E-4EE4-B36F-AD5BE594E693}" destId="{7BD3966E-8ACC-4F24-AB27-BFA55D5F20A4}" srcOrd="0" destOrd="0" presId="urn:microsoft.com/office/officeart/2005/8/layout/hProcess7"/>
    <dgm:cxn modelId="{82D39504-E2FB-4D1C-8CB5-0FAEB680690C}" type="presParOf" srcId="{2689F1FE-4C5E-4EE4-B36F-AD5BE594E693}" destId="{BB325B81-5D8A-47D6-9553-612BBFEB3BB2}" srcOrd="1" destOrd="0" presId="urn:microsoft.com/office/officeart/2005/8/layout/hProcess7"/>
    <dgm:cxn modelId="{7A2D8577-F64A-4911-A6E9-92E2F77D2C13}" type="presParOf" srcId="{2689F1FE-4C5E-4EE4-B36F-AD5BE594E693}" destId="{8F31AC82-8C7F-4D22-B0C5-35BDE2C7E987}" srcOrd="2" destOrd="0" presId="urn:microsoft.com/office/officeart/2005/8/layout/hProcess7"/>
    <dgm:cxn modelId="{B8D78F57-52FD-43AD-AC83-8D9ACBD230A0}" type="presParOf" srcId="{E18BE5E1-5FDE-419E-8B19-7E5BE2AA7E84}" destId="{60E2915C-80C0-4DDF-82F3-9E0814796C6E}" srcOrd="5" destOrd="0" presId="urn:microsoft.com/office/officeart/2005/8/layout/hProcess7"/>
    <dgm:cxn modelId="{2B7CCEB4-4508-4725-8261-B76AD136B9A5}" type="presParOf" srcId="{E18BE5E1-5FDE-419E-8B19-7E5BE2AA7E84}" destId="{4BCC4505-710F-4338-83A6-7FCE33E23A58}" srcOrd="6" destOrd="0" presId="urn:microsoft.com/office/officeart/2005/8/layout/hProcess7"/>
    <dgm:cxn modelId="{EEC8CC26-B9CD-48B1-A51C-1E75241C3A58}" type="presParOf" srcId="{4BCC4505-710F-4338-83A6-7FCE33E23A58}" destId="{051AA3C2-7050-4773-9C21-55FA2B7099A3}" srcOrd="0" destOrd="0" presId="urn:microsoft.com/office/officeart/2005/8/layout/hProcess7"/>
    <dgm:cxn modelId="{9D5E6DE9-92AC-4E2A-B465-911611C97109}" type="presParOf" srcId="{4BCC4505-710F-4338-83A6-7FCE33E23A58}" destId="{C21668BB-2564-4516-B76F-B49E16127E7D}" srcOrd="1" destOrd="0" presId="urn:microsoft.com/office/officeart/2005/8/layout/hProcess7"/>
    <dgm:cxn modelId="{BE12D505-90DF-4332-BDCC-2E6E79326051}" type="presParOf" srcId="{4BCC4505-710F-4338-83A6-7FCE33E23A58}" destId="{A59871B9-E415-496B-B91B-58F7AE9E3F83}" srcOrd="2" destOrd="0" presId="urn:microsoft.com/office/officeart/2005/8/layout/hProcess7"/>
    <dgm:cxn modelId="{D8075EBC-A9EE-46AE-85D3-CDDFC880E13E}" type="presParOf" srcId="{E18BE5E1-5FDE-419E-8B19-7E5BE2AA7E84}" destId="{57D94C93-CE6C-4E46-BEDC-A6B387B5570E}" srcOrd="7" destOrd="0" presId="urn:microsoft.com/office/officeart/2005/8/layout/hProcess7"/>
    <dgm:cxn modelId="{243654B1-8CBD-4FC1-BE08-5DF6CEFEAF8C}" type="presParOf" srcId="{E18BE5E1-5FDE-419E-8B19-7E5BE2AA7E84}" destId="{952446CF-1FA4-48E0-B995-BDFC842A6377}" srcOrd="8" destOrd="0" presId="urn:microsoft.com/office/officeart/2005/8/layout/hProcess7"/>
    <dgm:cxn modelId="{BFB75791-C77E-448C-81CC-99D884AFCA7F}" type="presParOf" srcId="{952446CF-1FA4-48E0-B995-BDFC842A6377}" destId="{37B0BD05-858C-4A61-B12D-D80F1AD14EBD}" srcOrd="0" destOrd="0" presId="urn:microsoft.com/office/officeart/2005/8/layout/hProcess7"/>
    <dgm:cxn modelId="{53F8D1CA-0D0C-41D7-8297-5F3778FFCC46}" type="presParOf" srcId="{952446CF-1FA4-48E0-B995-BDFC842A6377}" destId="{985CD865-22DB-4F57-B59F-94E8CD1704C3}" srcOrd="1" destOrd="0" presId="urn:microsoft.com/office/officeart/2005/8/layout/hProcess7"/>
    <dgm:cxn modelId="{3523D259-D5B9-42E9-A9E0-9067CA217ECC}" type="presParOf" srcId="{952446CF-1FA4-48E0-B995-BDFC842A6377}" destId="{78A76AF0-97E6-42E0-9DF7-64D7DD7A650F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C702E7-6C97-48EB-BAD7-255917761CC1}" type="doc">
      <dgm:prSet loTypeId="urn:microsoft.com/office/officeart/2005/8/layout/hProcess7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A96F7D-CCCA-44EE-87F3-7C59DFA2B23D}">
      <dgm:prSet phldrT="[Text]" phldr="1"/>
      <dgm:spPr/>
      <dgm:t>
        <a:bodyPr/>
        <a:lstStyle/>
        <a:p>
          <a:endParaRPr lang="en-US"/>
        </a:p>
      </dgm:t>
    </dgm:pt>
    <dgm:pt modelId="{A71F7FD8-C1C3-4275-B34E-5CF201863601}" type="parTrans" cxnId="{3A096B15-C441-45C5-A9C8-E3AC2DF4AB52}">
      <dgm:prSet/>
      <dgm:spPr/>
      <dgm:t>
        <a:bodyPr/>
        <a:lstStyle/>
        <a:p>
          <a:endParaRPr lang="en-US"/>
        </a:p>
      </dgm:t>
    </dgm:pt>
    <dgm:pt modelId="{77A05911-E88C-48BA-BE48-D3B1B5CB661E}" type="sibTrans" cxnId="{3A096B15-C441-45C5-A9C8-E3AC2DF4AB52}">
      <dgm:prSet/>
      <dgm:spPr/>
      <dgm:t>
        <a:bodyPr/>
        <a:lstStyle/>
        <a:p>
          <a:endParaRPr lang="en-US"/>
        </a:p>
      </dgm:t>
    </dgm:pt>
    <dgm:pt modelId="{8B7E445D-9660-4BCA-B776-D4F257520A3F}">
      <dgm:prSet phldrT="[Text]" custT="1"/>
      <dgm:spPr/>
      <dgm:t>
        <a:bodyPr anchor="ctr"/>
        <a:lstStyle/>
        <a:p>
          <a:r>
            <a:rPr lang="en-US" sz="1400" dirty="0"/>
            <a:t>Vue  (2014)</a:t>
          </a:r>
        </a:p>
      </dgm:t>
    </dgm:pt>
    <dgm:pt modelId="{EAA44A0F-3888-445D-B838-5E30FB7023D7}" type="parTrans" cxnId="{AB08A264-E428-45E5-B994-576A9B4152A7}">
      <dgm:prSet/>
      <dgm:spPr/>
      <dgm:t>
        <a:bodyPr/>
        <a:lstStyle/>
        <a:p>
          <a:endParaRPr lang="en-US"/>
        </a:p>
      </dgm:t>
    </dgm:pt>
    <dgm:pt modelId="{3E00D782-F9D1-4796-8077-E308935AC3DE}" type="sibTrans" cxnId="{AB08A264-E428-45E5-B994-576A9B4152A7}">
      <dgm:prSet/>
      <dgm:spPr/>
      <dgm:t>
        <a:bodyPr/>
        <a:lstStyle/>
        <a:p>
          <a:endParaRPr lang="en-US"/>
        </a:p>
      </dgm:t>
    </dgm:pt>
    <dgm:pt modelId="{DCB27BEC-5BC8-4146-945F-864AB21FCC05}">
      <dgm:prSet phldrT="[Text]" phldr="1"/>
      <dgm:spPr/>
      <dgm:t>
        <a:bodyPr/>
        <a:lstStyle/>
        <a:p>
          <a:endParaRPr lang="en-US"/>
        </a:p>
      </dgm:t>
    </dgm:pt>
    <dgm:pt modelId="{9EAFDC96-5375-49AB-B077-80F7A13E1055}" type="parTrans" cxnId="{7A9A6E19-DD17-4023-98B2-14C65A9DFAF3}">
      <dgm:prSet/>
      <dgm:spPr/>
      <dgm:t>
        <a:bodyPr/>
        <a:lstStyle/>
        <a:p>
          <a:endParaRPr lang="en-US"/>
        </a:p>
      </dgm:t>
    </dgm:pt>
    <dgm:pt modelId="{05B8123A-9A50-48FE-BD28-852DF4BB9189}" type="sibTrans" cxnId="{7A9A6E19-DD17-4023-98B2-14C65A9DFAF3}">
      <dgm:prSet/>
      <dgm:spPr/>
      <dgm:t>
        <a:bodyPr/>
        <a:lstStyle/>
        <a:p>
          <a:endParaRPr lang="en-US"/>
        </a:p>
      </dgm:t>
    </dgm:pt>
    <dgm:pt modelId="{79ECBA13-0ADA-4201-B9AE-12BC3514D0AC}">
      <dgm:prSet phldrT="[Text]" custT="1"/>
      <dgm:spPr/>
      <dgm:t>
        <a:bodyPr anchor="ctr"/>
        <a:lstStyle/>
        <a:p>
          <a:r>
            <a:rPr lang="en-US" sz="1400" dirty="0"/>
            <a:t>Angular  (2014)</a:t>
          </a:r>
        </a:p>
      </dgm:t>
    </dgm:pt>
    <dgm:pt modelId="{D431EB6D-54B7-404C-AC9D-9DACD1856B6A}" type="parTrans" cxnId="{075BF271-795D-4A4F-A7AD-4C4F2FDD3108}">
      <dgm:prSet/>
      <dgm:spPr/>
      <dgm:t>
        <a:bodyPr/>
        <a:lstStyle/>
        <a:p>
          <a:endParaRPr lang="en-US"/>
        </a:p>
      </dgm:t>
    </dgm:pt>
    <dgm:pt modelId="{18DBE7DC-7AB3-44C1-A87C-60F05643B06E}" type="sibTrans" cxnId="{075BF271-795D-4A4F-A7AD-4C4F2FDD3108}">
      <dgm:prSet/>
      <dgm:spPr/>
      <dgm:t>
        <a:bodyPr/>
        <a:lstStyle/>
        <a:p>
          <a:endParaRPr lang="en-US"/>
        </a:p>
      </dgm:t>
    </dgm:pt>
    <dgm:pt modelId="{E18BE5E1-5FDE-419E-8B19-7E5BE2AA7E84}" type="pres">
      <dgm:prSet presAssocID="{51C702E7-6C97-48EB-BAD7-255917761CC1}" presName="Name0" presStyleCnt="0">
        <dgm:presLayoutVars>
          <dgm:dir/>
          <dgm:animLvl val="lvl"/>
          <dgm:resizeHandles val="exact"/>
        </dgm:presLayoutVars>
      </dgm:prSet>
      <dgm:spPr/>
    </dgm:pt>
    <dgm:pt modelId="{B6F5687D-BD1F-4013-8881-63C09E95FEB6}" type="pres">
      <dgm:prSet presAssocID="{62A96F7D-CCCA-44EE-87F3-7C59DFA2B23D}" presName="compositeNode" presStyleCnt="0">
        <dgm:presLayoutVars>
          <dgm:bulletEnabled val="1"/>
        </dgm:presLayoutVars>
      </dgm:prSet>
      <dgm:spPr/>
    </dgm:pt>
    <dgm:pt modelId="{622CB594-7190-43F0-9FD1-0A6DCDBCABD1}" type="pres">
      <dgm:prSet presAssocID="{62A96F7D-CCCA-44EE-87F3-7C59DFA2B23D}" presName="bgRect" presStyleLbl="node1" presStyleIdx="0" presStyleCnt="2"/>
      <dgm:spPr/>
    </dgm:pt>
    <dgm:pt modelId="{9CF298F4-91D6-404A-BC3E-EB1B8CF67DA7}" type="pres">
      <dgm:prSet presAssocID="{62A96F7D-CCCA-44EE-87F3-7C59DFA2B23D}" presName="parentNode" presStyleLbl="node1" presStyleIdx="0" presStyleCnt="2">
        <dgm:presLayoutVars>
          <dgm:chMax val="0"/>
          <dgm:bulletEnabled val="1"/>
        </dgm:presLayoutVars>
      </dgm:prSet>
      <dgm:spPr/>
    </dgm:pt>
    <dgm:pt modelId="{12FCF269-2BC2-48F7-A750-89CC97B6122A}" type="pres">
      <dgm:prSet presAssocID="{62A96F7D-CCCA-44EE-87F3-7C59DFA2B23D}" presName="childNode" presStyleLbl="node1" presStyleIdx="0" presStyleCnt="2">
        <dgm:presLayoutVars>
          <dgm:bulletEnabled val="1"/>
        </dgm:presLayoutVars>
      </dgm:prSet>
      <dgm:spPr/>
    </dgm:pt>
    <dgm:pt modelId="{5821921F-A383-4CB2-9FC9-8E004E1BDE99}" type="pres">
      <dgm:prSet presAssocID="{77A05911-E88C-48BA-BE48-D3B1B5CB661E}" presName="hSp" presStyleCnt="0"/>
      <dgm:spPr/>
    </dgm:pt>
    <dgm:pt modelId="{211A83F9-FDE6-40A3-AE5B-8A3FEFFF1979}" type="pres">
      <dgm:prSet presAssocID="{77A05911-E88C-48BA-BE48-D3B1B5CB661E}" presName="vProcSp" presStyleCnt="0"/>
      <dgm:spPr/>
    </dgm:pt>
    <dgm:pt modelId="{98B523E0-B859-442C-B000-B1957BDAE2F7}" type="pres">
      <dgm:prSet presAssocID="{77A05911-E88C-48BA-BE48-D3B1B5CB661E}" presName="vSp1" presStyleCnt="0"/>
      <dgm:spPr/>
    </dgm:pt>
    <dgm:pt modelId="{2D295CC6-C6C9-482F-A44F-FD08C177A9AC}" type="pres">
      <dgm:prSet presAssocID="{77A05911-E88C-48BA-BE48-D3B1B5CB661E}" presName="simulatedConn" presStyleLbl="solidFgAcc1" presStyleIdx="0" presStyleCnt="1"/>
      <dgm:spPr/>
    </dgm:pt>
    <dgm:pt modelId="{BE9EA987-D2AC-4A3C-A9D3-F3178900E892}" type="pres">
      <dgm:prSet presAssocID="{77A05911-E88C-48BA-BE48-D3B1B5CB661E}" presName="vSp2" presStyleCnt="0"/>
      <dgm:spPr/>
    </dgm:pt>
    <dgm:pt modelId="{5AD905BD-39B9-425D-9EB6-F8686698BF61}" type="pres">
      <dgm:prSet presAssocID="{77A05911-E88C-48BA-BE48-D3B1B5CB661E}" presName="sibTrans" presStyleCnt="0"/>
      <dgm:spPr/>
    </dgm:pt>
    <dgm:pt modelId="{2689F1FE-4C5E-4EE4-B36F-AD5BE594E693}" type="pres">
      <dgm:prSet presAssocID="{DCB27BEC-5BC8-4146-945F-864AB21FCC05}" presName="compositeNode" presStyleCnt="0">
        <dgm:presLayoutVars>
          <dgm:bulletEnabled val="1"/>
        </dgm:presLayoutVars>
      </dgm:prSet>
      <dgm:spPr/>
    </dgm:pt>
    <dgm:pt modelId="{7BD3966E-8ACC-4F24-AB27-BFA55D5F20A4}" type="pres">
      <dgm:prSet presAssocID="{DCB27BEC-5BC8-4146-945F-864AB21FCC05}" presName="bgRect" presStyleLbl="node1" presStyleIdx="1" presStyleCnt="2" custLinFactNeighborX="456" custLinFactNeighborY="-927"/>
      <dgm:spPr/>
    </dgm:pt>
    <dgm:pt modelId="{BB325B81-5D8A-47D6-9553-612BBFEB3BB2}" type="pres">
      <dgm:prSet presAssocID="{DCB27BEC-5BC8-4146-945F-864AB21FCC05}" presName="parentNode" presStyleLbl="node1" presStyleIdx="1" presStyleCnt="2">
        <dgm:presLayoutVars>
          <dgm:chMax val="0"/>
          <dgm:bulletEnabled val="1"/>
        </dgm:presLayoutVars>
      </dgm:prSet>
      <dgm:spPr/>
    </dgm:pt>
    <dgm:pt modelId="{8F31AC82-8C7F-4D22-B0C5-35BDE2C7E987}" type="pres">
      <dgm:prSet presAssocID="{DCB27BEC-5BC8-4146-945F-864AB21FCC05}" presName="childNode" presStyleLbl="node1" presStyleIdx="1" presStyleCnt="2">
        <dgm:presLayoutVars>
          <dgm:bulletEnabled val="1"/>
        </dgm:presLayoutVars>
      </dgm:prSet>
      <dgm:spPr/>
    </dgm:pt>
  </dgm:ptLst>
  <dgm:cxnLst>
    <dgm:cxn modelId="{4A3DB206-DC53-4BFD-B7CE-D0ECEB979806}" type="presOf" srcId="{8B7E445D-9660-4BCA-B776-D4F257520A3F}" destId="{12FCF269-2BC2-48F7-A750-89CC97B6122A}" srcOrd="0" destOrd="0" presId="urn:microsoft.com/office/officeart/2005/8/layout/hProcess7"/>
    <dgm:cxn modelId="{3A096B15-C441-45C5-A9C8-E3AC2DF4AB52}" srcId="{51C702E7-6C97-48EB-BAD7-255917761CC1}" destId="{62A96F7D-CCCA-44EE-87F3-7C59DFA2B23D}" srcOrd="0" destOrd="0" parTransId="{A71F7FD8-C1C3-4275-B34E-5CF201863601}" sibTransId="{77A05911-E88C-48BA-BE48-D3B1B5CB661E}"/>
    <dgm:cxn modelId="{7A9A6E19-DD17-4023-98B2-14C65A9DFAF3}" srcId="{51C702E7-6C97-48EB-BAD7-255917761CC1}" destId="{DCB27BEC-5BC8-4146-945F-864AB21FCC05}" srcOrd="1" destOrd="0" parTransId="{9EAFDC96-5375-49AB-B077-80F7A13E1055}" sibTransId="{05B8123A-9A50-48FE-BD28-852DF4BB9189}"/>
    <dgm:cxn modelId="{2F00A260-1FDA-4A13-BA92-3C8399CB0C02}" type="presOf" srcId="{62A96F7D-CCCA-44EE-87F3-7C59DFA2B23D}" destId="{622CB594-7190-43F0-9FD1-0A6DCDBCABD1}" srcOrd="0" destOrd="0" presId="urn:microsoft.com/office/officeart/2005/8/layout/hProcess7"/>
    <dgm:cxn modelId="{2DE8C060-E42D-43AD-9F24-0D1EC7533E4F}" type="presOf" srcId="{51C702E7-6C97-48EB-BAD7-255917761CC1}" destId="{E18BE5E1-5FDE-419E-8B19-7E5BE2AA7E84}" srcOrd="0" destOrd="0" presId="urn:microsoft.com/office/officeart/2005/8/layout/hProcess7"/>
    <dgm:cxn modelId="{AB08A264-E428-45E5-B994-576A9B4152A7}" srcId="{62A96F7D-CCCA-44EE-87F3-7C59DFA2B23D}" destId="{8B7E445D-9660-4BCA-B776-D4F257520A3F}" srcOrd="0" destOrd="0" parTransId="{EAA44A0F-3888-445D-B838-5E30FB7023D7}" sibTransId="{3E00D782-F9D1-4796-8077-E308935AC3DE}"/>
    <dgm:cxn modelId="{075BF271-795D-4A4F-A7AD-4C4F2FDD3108}" srcId="{DCB27BEC-5BC8-4146-945F-864AB21FCC05}" destId="{79ECBA13-0ADA-4201-B9AE-12BC3514D0AC}" srcOrd="0" destOrd="0" parTransId="{D431EB6D-54B7-404C-AC9D-9DACD1856B6A}" sibTransId="{18DBE7DC-7AB3-44C1-A87C-60F05643B06E}"/>
    <dgm:cxn modelId="{18D255C9-A9CB-452E-9A89-732D483C50ED}" type="presOf" srcId="{79ECBA13-0ADA-4201-B9AE-12BC3514D0AC}" destId="{8F31AC82-8C7F-4D22-B0C5-35BDE2C7E987}" srcOrd="0" destOrd="0" presId="urn:microsoft.com/office/officeart/2005/8/layout/hProcess7"/>
    <dgm:cxn modelId="{26E78ACE-50F1-4D6A-8186-AE84F0CD4C25}" type="presOf" srcId="{DCB27BEC-5BC8-4146-945F-864AB21FCC05}" destId="{7BD3966E-8ACC-4F24-AB27-BFA55D5F20A4}" srcOrd="0" destOrd="0" presId="urn:microsoft.com/office/officeart/2005/8/layout/hProcess7"/>
    <dgm:cxn modelId="{8BE3EAE0-5085-4199-9A7B-60E57737BA4E}" type="presOf" srcId="{DCB27BEC-5BC8-4146-945F-864AB21FCC05}" destId="{BB325B81-5D8A-47D6-9553-612BBFEB3BB2}" srcOrd="1" destOrd="0" presId="urn:microsoft.com/office/officeart/2005/8/layout/hProcess7"/>
    <dgm:cxn modelId="{4DD58AFF-7E28-4E56-AC55-DB36FE3706B4}" type="presOf" srcId="{62A96F7D-CCCA-44EE-87F3-7C59DFA2B23D}" destId="{9CF298F4-91D6-404A-BC3E-EB1B8CF67DA7}" srcOrd="1" destOrd="0" presId="urn:microsoft.com/office/officeart/2005/8/layout/hProcess7"/>
    <dgm:cxn modelId="{DAED7947-CEA7-45FE-8C42-F1FE4CBE8BFD}" type="presParOf" srcId="{E18BE5E1-5FDE-419E-8B19-7E5BE2AA7E84}" destId="{B6F5687D-BD1F-4013-8881-63C09E95FEB6}" srcOrd="0" destOrd="0" presId="urn:microsoft.com/office/officeart/2005/8/layout/hProcess7"/>
    <dgm:cxn modelId="{51164285-B71A-47EA-8510-B49B187EF131}" type="presParOf" srcId="{B6F5687D-BD1F-4013-8881-63C09E95FEB6}" destId="{622CB594-7190-43F0-9FD1-0A6DCDBCABD1}" srcOrd="0" destOrd="0" presId="urn:microsoft.com/office/officeart/2005/8/layout/hProcess7"/>
    <dgm:cxn modelId="{6FA37B83-C914-4327-AA54-A5637B1BAE1C}" type="presParOf" srcId="{B6F5687D-BD1F-4013-8881-63C09E95FEB6}" destId="{9CF298F4-91D6-404A-BC3E-EB1B8CF67DA7}" srcOrd="1" destOrd="0" presId="urn:microsoft.com/office/officeart/2005/8/layout/hProcess7"/>
    <dgm:cxn modelId="{31B86968-00E5-42ED-BB62-43537A15EE3A}" type="presParOf" srcId="{B6F5687D-BD1F-4013-8881-63C09E95FEB6}" destId="{12FCF269-2BC2-48F7-A750-89CC97B6122A}" srcOrd="2" destOrd="0" presId="urn:microsoft.com/office/officeart/2005/8/layout/hProcess7"/>
    <dgm:cxn modelId="{63F553A9-2876-44E0-B111-E2160577A9D1}" type="presParOf" srcId="{E18BE5E1-5FDE-419E-8B19-7E5BE2AA7E84}" destId="{5821921F-A383-4CB2-9FC9-8E004E1BDE99}" srcOrd="1" destOrd="0" presId="urn:microsoft.com/office/officeart/2005/8/layout/hProcess7"/>
    <dgm:cxn modelId="{F442095D-F69A-48ED-956A-5F4B708CF0F4}" type="presParOf" srcId="{E18BE5E1-5FDE-419E-8B19-7E5BE2AA7E84}" destId="{211A83F9-FDE6-40A3-AE5B-8A3FEFFF1979}" srcOrd="2" destOrd="0" presId="urn:microsoft.com/office/officeart/2005/8/layout/hProcess7"/>
    <dgm:cxn modelId="{C8F11DFA-4BDC-40C8-AEA6-F8818E09F801}" type="presParOf" srcId="{211A83F9-FDE6-40A3-AE5B-8A3FEFFF1979}" destId="{98B523E0-B859-442C-B000-B1957BDAE2F7}" srcOrd="0" destOrd="0" presId="urn:microsoft.com/office/officeart/2005/8/layout/hProcess7"/>
    <dgm:cxn modelId="{5A3D3640-0893-464A-9DE2-2AC8CF19D467}" type="presParOf" srcId="{211A83F9-FDE6-40A3-AE5B-8A3FEFFF1979}" destId="{2D295CC6-C6C9-482F-A44F-FD08C177A9AC}" srcOrd="1" destOrd="0" presId="urn:microsoft.com/office/officeart/2005/8/layout/hProcess7"/>
    <dgm:cxn modelId="{181C5F60-DCB8-4584-BF17-887B7CF1A323}" type="presParOf" srcId="{211A83F9-FDE6-40A3-AE5B-8A3FEFFF1979}" destId="{BE9EA987-D2AC-4A3C-A9D3-F3178900E892}" srcOrd="2" destOrd="0" presId="urn:microsoft.com/office/officeart/2005/8/layout/hProcess7"/>
    <dgm:cxn modelId="{0124AA1E-AA3A-4733-A0AA-D6D6D9E92565}" type="presParOf" srcId="{E18BE5E1-5FDE-419E-8B19-7E5BE2AA7E84}" destId="{5AD905BD-39B9-425D-9EB6-F8686698BF61}" srcOrd="3" destOrd="0" presId="urn:microsoft.com/office/officeart/2005/8/layout/hProcess7"/>
    <dgm:cxn modelId="{5CD972C4-3C24-47BB-8338-043390393C44}" type="presParOf" srcId="{E18BE5E1-5FDE-419E-8B19-7E5BE2AA7E84}" destId="{2689F1FE-4C5E-4EE4-B36F-AD5BE594E693}" srcOrd="4" destOrd="0" presId="urn:microsoft.com/office/officeart/2005/8/layout/hProcess7"/>
    <dgm:cxn modelId="{B48823B2-4BA3-41AD-BE00-B5AE99F9AC86}" type="presParOf" srcId="{2689F1FE-4C5E-4EE4-B36F-AD5BE594E693}" destId="{7BD3966E-8ACC-4F24-AB27-BFA55D5F20A4}" srcOrd="0" destOrd="0" presId="urn:microsoft.com/office/officeart/2005/8/layout/hProcess7"/>
    <dgm:cxn modelId="{82D39504-E2FB-4D1C-8CB5-0FAEB680690C}" type="presParOf" srcId="{2689F1FE-4C5E-4EE4-B36F-AD5BE594E693}" destId="{BB325B81-5D8A-47D6-9553-612BBFEB3BB2}" srcOrd="1" destOrd="0" presId="urn:microsoft.com/office/officeart/2005/8/layout/hProcess7"/>
    <dgm:cxn modelId="{7A2D8577-F64A-4911-A6E9-92E2F77D2C13}" type="presParOf" srcId="{2689F1FE-4C5E-4EE4-B36F-AD5BE594E693}" destId="{8F31AC82-8C7F-4D22-B0C5-35BDE2C7E987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AD359B1-2877-4117-A36C-D17BB0A9C430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680FE9-86CA-44FF-93C8-03BDA062E48A}">
      <dgm:prSet phldrT="[Text]" custT="1"/>
      <dgm:spPr/>
      <dgm:t>
        <a:bodyPr/>
        <a:lstStyle/>
        <a:p>
          <a:r>
            <a:rPr lang="en-US" sz="1800">
              <a:latin typeface="+mn-lt"/>
              <a:cs typeface="Calibri"/>
            </a:rPr>
            <a:t>App </a:t>
          </a:r>
          <a:r>
            <a:rPr lang="en-US" sz="1800" spc="-45">
              <a:latin typeface="+mn-lt"/>
              <a:cs typeface="Calibri"/>
            </a:rPr>
            <a:t>state </a:t>
          </a:r>
          <a:endParaRPr lang="en-US" sz="1800" dirty="0">
            <a:latin typeface="+mn-lt"/>
          </a:endParaRPr>
        </a:p>
      </dgm:t>
    </dgm:pt>
    <dgm:pt modelId="{17636CD6-6C43-4EE7-A199-289357629DC1}" type="parTrans" cxnId="{422B6853-CBEC-41F9-9485-CD34F4B8456E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AE341244-9D98-4FDB-8119-5819EF9589DD}" type="sibTrans" cxnId="{422B6853-CBEC-41F9-9485-CD34F4B8456E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BD6CB0DD-0D0E-4E88-852A-4B24250F40C5}">
      <dgm:prSet phldrT="[Text]" custT="1"/>
      <dgm:spPr/>
      <dgm:t>
        <a:bodyPr/>
        <a:lstStyle/>
        <a:p>
          <a:pPr>
            <a:buNone/>
          </a:pPr>
          <a:r>
            <a:rPr lang="en-US" sz="1400" spc="-15" dirty="0">
              <a:latin typeface="+mn-lt"/>
              <a:cs typeface="Calibri"/>
            </a:rPr>
            <a:t>Data</a:t>
          </a:r>
          <a:r>
            <a:rPr lang="en-US" sz="1400" spc="-20" dirty="0">
              <a:latin typeface="+mn-lt"/>
              <a:cs typeface="Calibri"/>
            </a:rPr>
            <a:t> </a:t>
          </a:r>
          <a:r>
            <a:rPr lang="en-US" sz="1400" spc="-10" dirty="0">
              <a:latin typeface="+mn-lt"/>
              <a:cs typeface="Calibri"/>
            </a:rPr>
            <a:t>definition,</a:t>
          </a:r>
          <a:r>
            <a:rPr lang="en-US" sz="1400" spc="-5" dirty="0">
              <a:latin typeface="+mn-lt"/>
              <a:cs typeface="Calibri"/>
            </a:rPr>
            <a:t> </a:t>
          </a:r>
          <a:r>
            <a:rPr lang="en-US" sz="1400" spc="-15" dirty="0">
              <a:latin typeface="+mn-lt"/>
              <a:cs typeface="Calibri"/>
            </a:rPr>
            <a:t>organization,</a:t>
          </a:r>
          <a:r>
            <a:rPr lang="en-US" sz="1400" spc="-10" dirty="0">
              <a:latin typeface="+mn-lt"/>
              <a:cs typeface="Calibri"/>
            </a:rPr>
            <a:t> </a:t>
          </a:r>
          <a:r>
            <a:rPr lang="en-US" sz="1400" spc="-5" dirty="0">
              <a:latin typeface="+mn-lt"/>
              <a:cs typeface="Calibri"/>
            </a:rPr>
            <a:t>and</a:t>
          </a:r>
          <a:r>
            <a:rPr lang="en-US" sz="1400" spc="-20" dirty="0">
              <a:latin typeface="+mn-lt"/>
              <a:cs typeface="Calibri"/>
            </a:rPr>
            <a:t> storage</a:t>
          </a:r>
          <a:endParaRPr lang="en-US" sz="1400" dirty="0">
            <a:latin typeface="+mn-lt"/>
          </a:endParaRPr>
        </a:p>
      </dgm:t>
    </dgm:pt>
    <dgm:pt modelId="{B8F61E76-D5C2-4EF1-816E-6156EA7109FD}" type="parTrans" cxnId="{6CA6E2C7-3165-4800-B87E-BB7741196EED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1503A8EF-007C-40CF-942B-A764B9DCA160}" type="sibTrans" cxnId="{6CA6E2C7-3165-4800-B87E-BB7741196EED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6ECD0BB7-6355-4F83-9EFD-74C9708040C1}">
      <dgm:prSet phldrT="[Text]" custT="1"/>
      <dgm:spPr/>
      <dgm:t>
        <a:bodyPr/>
        <a:lstStyle/>
        <a:p>
          <a:r>
            <a:rPr lang="en-US" sz="1800" spc="-5">
              <a:latin typeface="+mn-lt"/>
              <a:cs typeface="Calibri"/>
            </a:rPr>
            <a:t>User</a:t>
          </a:r>
          <a:r>
            <a:rPr lang="en-US" sz="1800" spc="-70">
              <a:latin typeface="+mn-lt"/>
              <a:cs typeface="Calibri"/>
            </a:rPr>
            <a:t> </a:t>
          </a:r>
          <a:r>
            <a:rPr lang="en-US" sz="1800" spc="-5">
              <a:latin typeface="+mn-lt"/>
              <a:cs typeface="Calibri"/>
            </a:rPr>
            <a:t>actions</a:t>
          </a:r>
          <a:endParaRPr lang="en-US" sz="1800" dirty="0">
            <a:latin typeface="+mn-lt"/>
          </a:endParaRPr>
        </a:p>
      </dgm:t>
    </dgm:pt>
    <dgm:pt modelId="{4D5D74F8-4E9E-4E4D-8D61-9F2D0FAB9C34}" type="parTrans" cxnId="{F8FF18FB-EE6C-4584-BB67-7959E500F0D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CE6607B7-E66A-4B2E-8671-630BAA7C3039}" type="sibTrans" cxnId="{F8FF18FB-EE6C-4584-BB67-7959E500F0DA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B3EBF486-C2AD-4D07-A0D9-E9B71735ED28}">
      <dgm:prSet phldrT="[Text]" custT="1"/>
      <dgm:spPr/>
      <dgm:t>
        <a:bodyPr/>
        <a:lstStyle/>
        <a:p>
          <a:pPr>
            <a:buNone/>
          </a:pPr>
          <a:r>
            <a:rPr lang="en-US" sz="1400" spc="-25" dirty="0">
              <a:latin typeface="+mn-lt"/>
              <a:cs typeface="Calibri"/>
            </a:rPr>
            <a:t>Event</a:t>
          </a:r>
          <a:r>
            <a:rPr lang="en-US" sz="1400" spc="-10" dirty="0">
              <a:latin typeface="+mn-lt"/>
              <a:cs typeface="Calibri"/>
            </a:rPr>
            <a:t> handlers</a:t>
          </a:r>
          <a:r>
            <a:rPr lang="en-US" sz="1400" spc="-5" dirty="0">
              <a:latin typeface="+mn-lt"/>
              <a:cs typeface="Calibri"/>
            </a:rPr>
            <a:t> </a:t>
          </a:r>
          <a:r>
            <a:rPr lang="en-US" sz="1400" spc="-10" dirty="0">
              <a:latin typeface="+mn-lt"/>
              <a:cs typeface="Calibri"/>
            </a:rPr>
            <a:t>respond </a:t>
          </a:r>
          <a:r>
            <a:rPr lang="en-US" sz="1400" spc="-15" dirty="0">
              <a:latin typeface="+mn-lt"/>
              <a:cs typeface="Calibri"/>
            </a:rPr>
            <a:t>to</a:t>
          </a:r>
          <a:r>
            <a:rPr lang="en-US" sz="1400" spc="-20" dirty="0">
              <a:latin typeface="+mn-lt"/>
              <a:cs typeface="Calibri"/>
            </a:rPr>
            <a:t> </a:t>
          </a:r>
          <a:r>
            <a:rPr lang="en-US" sz="1400" spc="-5" dirty="0">
              <a:latin typeface="+mn-lt"/>
              <a:cs typeface="Calibri"/>
            </a:rPr>
            <a:t>user</a:t>
          </a:r>
          <a:r>
            <a:rPr lang="en-US" sz="1400" spc="-10" dirty="0">
              <a:latin typeface="+mn-lt"/>
              <a:cs typeface="Calibri"/>
            </a:rPr>
            <a:t> </a:t>
          </a:r>
          <a:r>
            <a:rPr lang="en-US" sz="1400" spc="-5" dirty="0">
              <a:latin typeface="+mn-lt"/>
              <a:cs typeface="Calibri"/>
            </a:rPr>
            <a:t>actions</a:t>
          </a:r>
          <a:endParaRPr lang="en-US" sz="1400" dirty="0">
            <a:latin typeface="+mn-lt"/>
          </a:endParaRPr>
        </a:p>
      </dgm:t>
    </dgm:pt>
    <dgm:pt modelId="{EF8FEC9B-F269-43D2-B9A1-5CFA612B55EA}" type="parTrans" cxnId="{99EB974F-749F-46B4-AAA0-903066B5332E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E9A565F3-D4D4-45B7-9141-4B3B695FF0BB}" type="sibTrans" cxnId="{99EB974F-749F-46B4-AAA0-903066B5332E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CCC1B810-7BF4-4137-9CAF-DB3197F47144}">
      <dgm:prSet phldrT="[Text]" custT="1"/>
      <dgm:spPr/>
      <dgm:t>
        <a:bodyPr/>
        <a:lstStyle/>
        <a:p>
          <a:r>
            <a:rPr lang="en-US" sz="1800" spc="-375" dirty="0">
              <a:latin typeface="+mn-lt"/>
              <a:cs typeface="Calibri"/>
            </a:rPr>
            <a:t>T</a:t>
          </a:r>
          <a:r>
            <a:rPr lang="en-US" sz="1800" spc="-5" dirty="0">
              <a:latin typeface="+mn-lt"/>
              <a:cs typeface="Calibri"/>
            </a:rPr>
            <a:t>e</a:t>
          </a:r>
          <a:r>
            <a:rPr lang="en-US" sz="1800" dirty="0">
              <a:latin typeface="+mn-lt"/>
              <a:cs typeface="Calibri"/>
            </a:rPr>
            <a:t>mpl</a:t>
          </a:r>
          <a:r>
            <a:rPr lang="en-US" sz="1800" spc="-45" dirty="0">
              <a:latin typeface="+mn-lt"/>
              <a:cs typeface="Calibri"/>
            </a:rPr>
            <a:t>a</a:t>
          </a:r>
          <a:r>
            <a:rPr lang="en-US" sz="1800" spc="-55" dirty="0">
              <a:latin typeface="+mn-lt"/>
              <a:cs typeface="Calibri"/>
            </a:rPr>
            <a:t>t</a:t>
          </a:r>
          <a:r>
            <a:rPr lang="en-US" sz="1800" spc="-5" dirty="0">
              <a:latin typeface="+mn-lt"/>
              <a:cs typeface="Calibri"/>
            </a:rPr>
            <a:t>e</a:t>
          </a:r>
          <a:r>
            <a:rPr lang="en-US" sz="1800" dirty="0">
              <a:latin typeface="+mn-lt"/>
              <a:cs typeface="Calibri"/>
            </a:rPr>
            <a:t>s</a:t>
          </a:r>
          <a:endParaRPr lang="en-US" sz="1800" dirty="0">
            <a:latin typeface="+mn-lt"/>
          </a:endParaRPr>
        </a:p>
      </dgm:t>
    </dgm:pt>
    <dgm:pt modelId="{B71402D7-3596-4016-9714-9865F695387C}" type="parTrans" cxnId="{902F9035-1277-43D2-9BAC-15DD95EE746C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568906FE-1BA9-41A9-BD22-E3FDD7930276}" type="sibTrans" cxnId="{902F9035-1277-43D2-9BAC-15DD95EE746C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9594C559-0E8B-4CC4-8DB3-C7093261813D}">
      <dgm:prSet phldrT="[Text]" custT="1"/>
      <dgm:spPr/>
      <dgm:t>
        <a:bodyPr/>
        <a:lstStyle/>
        <a:p>
          <a:pPr>
            <a:buNone/>
          </a:pPr>
          <a:r>
            <a:rPr lang="en-US" sz="1400" spc="-5" dirty="0">
              <a:latin typeface="+mn-lt"/>
              <a:cs typeface="Calibri"/>
            </a:rPr>
            <a:t>Design</a:t>
          </a:r>
          <a:r>
            <a:rPr lang="en-US" sz="1400" spc="-10" dirty="0">
              <a:latin typeface="+mn-lt"/>
              <a:cs typeface="Calibri"/>
            </a:rPr>
            <a:t> </a:t>
          </a:r>
          <a:r>
            <a:rPr lang="en-US" sz="1400" spc="-5" dirty="0">
              <a:latin typeface="+mn-lt"/>
              <a:cs typeface="Calibri"/>
            </a:rPr>
            <a:t>and </a:t>
          </a:r>
          <a:r>
            <a:rPr lang="en-US" sz="1400" spc="-10" dirty="0">
              <a:latin typeface="+mn-lt"/>
              <a:cs typeface="Calibri"/>
            </a:rPr>
            <a:t>render</a:t>
          </a:r>
          <a:r>
            <a:rPr lang="en-US" sz="1400" dirty="0">
              <a:latin typeface="+mn-lt"/>
              <a:cs typeface="Calibri"/>
            </a:rPr>
            <a:t> </a:t>
          </a:r>
          <a:r>
            <a:rPr lang="en-US" sz="1400" spc="-5" dirty="0">
              <a:latin typeface="+mn-lt"/>
              <a:cs typeface="Calibri"/>
            </a:rPr>
            <a:t>HTML</a:t>
          </a:r>
          <a:r>
            <a:rPr lang="en-US" sz="1400" dirty="0">
              <a:latin typeface="+mn-lt"/>
              <a:cs typeface="Calibri"/>
            </a:rPr>
            <a:t> </a:t>
          </a:r>
          <a:r>
            <a:rPr lang="en-US" sz="1400" spc="-15" dirty="0">
              <a:latin typeface="+mn-lt"/>
              <a:cs typeface="Calibri"/>
            </a:rPr>
            <a:t>templates</a:t>
          </a:r>
          <a:endParaRPr lang="en-US" sz="1400" dirty="0">
            <a:latin typeface="+mn-lt"/>
          </a:endParaRPr>
        </a:p>
      </dgm:t>
    </dgm:pt>
    <dgm:pt modelId="{0720B3BF-92C8-465A-83AA-B8ED028BC185}" type="parTrans" cxnId="{C46B2922-D054-4272-BADD-C874CC02E088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60C6033C-CA9E-40F0-B94A-FAD459EC25A7}" type="sibTrans" cxnId="{C46B2922-D054-4272-BADD-C874CC02E088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4DEDB8E1-6DF8-4B62-990D-716BF9C8CEB4}">
      <dgm:prSet custT="1"/>
      <dgm:spPr/>
      <dgm:t>
        <a:bodyPr/>
        <a:lstStyle/>
        <a:p>
          <a:r>
            <a:rPr lang="en-US" sz="1800" spc="-15">
              <a:latin typeface="+mn-lt"/>
              <a:cs typeface="Calibri"/>
            </a:rPr>
            <a:t>Routing</a:t>
          </a:r>
          <a:endParaRPr lang="en-US" sz="1800" dirty="0">
            <a:latin typeface="+mn-lt"/>
          </a:endParaRPr>
        </a:p>
      </dgm:t>
    </dgm:pt>
    <dgm:pt modelId="{E772C8D4-A49B-4835-9AA8-D3F938A31DB9}" type="parTrans" cxnId="{FF040D8D-B063-4C57-B0A3-633BD2C6ABF5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41FF7AA7-3915-4EE6-B745-93C2D94723CB}" type="sibTrans" cxnId="{FF040D8D-B063-4C57-B0A3-633BD2C6ABF5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11B70A7F-40F4-4234-9421-3118C3B82B63}">
      <dgm:prSet custT="1"/>
      <dgm:spPr/>
      <dgm:t>
        <a:bodyPr/>
        <a:lstStyle/>
        <a:p>
          <a:r>
            <a:rPr lang="en-US" sz="1800" spc="-30" dirty="0">
              <a:latin typeface="+mn-lt"/>
              <a:cs typeface="Calibri"/>
            </a:rPr>
            <a:t>Data</a:t>
          </a:r>
          <a:r>
            <a:rPr lang="en-US" sz="1800" spc="-55" dirty="0">
              <a:latin typeface="+mn-lt"/>
              <a:cs typeface="Calibri"/>
            </a:rPr>
            <a:t> </a:t>
          </a:r>
          <a:r>
            <a:rPr lang="en-US" sz="1800" spc="-25" dirty="0">
              <a:latin typeface="+mn-lt"/>
              <a:cs typeface="Calibri"/>
            </a:rPr>
            <a:t>fetching</a:t>
          </a:r>
          <a:endParaRPr lang="en-US" sz="1800" dirty="0">
            <a:latin typeface="+mn-lt"/>
          </a:endParaRPr>
        </a:p>
      </dgm:t>
    </dgm:pt>
    <dgm:pt modelId="{86B6A754-1D6A-43B4-A891-F3CE2121380A}" type="parTrans" cxnId="{F4005176-B9AE-49B9-9BDF-E96068722E4B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D188C69E-BF04-436E-AF33-237B5C53F8CF}" type="sibTrans" cxnId="{F4005176-B9AE-49B9-9BDF-E96068722E4B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C935F17E-ABEF-4338-9DE4-5D0B5DB37F1E}">
      <dgm:prSet custT="1"/>
      <dgm:spPr/>
      <dgm:t>
        <a:bodyPr/>
        <a:lstStyle/>
        <a:p>
          <a:pPr>
            <a:buNone/>
          </a:pPr>
          <a:r>
            <a:rPr lang="en-US" sz="1400" spc="-15">
              <a:latin typeface="+mn-lt"/>
              <a:cs typeface="Calibri"/>
            </a:rPr>
            <a:t>Resolve</a:t>
          </a:r>
          <a:r>
            <a:rPr lang="en-US" sz="1400" spc="-65">
              <a:latin typeface="+mn-lt"/>
              <a:cs typeface="Calibri"/>
            </a:rPr>
            <a:t> </a:t>
          </a:r>
          <a:r>
            <a:rPr lang="en-US" sz="1400" spc="-5">
              <a:latin typeface="+mn-lt"/>
              <a:cs typeface="Calibri"/>
            </a:rPr>
            <a:t>URLs</a:t>
          </a:r>
          <a:endParaRPr lang="en-US" sz="1400">
            <a:latin typeface="+mn-lt"/>
          </a:endParaRPr>
        </a:p>
      </dgm:t>
    </dgm:pt>
    <dgm:pt modelId="{44B311F2-49E5-48BE-83C2-6DA8C25F3B49}" type="parTrans" cxnId="{AFFFB65A-66CC-4439-9429-402088A317D7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630386A0-7FBD-401A-811D-9F1571C4B405}" type="sibTrans" cxnId="{AFFFB65A-66CC-4439-9429-402088A317D7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861E4786-7B20-418E-9BC8-52F78E5A7BBE}">
      <dgm:prSet custT="1"/>
      <dgm:spPr/>
      <dgm:t>
        <a:bodyPr/>
        <a:lstStyle/>
        <a:p>
          <a:pPr>
            <a:buNone/>
          </a:pPr>
          <a:r>
            <a:rPr lang="en-US" sz="1400" spc="-20">
              <a:latin typeface="+mn-lt"/>
              <a:cs typeface="Calibri"/>
            </a:rPr>
            <a:t>Interact</a:t>
          </a:r>
          <a:r>
            <a:rPr lang="en-US" sz="1400" spc="-5">
              <a:latin typeface="+mn-lt"/>
              <a:cs typeface="Calibri"/>
            </a:rPr>
            <a:t> with</a:t>
          </a:r>
          <a:r>
            <a:rPr lang="en-US" sz="1400" spc="-15">
              <a:latin typeface="+mn-lt"/>
              <a:cs typeface="Calibri"/>
            </a:rPr>
            <a:t> </a:t>
          </a:r>
          <a:r>
            <a:rPr lang="en-US" sz="1400" spc="-5">
              <a:latin typeface="+mn-lt"/>
              <a:cs typeface="Calibri"/>
            </a:rPr>
            <a:t>server(s)</a:t>
          </a:r>
          <a:r>
            <a:rPr lang="en-US" sz="1400">
              <a:latin typeface="+mn-lt"/>
              <a:cs typeface="Calibri"/>
            </a:rPr>
            <a:t> </a:t>
          </a:r>
          <a:r>
            <a:rPr lang="en-US" sz="1400" spc="-10">
              <a:latin typeface="+mn-lt"/>
              <a:cs typeface="Calibri"/>
            </a:rPr>
            <a:t>through</a:t>
          </a:r>
          <a:r>
            <a:rPr lang="en-US" sz="1400" spc="10">
              <a:latin typeface="+mn-lt"/>
              <a:cs typeface="Calibri"/>
            </a:rPr>
            <a:t> </a:t>
          </a:r>
          <a:r>
            <a:rPr lang="en-US" sz="1400" spc="-5">
              <a:latin typeface="+mn-lt"/>
              <a:cs typeface="Calibri"/>
            </a:rPr>
            <a:t>APIs</a:t>
          </a:r>
          <a:r>
            <a:rPr lang="en-US" sz="1400" spc="5">
              <a:latin typeface="+mn-lt"/>
              <a:cs typeface="Calibri"/>
            </a:rPr>
            <a:t> </a:t>
          </a:r>
          <a:r>
            <a:rPr lang="en-US" sz="1400" spc="-5">
              <a:latin typeface="+mn-lt"/>
              <a:cs typeface="Calibri"/>
            </a:rPr>
            <a:t>and </a:t>
          </a:r>
          <a:r>
            <a:rPr lang="en-US" sz="1400" spc="-10">
              <a:latin typeface="+mn-lt"/>
              <a:cs typeface="Calibri"/>
            </a:rPr>
            <a:t>AJAX</a:t>
          </a:r>
          <a:endParaRPr lang="en-US" sz="1400">
            <a:latin typeface="+mn-lt"/>
          </a:endParaRPr>
        </a:p>
      </dgm:t>
    </dgm:pt>
    <dgm:pt modelId="{D90B6504-10D6-4EFC-82E3-2DF70F2EDF34}" type="parTrans" cxnId="{6D806358-1E74-4844-AC12-C30E1FC2B0F1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B5168002-AA3E-47D4-ABA5-9179A6A79608}" type="sibTrans" cxnId="{6D806358-1E74-4844-AC12-C30E1FC2B0F1}">
      <dgm:prSet/>
      <dgm:spPr/>
      <dgm:t>
        <a:bodyPr/>
        <a:lstStyle/>
        <a:p>
          <a:endParaRPr lang="en-US">
            <a:latin typeface="+mn-lt"/>
          </a:endParaRPr>
        </a:p>
      </dgm:t>
    </dgm:pt>
    <dgm:pt modelId="{527EBF19-81B5-40B1-BC27-32F1635828F5}" type="pres">
      <dgm:prSet presAssocID="{AAD359B1-2877-4117-A36C-D17BB0A9C430}" presName="Name0" presStyleCnt="0">
        <dgm:presLayoutVars>
          <dgm:dir/>
          <dgm:animLvl val="lvl"/>
          <dgm:resizeHandles val="exact"/>
        </dgm:presLayoutVars>
      </dgm:prSet>
      <dgm:spPr/>
    </dgm:pt>
    <dgm:pt modelId="{CFFCD88F-E792-48F7-A163-36310421FE26}" type="pres">
      <dgm:prSet presAssocID="{E0680FE9-86CA-44FF-93C8-03BDA062E48A}" presName="linNode" presStyleCnt="0"/>
      <dgm:spPr/>
    </dgm:pt>
    <dgm:pt modelId="{014AF53E-7E50-49A4-B59F-3C28441389FA}" type="pres">
      <dgm:prSet presAssocID="{E0680FE9-86CA-44FF-93C8-03BDA062E48A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A3CCB53A-6EC8-4423-82AB-89FE356F84F5}" type="pres">
      <dgm:prSet presAssocID="{E0680FE9-86CA-44FF-93C8-03BDA062E48A}" presName="descendantText" presStyleLbl="alignAccFollowNode1" presStyleIdx="0" presStyleCnt="5">
        <dgm:presLayoutVars>
          <dgm:bulletEnabled val="1"/>
        </dgm:presLayoutVars>
      </dgm:prSet>
      <dgm:spPr/>
    </dgm:pt>
    <dgm:pt modelId="{25CE161A-C946-480B-A11E-C40271FED0A4}" type="pres">
      <dgm:prSet presAssocID="{AE341244-9D98-4FDB-8119-5819EF9589DD}" presName="sp" presStyleCnt="0"/>
      <dgm:spPr/>
    </dgm:pt>
    <dgm:pt modelId="{80131D01-5543-45CD-9022-B1D0A5F64DD5}" type="pres">
      <dgm:prSet presAssocID="{6ECD0BB7-6355-4F83-9EFD-74C9708040C1}" presName="linNode" presStyleCnt="0"/>
      <dgm:spPr/>
    </dgm:pt>
    <dgm:pt modelId="{B90EE3B5-580D-4A6F-8A92-BF4F31483CBC}" type="pres">
      <dgm:prSet presAssocID="{6ECD0BB7-6355-4F83-9EFD-74C9708040C1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530C8D33-AB5F-4AC8-98A1-9A2F2383357C}" type="pres">
      <dgm:prSet presAssocID="{6ECD0BB7-6355-4F83-9EFD-74C9708040C1}" presName="descendantText" presStyleLbl="alignAccFollowNode1" presStyleIdx="1" presStyleCnt="5">
        <dgm:presLayoutVars>
          <dgm:bulletEnabled val="1"/>
        </dgm:presLayoutVars>
      </dgm:prSet>
      <dgm:spPr/>
    </dgm:pt>
    <dgm:pt modelId="{0D5CC048-CFD5-4E91-BA52-F7F16625A730}" type="pres">
      <dgm:prSet presAssocID="{CE6607B7-E66A-4B2E-8671-630BAA7C3039}" presName="sp" presStyleCnt="0"/>
      <dgm:spPr/>
    </dgm:pt>
    <dgm:pt modelId="{0F957936-9121-456A-A6CD-E6901DA2CADE}" type="pres">
      <dgm:prSet presAssocID="{CCC1B810-7BF4-4137-9CAF-DB3197F47144}" presName="linNode" presStyleCnt="0"/>
      <dgm:spPr/>
    </dgm:pt>
    <dgm:pt modelId="{4A9ACAB9-2662-48DC-8558-269369584FF7}" type="pres">
      <dgm:prSet presAssocID="{CCC1B810-7BF4-4137-9CAF-DB3197F47144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AB536CA4-1563-42B2-9F3F-FA2A77C37275}" type="pres">
      <dgm:prSet presAssocID="{CCC1B810-7BF4-4137-9CAF-DB3197F47144}" presName="descendantText" presStyleLbl="alignAccFollowNode1" presStyleIdx="2" presStyleCnt="5">
        <dgm:presLayoutVars>
          <dgm:bulletEnabled val="1"/>
        </dgm:presLayoutVars>
      </dgm:prSet>
      <dgm:spPr/>
    </dgm:pt>
    <dgm:pt modelId="{EE6FCF25-1FEE-44AC-B185-9B233CFF99A5}" type="pres">
      <dgm:prSet presAssocID="{568906FE-1BA9-41A9-BD22-E3FDD7930276}" presName="sp" presStyleCnt="0"/>
      <dgm:spPr/>
    </dgm:pt>
    <dgm:pt modelId="{19F338F2-DB84-4926-B79E-659926669A65}" type="pres">
      <dgm:prSet presAssocID="{4DEDB8E1-6DF8-4B62-990D-716BF9C8CEB4}" presName="linNode" presStyleCnt="0"/>
      <dgm:spPr/>
    </dgm:pt>
    <dgm:pt modelId="{8399112D-3673-4B50-90E6-7131C8185D95}" type="pres">
      <dgm:prSet presAssocID="{4DEDB8E1-6DF8-4B62-990D-716BF9C8CEB4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9D3A8003-0CAB-4F68-960D-12D33260CB5F}" type="pres">
      <dgm:prSet presAssocID="{4DEDB8E1-6DF8-4B62-990D-716BF9C8CEB4}" presName="descendantText" presStyleLbl="alignAccFollowNode1" presStyleIdx="3" presStyleCnt="5">
        <dgm:presLayoutVars>
          <dgm:bulletEnabled val="1"/>
        </dgm:presLayoutVars>
      </dgm:prSet>
      <dgm:spPr/>
    </dgm:pt>
    <dgm:pt modelId="{E0872D9B-3482-452C-8952-9B249B50C9E1}" type="pres">
      <dgm:prSet presAssocID="{41FF7AA7-3915-4EE6-B745-93C2D94723CB}" presName="sp" presStyleCnt="0"/>
      <dgm:spPr/>
    </dgm:pt>
    <dgm:pt modelId="{1810A046-7EB6-40AC-80DD-40A6B8F3A2E6}" type="pres">
      <dgm:prSet presAssocID="{11B70A7F-40F4-4234-9421-3118C3B82B63}" presName="linNode" presStyleCnt="0"/>
      <dgm:spPr/>
    </dgm:pt>
    <dgm:pt modelId="{7430CA70-15D1-4359-A880-42A17B0663C1}" type="pres">
      <dgm:prSet presAssocID="{11B70A7F-40F4-4234-9421-3118C3B82B63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19E4BCAF-EA96-4ACD-814F-542A48395DCE}" type="pres">
      <dgm:prSet presAssocID="{11B70A7F-40F4-4234-9421-3118C3B82B63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F09D3702-4FA9-4B79-BCE6-D35A8C15EDE2}" type="presOf" srcId="{BD6CB0DD-0D0E-4E88-852A-4B24250F40C5}" destId="{A3CCB53A-6EC8-4423-82AB-89FE356F84F5}" srcOrd="0" destOrd="0" presId="urn:microsoft.com/office/officeart/2005/8/layout/vList5"/>
    <dgm:cxn modelId="{C46B2922-D054-4272-BADD-C874CC02E088}" srcId="{CCC1B810-7BF4-4137-9CAF-DB3197F47144}" destId="{9594C559-0E8B-4CC4-8DB3-C7093261813D}" srcOrd="0" destOrd="0" parTransId="{0720B3BF-92C8-465A-83AA-B8ED028BC185}" sibTransId="{60C6033C-CA9E-40F0-B94A-FAD459EC25A7}"/>
    <dgm:cxn modelId="{04716424-96DB-4682-AB4B-9DF7B36E59BB}" type="presOf" srcId="{11B70A7F-40F4-4234-9421-3118C3B82B63}" destId="{7430CA70-15D1-4359-A880-42A17B0663C1}" srcOrd="0" destOrd="0" presId="urn:microsoft.com/office/officeart/2005/8/layout/vList5"/>
    <dgm:cxn modelId="{65A02F2A-93AD-44C5-813B-401558F6DEC8}" type="presOf" srcId="{4DEDB8E1-6DF8-4B62-990D-716BF9C8CEB4}" destId="{8399112D-3673-4B50-90E6-7131C8185D95}" srcOrd="0" destOrd="0" presId="urn:microsoft.com/office/officeart/2005/8/layout/vList5"/>
    <dgm:cxn modelId="{902F9035-1277-43D2-9BAC-15DD95EE746C}" srcId="{AAD359B1-2877-4117-A36C-D17BB0A9C430}" destId="{CCC1B810-7BF4-4137-9CAF-DB3197F47144}" srcOrd="2" destOrd="0" parTransId="{B71402D7-3596-4016-9714-9865F695387C}" sibTransId="{568906FE-1BA9-41A9-BD22-E3FDD7930276}"/>
    <dgm:cxn modelId="{EB72604E-0990-4FDA-84C0-597B5B214317}" type="presOf" srcId="{6ECD0BB7-6355-4F83-9EFD-74C9708040C1}" destId="{B90EE3B5-580D-4A6F-8A92-BF4F31483CBC}" srcOrd="0" destOrd="0" presId="urn:microsoft.com/office/officeart/2005/8/layout/vList5"/>
    <dgm:cxn modelId="{99EB974F-749F-46B4-AAA0-903066B5332E}" srcId="{6ECD0BB7-6355-4F83-9EFD-74C9708040C1}" destId="{B3EBF486-C2AD-4D07-A0D9-E9B71735ED28}" srcOrd="0" destOrd="0" parTransId="{EF8FEC9B-F269-43D2-B9A1-5CFA612B55EA}" sibTransId="{E9A565F3-D4D4-45B7-9141-4B3B695FF0BB}"/>
    <dgm:cxn modelId="{422B6853-CBEC-41F9-9485-CD34F4B8456E}" srcId="{AAD359B1-2877-4117-A36C-D17BB0A9C430}" destId="{E0680FE9-86CA-44FF-93C8-03BDA062E48A}" srcOrd="0" destOrd="0" parTransId="{17636CD6-6C43-4EE7-A199-289357629DC1}" sibTransId="{AE341244-9D98-4FDB-8119-5819EF9589DD}"/>
    <dgm:cxn modelId="{032CA055-78D2-4C89-AE9B-0E429F686176}" type="presOf" srcId="{9594C559-0E8B-4CC4-8DB3-C7093261813D}" destId="{AB536CA4-1563-42B2-9F3F-FA2A77C37275}" srcOrd="0" destOrd="0" presId="urn:microsoft.com/office/officeart/2005/8/layout/vList5"/>
    <dgm:cxn modelId="{F4005176-B9AE-49B9-9BDF-E96068722E4B}" srcId="{AAD359B1-2877-4117-A36C-D17BB0A9C430}" destId="{11B70A7F-40F4-4234-9421-3118C3B82B63}" srcOrd="4" destOrd="0" parTransId="{86B6A754-1D6A-43B4-A891-F3CE2121380A}" sibTransId="{D188C69E-BF04-436E-AF33-237B5C53F8CF}"/>
    <dgm:cxn modelId="{6D806358-1E74-4844-AC12-C30E1FC2B0F1}" srcId="{11B70A7F-40F4-4234-9421-3118C3B82B63}" destId="{861E4786-7B20-418E-9BC8-52F78E5A7BBE}" srcOrd="0" destOrd="0" parTransId="{D90B6504-10D6-4EFC-82E3-2DF70F2EDF34}" sibTransId="{B5168002-AA3E-47D4-ABA5-9179A6A79608}"/>
    <dgm:cxn modelId="{AFFFB65A-66CC-4439-9429-402088A317D7}" srcId="{4DEDB8E1-6DF8-4B62-990D-716BF9C8CEB4}" destId="{C935F17E-ABEF-4338-9DE4-5D0B5DB37F1E}" srcOrd="0" destOrd="0" parTransId="{44B311F2-49E5-48BE-83C2-6DA8C25F3B49}" sibTransId="{630386A0-7FBD-401A-811D-9F1571C4B405}"/>
    <dgm:cxn modelId="{FF040D8D-B063-4C57-B0A3-633BD2C6ABF5}" srcId="{AAD359B1-2877-4117-A36C-D17BB0A9C430}" destId="{4DEDB8E1-6DF8-4B62-990D-716BF9C8CEB4}" srcOrd="3" destOrd="0" parTransId="{E772C8D4-A49B-4835-9AA8-D3F938A31DB9}" sibTransId="{41FF7AA7-3915-4EE6-B745-93C2D94723CB}"/>
    <dgm:cxn modelId="{217DA290-8CB8-4806-9DFF-277D80A931E5}" type="presOf" srcId="{AAD359B1-2877-4117-A36C-D17BB0A9C430}" destId="{527EBF19-81B5-40B1-BC27-32F1635828F5}" srcOrd="0" destOrd="0" presId="urn:microsoft.com/office/officeart/2005/8/layout/vList5"/>
    <dgm:cxn modelId="{B3F553AC-C149-4833-8633-A5578367DCCA}" type="presOf" srcId="{C935F17E-ABEF-4338-9DE4-5D0B5DB37F1E}" destId="{9D3A8003-0CAB-4F68-960D-12D33260CB5F}" srcOrd="0" destOrd="0" presId="urn:microsoft.com/office/officeart/2005/8/layout/vList5"/>
    <dgm:cxn modelId="{F26AF8C6-A7FB-4D2D-950F-8CF5EAB56432}" type="presOf" srcId="{CCC1B810-7BF4-4137-9CAF-DB3197F47144}" destId="{4A9ACAB9-2662-48DC-8558-269369584FF7}" srcOrd="0" destOrd="0" presId="urn:microsoft.com/office/officeart/2005/8/layout/vList5"/>
    <dgm:cxn modelId="{6CA6E2C7-3165-4800-B87E-BB7741196EED}" srcId="{E0680FE9-86CA-44FF-93C8-03BDA062E48A}" destId="{BD6CB0DD-0D0E-4E88-852A-4B24250F40C5}" srcOrd="0" destOrd="0" parTransId="{B8F61E76-D5C2-4EF1-816E-6156EA7109FD}" sibTransId="{1503A8EF-007C-40CF-942B-A764B9DCA160}"/>
    <dgm:cxn modelId="{094707C9-9E31-4147-B79D-69851945A994}" type="presOf" srcId="{B3EBF486-C2AD-4D07-A0D9-E9B71735ED28}" destId="{530C8D33-AB5F-4AC8-98A1-9A2F2383357C}" srcOrd="0" destOrd="0" presId="urn:microsoft.com/office/officeart/2005/8/layout/vList5"/>
    <dgm:cxn modelId="{FA1C34EA-AAAB-4046-8009-DEDDD4DFD44E}" type="presOf" srcId="{E0680FE9-86CA-44FF-93C8-03BDA062E48A}" destId="{014AF53E-7E50-49A4-B59F-3C28441389FA}" srcOrd="0" destOrd="0" presId="urn:microsoft.com/office/officeart/2005/8/layout/vList5"/>
    <dgm:cxn modelId="{F8FF18FB-EE6C-4584-BB67-7959E500F0DA}" srcId="{AAD359B1-2877-4117-A36C-D17BB0A9C430}" destId="{6ECD0BB7-6355-4F83-9EFD-74C9708040C1}" srcOrd="1" destOrd="0" parTransId="{4D5D74F8-4E9E-4E4D-8D61-9F2D0FAB9C34}" sibTransId="{CE6607B7-E66A-4B2E-8671-630BAA7C3039}"/>
    <dgm:cxn modelId="{5ADFD0FD-8F40-4789-86C3-6C7AC14D7993}" type="presOf" srcId="{861E4786-7B20-418E-9BC8-52F78E5A7BBE}" destId="{19E4BCAF-EA96-4ACD-814F-542A48395DCE}" srcOrd="0" destOrd="0" presId="urn:microsoft.com/office/officeart/2005/8/layout/vList5"/>
    <dgm:cxn modelId="{DB499105-8DAD-4336-9404-C781FB98380A}" type="presParOf" srcId="{527EBF19-81B5-40B1-BC27-32F1635828F5}" destId="{CFFCD88F-E792-48F7-A163-36310421FE26}" srcOrd="0" destOrd="0" presId="urn:microsoft.com/office/officeart/2005/8/layout/vList5"/>
    <dgm:cxn modelId="{297716E8-FFB8-4B72-9F1E-2B72A1131026}" type="presParOf" srcId="{CFFCD88F-E792-48F7-A163-36310421FE26}" destId="{014AF53E-7E50-49A4-B59F-3C28441389FA}" srcOrd="0" destOrd="0" presId="urn:microsoft.com/office/officeart/2005/8/layout/vList5"/>
    <dgm:cxn modelId="{654EBE9F-FBFC-4F56-AF47-BE247B380BC4}" type="presParOf" srcId="{CFFCD88F-E792-48F7-A163-36310421FE26}" destId="{A3CCB53A-6EC8-4423-82AB-89FE356F84F5}" srcOrd="1" destOrd="0" presId="urn:microsoft.com/office/officeart/2005/8/layout/vList5"/>
    <dgm:cxn modelId="{787B7003-C055-49F8-888B-D7EF4581BCBF}" type="presParOf" srcId="{527EBF19-81B5-40B1-BC27-32F1635828F5}" destId="{25CE161A-C946-480B-A11E-C40271FED0A4}" srcOrd="1" destOrd="0" presId="urn:microsoft.com/office/officeart/2005/8/layout/vList5"/>
    <dgm:cxn modelId="{F6647844-F701-4449-8754-CD5286548B70}" type="presParOf" srcId="{527EBF19-81B5-40B1-BC27-32F1635828F5}" destId="{80131D01-5543-45CD-9022-B1D0A5F64DD5}" srcOrd="2" destOrd="0" presId="urn:microsoft.com/office/officeart/2005/8/layout/vList5"/>
    <dgm:cxn modelId="{3ADA0FB5-95FD-49C0-B698-3DFD8417C57A}" type="presParOf" srcId="{80131D01-5543-45CD-9022-B1D0A5F64DD5}" destId="{B90EE3B5-580D-4A6F-8A92-BF4F31483CBC}" srcOrd="0" destOrd="0" presId="urn:microsoft.com/office/officeart/2005/8/layout/vList5"/>
    <dgm:cxn modelId="{74E594CB-C1B1-4C35-AB83-4C87875EEEA0}" type="presParOf" srcId="{80131D01-5543-45CD-9022-B1D0A5F64DD5}" destId="{530C8D33-AB5F-4AC8-98A1-9A2F2383357C}" srcOrd="1" destOrd="0" presId="urn:microsoft.com/office/officeart/2005/8/layout/vList5"/>
    <dgm:cxn modelId="{373B6FB9-7925-47F8-9DBE-D648E0BE78B9}" type="presParOf" srcId="{527EBF19-81B5-40B1-BC27-32F1635828F5}" destId="{0D5CC048-CFD5-4E91-BA52-F7F16625A730}" srcOrd="3" destOrd="0" presId="urn:microsoft.com/office/officeart/2005/8/layout/vList5"/>
    <dgm:cxn modelId="{3EC54A46-22B7-4F79-ABE4-1FF8BB9C88E4}" type="presParOf" srcId="{527EBF19-81B5-40B1-BC27-32F1635828F5}" destId="{0F957936-9121-456A-A6CD-E6901DA2CADE}" srcOrd="4" destOrd="0" presId="urn:microsoft.com/office/officeart/2005/8/layout/vList5"/>
    <dgm:cxn modelId="{6A7606D9-5800-4B87-B04B-0A6EA73288E3}" type="presParOf" srcId="{0F957936-9121-456A-A6CD-E6901DA2CADE}" destId="{4A9ACAB9-2662-48DC-8558-269369584FF7}" srcOrd="0" destOrd="0" presId="urn:microsoft.com/office/officeart/2005/8/layout/vList5"/>
    <dgm:cxn modelId="{2CA5C5F2-3EA0-4DE3-827E-4F2504312C22}" type="presParOf" srcId="{0F957936-9121-456A-A6CD-E6901DA2CADE}" destId="{AB536CA4-1563-42B2-9F3F-FA2A77C37275}" srcOrd="1" destOrd="0" presId="urn:microsoft.com/office/officeart/2005/8/layout/vList5"/>
    <dgm:cxn modelId="{F59D1DC4-CCF8-432D-92E5-9F9692FE0DC0}" type="presParOf" srcId="{527EBF19-81B5-40B1-BC27-32F1635828F5}" destId="{EE6FCF25-1FEE-44AC-B185-9B233CFF99A5}" srcOrd="5" destOrd="0" presId="urn:microsoft.com/office/officeart/2005/8/layout/vList5"/>
    <dgm:cxn modelId="{31FDD301-7288-4E1B-8041-00467BE715D5}" type="presParOf" srcId="{527EBF19-81B5-40B1-BC27-32F1635828F5}" destId="{19F338F2-DB84-4926-B79E-659926669A65}" srcOrd="6" destOrd="0" presId="urn:microsoft.com/office/officeart/2005/8/layout/vList5"/>
    <dgm:cxn modelId="{1232E573-412F-4FCE-98AE-278ED4139DBE}" type="presParOf" srcId="{19F338F2-DB84-4926-B79E-659926669A65}" destId="{8399112D-3673-4B50-90E6-7131C8185D95}" srcOrd="0" destOrd="0" presId="urn:microsoft.com/office/officeart/2005/8/layout/vList5"/>
    <dgm:cxn modelId="{06E70030-98C5-4A0B-AA74-D7A461C17425}" type="presParOf" srcId="{19F338F2-DB84-4926-B79E-659926669A65}" destId="{9D3A8003-0CAB-4F68-960D-12D33260CB5F}" srcOrd="1" destOrd="0" presId="urn:microsoft.com/office/officeart/2005/8/layout/vList5"/>
    <dgm:cxn modelId="{73D02F4C-DBD5-46D9-9C9E-4B40C7ADB325}" type="presParOf" srcId="{527EBF19-81B5-40B1-BC27-32F1635828F5}" destId="{E0872D9B-3482-452C-8952-9B249B50C9E1}" srcOrd="7" destOrd="0" presId="urn:microsoft.com/office/officeart/2005/8/layout/vList5"/>
    <dgm:cxn modelId="{1931F59E-F89B-40EB-961F-B53C3F02BB64}" type="presParOf" srcId="{527EBF19-81B5-40B1-BC27-32F1635828F5}" destId="{1810A046-7EB6-40AC-80DD-40A6B8F3A2E6}" srcOrd="8" destOrd="0" presId="urn:microsoft.com/office/officeart/2005/8/layout/vList5"/>
    <dgm:cxn modelId="{1AC6407E-F4DD-4BBD-9E47-CE4483E92BB9}" type="presParOf" srcId="{1810A046-7EB6-40AC-80DD-40A6B8F3A2E6}" destId="{7430CA70-15D1-4359-A880-42A17B0663C1}" srcOrd="0" destOrd="0" presId="urn:microsoft.com/office/officeart/2005/8/layout/vList5"/>
    <dgm:cxn modelId="{710821FC-2CFB-4D41-B7FF-BB6BC0D9345E}" type="presParOf" srcId="{1810A046-7EB6-40AC-80DD-40A6B8F3A2E6}" destId="{19E4BCAF-EA96-4ACD-814F-542A48395DC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2CB594-7190-43F0-9FD1-0A6DCDBCABD1}">
      <dsp:nvSpPr>
        <dsp:cNvPr id="0" name=""/>
        <dsp:cNvSpPr/>
      </dsp:nvSpPr>
      <dsp:spPr>
        <a:xfrm>
          <a:off x="283" y="488284"/>
          <a:ext cx="1218049" cy="1461659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4577" rIns="57785" bIns="0" numCol="1" spcCol="1270" anchor="t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16200000">
        <a:off x="-477192" y="965759"/>
        <a:ext cx="1198560" cy="243609"/>
      </dsp:txXfrm>
    </dsp:sp>
    <dsp:sp modelId="{12FCF269-2BC2-48F7-A750-89CC97B6122A}">
      <dsp:nvSpPr>
        <dsp:cNvPr id="0" name=""/>
        <dsp:cNvSpPr/>
      </dsp:nvSpPr>
      <dsp:spPr>
        <a:xfrm>
          <a:off x="243892" y="488284"/>
          <a:ext cx="907446" cy="1461659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8006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jQuery*  (2006)</a:t>
          </a:r>
        </a:p>
      </dsp:txBody>
      <dsp:txXfrm>
        <a:off x="243892" y="488284"/>
        <a:ext cx="907446" cy="1461659"/>
      </dsp:txXfrm>
    </dsp:sp>
    <dsp:sp modelId="{7BD3966E-8ACC-4F24-AB27-BFA55D5F20A4}">
      <dsp:nvSpPr>
        <dsp:cNvPr id="0" name=""/>
        <dsp:cNvSpPr/>
      </dsp:nvSpPr>
      <dsp:spPr>
        <a:xfrm>
          <a:off x="1260964" y="488284"/>
          <a:ext cx="1218049" cy="1461659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4577" rIns="57785" bIns="0" numCol="1" spcCol="1270" anchor="t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16200000">
        <a:off x="783488" y="965759"/>
        <a:ext cx="1198560" cy="243609"/>
      </dsp:txXfrm>
    </dsp:sp>
    <dsp:sp modelId="{2D295CC6-C6C9-482F-A44F-FD08C177A9AC}">
      <dsp:nvSpPr>
        <dsp:cNvPr id="0" name=""/>
        <dsp:cNvSpPr/>
      </dsp:nvSpPr>
      <dsp:spPr>
        <a:xfrm rot="5400000">
          <a:off x="1159636" y="1650139"/>
          <a:ext cx="214835" cy="182707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31AC82-8C7F-4D22-B0C5-35BDE2C7E987}">
      <dsp:nvSpPr>
        <dsp:cNvPr id="0" name=""/>
        <dsp:cNvSpPr/>
      </dsp:nvSpPr>
      <dsp:spPr>
        <a:xfrm>
          <a:off x="1504574" y="488284"/>
          <a:ext cx="907446" cy="1461659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8006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AngularJS  (2010)</a:t>
          </a:r>
        </a:p>
      </dsp:txBody>
      <dsp:txXfrm>
        <a:off x="1504574" y="488284"/>
        <a:ext cx="907446" cy="1461659"/>
      </dsp:txXfrm>
    </dsp:sp>
    <dsp:sp modelId="{37B0BD05-858C-4A61-B12D-D80F1AD14EBD}">
      <dsp:nvSpPr>
        <dsp:cNvPr id="0" name=""/>
        <dsp:cNvSpPr/>
      </dsp:nvSpPr>
      <dsp:spPr>
        <a:xfrm>
          <a:off x="2521645" y="488284"/>
          <a:ext cx="1218049" cy="1461659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4577" rIns="57785" bIns="0" numCol="1" spcCol="1270" anchor="t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16200000">
        <a:off x="2044170" y="965759"/>
        <a:ext cx="1198560" cy="243609"/>
      </dsp:txXfrm>
    </dsp:sp>
    <dsp:sp modelId="{C21668BB-2564-4516-B76F-B49E16127E7D}">
      <dsp:nvSpPr>
        <dsp:cNvPr id="0" name=""/>
        <dsp:cNvSpPr/>
      </dsp:nvSpPr>
      <dsp:spPr>
        <a:xfrm rot="5400000">
          <a:off x="2420317" y="1650139"/>
          <a:ext cx="214835" cy="182707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A76AF0-97E6-42E0-9DF7-64D7DD7A650F}">
      <dsp:nvSpPr>
        <dsp:cNvPr id="0" name=""/>
        <dsp:cNvSpPr/>
      </dsp:nvSpPr>
      <dsp:spPr>
        <a:xfrm>
          <a:off x="2765255" y="488284"/>
          <a:ext cx="907446" cy="1461659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8006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React  (2013)</a:t>
          </a:r>
        </a:p>
      </dsp:txBody>
      <dsp:txXfrm>
        <a:off x="2765255" y="488284"/>
        <a:ext cx="907446" cy="14616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2CB594-7190-43F0-9FD1-0A6DCDBCABD1}">
      <dsp:nvSpPr>
        <dsp:cNvPr id="0" name=""/>
        <dsp:cNvSpPr/>
      </dsp:nvSpPr>
      <dsp:spPr>
        <a:xfrm>
          <a:off x="482" y="158378"/>
          <a:ext cx="1228113" cy="1473736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4577" rIns="57785" bIns="0" numCol="1" spcCol="1270" anchor="t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16200000">
        <a:off x="-480938" y="639798"/>
        <a:ext cx="1208463" cy="245622"/>
      </dsp:txXfrm>
    </dsp:sp>
    <dsp:sp modelId="{12FCF269-2BC2-48F7-A750-89CC97B6122A}">
      <dsp:nvSpPr>
        <dsp:cNvPr id="0" name=""/>
        <dsp:cNvSpPr/>
      </dsp:nvSpPr>
      <dsp:spPr>
        <a:xfrm>
          <a:off x="246104" y="158378"/>
          <a:ext cx="914944" cy="1473736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8006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Vue  (2014)</a:t>
          </a:r>
        </a:p>
      </dsp:txBody>
      <dsp:txXfrm>
        <a:off x="246104" y="158378"/>
        <a:ext cx="914944" cy="1473736"/>
      </dsp:txXfrm>
    </dsp:sp>
    <dsp:sp modelId="{7BD3966E-8ACC-4F24-AB27-BFA55D5F20A4}">
      <dsp:nvSpPr>
        <dsp:cNvPr id="0" name=""/>
        <dsp:cNvSpPr/>
      </dsp:nvSpPr>
      <dsp:spPr>
        <a:xfrm>
          <a:off x="1272062" y="144716"/>
          <a:ext cx="1228113" cy="1473736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4577" rIns="57785" bIns="0" numCol="1" spcCol="1270" anchor="t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16200000">
        <a:off x="790641" y="626137"/>
        <a:ext cx="1208463" cy="245622"/>
      </dsp:txXfrm>
    </dsp:sp>
    <dsp:sp modelId="{2D295CC6-C6C9-482F-A44F-FD08C177A9AC}">
      <dsp:nvSpPr>
        <dsp:cNvPr id="0" name=""/>
        <dsp:cNvSpPr/>
      </dsp:nvSpPr>
      <dsp:spPr>
        <a:xfrm rot="5400000">
          <a:off x="1169481" y="1329058"/>
          <a:ext cx="216478" cy="184217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31AC82-8C7F-4D22-B0C5-35BDE2C7E987}">
      <dsp:nvSpPr>
        <dsp:cNvPr id="0" name=""/>
        <dsp:cNvSpPr/>
      </dsp:nvSpPr>
      <dsp:spPr>
        <a:xfrm>
          <a:off x="1517684" y="144716"/>
          <a:ext cx="914944" cy="1473736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8006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Angular  (2014)</a:t>
          </a:r>
        </a:p>
      </dsp:txBody>
      <dsp:txXfrm>
        <a:off x="1517684" y="144716"/>
        <a:ext cx="914944" cy="14737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CCB53A-6EC8-4423-82AB-89FE356F84F5}">
      <dsp:nvSpPr>
        <dsp:cNvPr id="0" name=""/>
        <dsp:cNvSpPr/>
      </dsp:nvSpPr>
      <dsp:spPr>
        <a:xfrm rot="5400000">
          <a:off x="4461240" y="-1880809"/>
          <a:ext cx="556844" cy="44608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spc="-15" dirty="0">
              <a:latin typeface="+mn-lt"/>
              <a:cs typeface="Calibri"/>
            </a:rPr>
            <a:t>Data</a:t>
          </a:r>
          <a:r>
            <a:rPr lang="en-US" sz="1400" kern="1200" spc="-20" dirty="0">
              <a:latin typeface="+mn-lt"/>
              <a:cs typeface="Calibri"/>
            </a:rPr>
            <a:t> </a:t>
          </a:r>
          <a:r>
            <a:rPr lang="en-US" sz="1400" kern="1200" spc="-10" dirty="0">
              <a:latin typeface="+mn-lt"/>
              <a:cs typeface="Calibri"/>
            </a:rPr>
            <a:t>definition,</a:t>
          </a:r>
          <a:r>
            <a:rPr lang="en-US" sz="1400" kern="1200" spc="-5" dirty="0">
              <a:latin typeface="+mn-lt"/>
              <a:cs typeface="Calibri"/>
            </a:rPr>
            <a:t> </a:t>
          </a:r>
          <a:r>
            <a:rPr lang="en-US" sz="1400" kern="1200" spc="-15" dirty="0">
              <a:latin typeface="+mn-lt"/>
              <a:cs typeface="Calibri"/>
            </a:rPr>
            <a:t>organization,</a:t>
          </a:r>
          <a:r>
            <a:rPr lang="en-US" sz="1400" kern="1200" spc="-10" dirty="0">
              <a:latin typeface="+mn-lt"/>
              <a:cs typeface="Calibri"/>
            </a:rPr>
            <a:t> </a:t>
          </a:r>
          <a:r>
            <a:rPr lang="en-US" sz="1400" kern="1200" spc="-5" dirty="0">
              <a:latin typeface="+mn-lt"/>
              <a:cs typeface="Calibri"/>
            </a:rPr>
            <a:t>and</a:t>
          </a:r>
          <a:r>
            <a:rPr lang="en-US" sz="1400" kern="1200" spc="-20" dirty="0">
              <a:latin typeface="+mn-lt"/>
              <a:cs typeface="Calibri"/>
            </a:rPr>
            <a:t> storage</a:t>
          </a:r>
          <a:endParaRPr lang="en-US" sz="1400" kern="1200" dirty="0">
            <a:latin typeface="+mn-lt"/>
          </a:endParaRPr>
        </a:p>
      </dsp:txBody>
      <dsp:txXfrm rot="-5400000">
        <a:off x="2509233" y="98381"/>
        <a:ext cx="4433676" cy="502478"/>
      </dsp:txXfrm>
    </dsp:sp>
    <dsp:sp modelId="{014AF53E-7E50-49A4-B59F-3C28441389FA}">
      <dsp:nvSpPr>
        <dsp:cNvPr id="0" name=""/>
        <dsp:cNvSpPr/>
      </dsp:nvSpPr>
      <dsp:spPr>
        <a:xfrm>
          <a:off x="0" y="1591"/>
          <a:ext cx="2509233" cy="69605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+mn-lt"/>
              <a:cs typeface="Calibri"/>
            </a:rPr>
            <a:t>App </a:t>
          </a:r>
          <a:r>
            <a:rPr lang="en-US" sz="1800" kern="1200" spc="-45">
              <a:latin typeface="+mn-lt"/>
              <a:cs typeface="Calibri"/>
            </a:rPr>
            <a:t>state </a:t>
          </a:r>
          <a:endParaRPr lang="en-US" sz="1800" kern="1200" dirty="0">
            <a:latin typeface="+mn-lt"/>
          </a:endParaRPr>
        </a:p>
      </dsp:txBody>
      <dsp:txXfrm>
        <a:off x="33979" y="35570"/>
        <a:ext cx="2441275" cy="628097"/>
      </dsp:txXfrm>
    </dsp:sp>
    <dsp:sp modelId="{530C8D33-AB5F-4AC8-98A1-9A2F2383357C}">
      <dsp:nvSpPr>
        <dsp:cNvPr id="0" name=""/>
        <dsp:cNvSpPr/>
      </dsp:nvSpPr>
      <dsp:spPr>
        <a:xfrm rot="5400000">
          <a:off x="4461240" y="-1149951"/>
          <a:ext cx="556844" cy="44608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spc="-25" dirty="0">
              <a:latin typeface="+mn-lt"/>
              <a:cs typeface="Calibri"/>
            </a:rPr>
            <a:t>Event</a:t>
          </a:r>
          <a:r>
            <a:rPr lang="en-US" sz="1400" kern="1200" spc="-10" dirty="0">
              <a:latin typeface="+mn-lt"/>
              <a:cs typeface="Calibri"/>
            </a:rPr>
            <a:t> handlers</a:t>
          </a:r>
          <a:r>
            <a:rPr lang="en-US" sz="1400" kern="1200" spc="-5" dirty="0">
              <a:latin typeface="+mn-lt"/>
              <a:cs typeface="Calibri"/>
            </a:rPr>
            <a:t> </a:t>
          </a:r>
          <a:r>
            <a:rPr lang="en-US" sz="1400" kern="1200" spc="-10" dirty="0">
              <a:latin typeface="+mn-lt"/>
              <a:cs typeface="Calibri"/>
            </a:rPr>
            <a:t>respond </a:t>
          </a:r>
          <a:r>
            <a:rPr lang="en-US" sz="1400" kern="1200" spc="-15" dirty="0">
              <a:latin typeface="+mn-lt"/>
              <a:cs typeface="Calibri"/>
            </a:rPr>
            <a:t>to</a:t>
          </a:r>
          <a:r>
            <a:rPr lang="en-US" sz="1400" kern="1200" spc="-20" dirty="0">
              <a:latin typeface="+mn-lt"/>
              <a:cs typeface="Calibri"/>
            </a:rPr>
            <a:t> </a:t>
          </a:r>
          <a:r>
            <a:rPr lang="en-US" sz="1400" kern="1200" spc="-5" dirty="0">
              <a:latin typeface="+mn-lt"/>
              <a:cs typeface="Calibri"/>
            </a:rPr>
            <a:t>user</a:t>
          </a:r>
          <a:r>
            <a:rPr lang="en-US" sz="1400" kern="1200" spc="-10" dirty="0">
              <a:latin typeface="+mn-lt"/>
              <a:cs typeface="Calibri"/>
            </a:rPr>
            <a:t> </a:t>
          </a:r>
          <a:r>
            <a:rPr lang="en-US" sz="1400" kern="1200" spc="-5" dirty="0">
              <a:latin typeface="+mn-lt"/>
              <a:cs typeface="Calibri"/>
            </a:rPr>
            <a:t>actions</a:t>
          </a:r>
          <a:endParaRPr lang="en-US" sz="1400" kern="1200" dirty="0">
            <a:latin typeface="+mn-lt"/>
          </a:endParaRPr>
        </a:p>
      </dsp:txBody>
      <dsp:txXfrm rot="-5400000">
        <a:off x="2509233" y="829239"/>
        <a:ext cx="4433676" cy="502478"/>
      </dsp:txXfrm>
    </dsp:sp>
    <dsp:sp modelId="{B90EE3B5-580D-4A6F-8A92-BF4F31483CBC}">
      <dsp:nvSpPr>
        <dsp:cNvPr id="0" name=""/>
        <dsp:cNvSpPr/>
      </dsp:nvSpPr>
      <dsp:spPr>
        <a:xfrm>
          <a:off x="0" y="732450"/>
          <a:ext cx="2509233" cy="69605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spc="-5">
              <a:latin typeface="+mn-lt"/>
              <a:cs typeface="Calibri"/>
            </a:rPr>
            <a:t>User</a:t>
          </a:r>
          <a:r>
            <a:rPr lang="en-US" sz="1800" kern="1200" spc="-70">
              <a:latin typeface="+mn-lt"/>
              <a:cs typeface="Calibri"/>
            </a:rPr>
            <a:t> </a:t>
          </a:r>
          <a:r>
            <a:rPr lang="en-US" sz="1800" kern="1200" spc="-5">
              <a:latin typeface="+mn-lt"/>
              <a:cs typeface="Calibri"/>
            </a:rPr>
            <a:t>actions</a:t>
          </a:r>
          <a:endParaRPr lang="en-US" sz="1800" kern="1200" dirty="0">
            <a:latin typeface="+mn-lt"/>
          </a:endParaRPr>
        </a:p>
      </dsp:txBody>
      <dsp:txXfrm>
        <a:off x="33979" y="766429"/>
        <a:ext cx="2441275" cy="628097"/>
      </dsp:txXfrm>
    </dsp:sp>
    <dsp:sp modelId="{AB536CA4-1563-42B2-9F3F-FA2A77C37275}">
      <dsp:nvSpPr>
        <dsp:cNvPr id="0" name=""/>
        <dsp:cNvSpPr/>
      </dsp:nvSpPr>
      <dsp:spPr>
        <a:xfrm rot="5400000">
          <a:off x="4461240" y="-419092"/>
          <a:ext cx="556844" cy="44608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spc="-5" dirty="0">
              <a:latin typeface="+mn-lt"/>
              <a:cs typeface="Calibri"/>
            </a:rPr>
            <a:t>Design</a:t>
          </a:r>
          <a:r>
            <a:rPr lang="en-US" sz="1400" kern="1200" spc="-10" dirty="0">
              <a:latin typeface="+mn-lt"/>
              <a:cs typeface="Calibri"/>
            </a:rPr>
            <a:t> </a:t>
          </a:r>
          <a:r>
            <a:rPr lang="en-US" sz="1400" kern="1200" spc="-5" dirty="0">
              <a:latin typeface="+mn-lt"/>
              <a:cs typeface="Calibri"/>
            </a:rPr>
            <a:t>and </a:t>
          </a:r>
          <a:r>
            <a:rPr lang="en-US" sz="1400" kern="1200" spc="-10" dirty="0">
              <a:latin typeface="+mn-lt"/>
              <a:cs typeface="Calibri"/>
            </a:rPr>
            <a:t>render</a:t>
          </a:r>
          <a:r>
            <a:rPr lang="en-US" sz="1400" kern="1200" dirty="0">
              <a:latin typeface="+mn-lt"/>
              <a:cs typeface="Calibri"/>
            </a:rPr>
            <a:t> </a:t>
          </a:r>
          <a:r>
            <a:rPr lang="en-US" sz="1400" kern="1200" spc="-5" dirty="0">
              <a:latin typeface="+mn-lt"/>
              <a:cs typeface="Calibri"/>
            </a:rPr>
            <a:t>HTML</a:t>
          </a:r>
          <a:r>
            <a:rPr lang="en-US" sz="1400" kern="1200" dirty="0">
              <a:latin typeface="+mn-lt"/>
              <a:cs typeface="Calibri"/>
            </a:rPr>
            <a:t> </a:t>
          </a:r>
          <a:r>
            <a:rPr lang="en-US" sz="1400" kern="1200" spc="-15" dirty="0">
              <a:latin typeface="+mn-lt"/>
              <a:cs typeface="Calibri"/>
            </a:rPr>
            <a:t>templates</a:t>
          </a:r>
          <a:endParaRPr lang="en-US" sz="1400" kern="1200" dirty="0">
            <a:latin typeface="+mn-lt"/>
          </a:endParaRPr>
        </a:p>
      </dsp:txBody>
      <dsp:txXfrm rot="-5400000">
        <a:off x="2509233" y="1560098"/>
        <a:ext cx="4433676" cy="502478"/>
      </dsp:txXfrm>
    </dsp:sp>
    <dsp:sp modelId="{4A9ACAB9-2662-48DC-8558-269369584FF7}">
      <dsp:nvSpPr>
        <dsp:cNvPr id="0" name=""/>
        <dsp:cNvSpPr/>
      </dsp:nvSpPr>
      <dsp:spPr>
        <a:xfrm>
          <a:off x="0" y="1463309"/>
          <a:ext cx="2509233" cy="69605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spc="-375" dirty="0">
              <a:latin typeface="+mn-lt"/>
              <a:cs typeface="Calibri"/>
            </a:rPr>
            <a:t>T</a:t>
          </a:r>
          <a:r>
            <a:rPr lang="en-US" sz="1800" kern="1200" spc="-5" dirty="0">
              <a:latin typeface="+mn-lt"/>
              <a:cs typeface="Calibri"/>
            </a:rPr>
            <a:t>e</a:t>
          </a:r>
          <a:r>
            <a:rPr lang="en-US" sz="1800" kern="1200" dirty="0">
              <a:latin typeface="+mn-lt"/>
              <a:cs typeface="Calibri"/>
            </a:rPr>
            <a:t>mpl</a:t>
          </a:r>
          <a:r>
            <a:rPr lang="en-US" sz="1800" kern="1200" spc="-45" dirty="0">
              <a:latin typeface="+mn-lt"/>
              <a:cs typeface="Calibri"/>
            </a:rPr>
            <a:t>a</a:t>
          </a:r>
          <a:r>
            <a:rPr lang="en-US" sz="1800" kern="1200" spc="-55" dirty="0">
              <a:latin typeface="+mn-lt"/>
              <a:cs typeface="Calibri"/>
            </a:rPr>
            <a:t>t</a:t>
          </a:r>
          <a:r>
            <a:rPr lang="en-US" sz="1800" kern="1200" spc="-5" dirty="0">
              <a:latin typeface="+mn-lt"/>
              <a:cs typeface="Calibri"/>
            </a:rPr>
            <a:t>e</a:t>
          </a:r>
          <a:r>
            <a:rPr lang="en-US" sz="1800" kern="1200" dirty="0">
              <a:latin typeface="+mn-lt"/>
              <a:cs typeface="Calibri"/>
            </a:rPr>
            <a:t>s</a:t>
          </a:r>
          <a:endParaRPr lang="en-US" sz="1800" kern="1200" dirty="0">
            <a:latin typeface="+mn-lt"/>
          </a:endParaRPr>
        </a:p>
      </dsp:txBody>
      <dsp:txXfrm>
        <a:off x="33979" y="1497288"/>
        <a:ext cx="2441275" cy="628097"/>
      </dsp:txXfrm>
    </dsp:sp>
    <dsp:sp modelId="{9D3A8003-0CAB-4F68-960D-12D33260CB5F}">
      <dsp:nvSpPr>
        <dsp:cNvPr id="0" name=""/>
        <dsp:cNvSpPr/>
      </dsp:nvSpPr>
      <dsp:spPr>
        <a:xfrm rot="5400000">
          <a:off x="4461240" y="311766"/>
          <a:ext cx="556844" cy="44608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spc="-15">
              <a:latin typeface="+mn-lt"/>
              <a:cs typeface="Calibri"/>
            </a:rPr>
            <a:t>Resolve</a:t>
          </a:r>
          <a:r>
            <a:rPr lang="en-US" sz="1400" kern="1200" spc="-65">
              <a:latin typeface="+mn-lt"/>
              <a:cs typeface="Calibri"/>
            </a:rPr>
            <a:t> </a:t>
          </a:r>
          <a:r>
            <a:rPr lang="en-US" sz="1400" kern="1200" spc="-5">
              <a:latin typeface="+mn-lt"/>
              <a:cs typeface="Calibri"/>
            </a:rPr>
            <a:t>URLs</a:t>
          </a:r>
          <a:endParaRPr lang="en-US" sz="1400" kern="1200">
            <a:latin typeface="+mn-lt"/>
          </a:endParaRPr>
        </a:p>
      </dsp:txBody>
      <dsp:txXfrm rot="-5400000">
        <a:off x="2509233" y="2290957"/>
        <a:ext cx="4433676" cy="502478"/>
      </dsp:txXfrm>
    </dsp:sp>
    <dsp:sp modelId="{8399112D-3673-4B50-90E6-7131C8185D95}">
      <dsp:nvSpPr>
        <dsp:cNvPr id="0" name=""/>
        <dsp:cNvSpPr/>
      </dsp:nvSpPr>
      <dsp:spPr>
        <a:xfrm>
          <a:off x="0" y="2194168"/>
          <a:ext cx="2509233" cy="69605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spc="-15">
              <a:latin typeface="+mn-lt"/>
              <a:cs typeface="Calibri"/>
            </a:rPr>
            <a:t>Routing</a:t>
          </a:r>
          <a:endParaRPr lang="en-US" sz="1800" kern="1200" dirty="0">
            <a:latin typeface="+mn-lt"/>
          </a:endParaRPr>
        </a:p>
      </dsp:txBody>
      <dsp:txXfrm>
        <a:off x="33979" y="2228147"/>
        <a:ext cx="2441275" cy="628097"/>
      </dsp:txXfrm>
    </dsp:sp>
    <dsp:sp modelId="{19E4BCAF-EA96-4ACD-814F-542A48395DCE}">
      <dsp:nvSpPr>
        <dsp:cNvPr id="0" name=""/>
        <dsp:cNvSpPr/>
      </dsp:nvSpPr>
      <dsp:spPr>
        <a:xfrm rot="5400000">
          <a:off x="4461240" y="1042625"/>
          <a:ext cx="556844" cy="44608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spc="-20">
              <a:latin typeface="+mn-lt"/>
              <a:cs typeface="Calibri"/>
            </a:rPr>
            <a:t>Interact</a:t>
          </a:r>
          <a:r>
            <a:rPr lang="en-US" sz="1400" kern="1200" spc="-5">
              <a:latin typeface="+mn-lt"/>
              <a:cs typeface="Calibri"/>
            </a:rPr>
            <a:t> with</a:t>
          </a:r>
          <a:r>
            <a:rPr lang="en-US" sz="1400" kern="1200" spc="-15">
              <a:latin typeface="+mn-lt"/>
              <a:cs typeface="Calibri"/>
            </a:rPr>
            <a:t> </a:t>
          </a:r>
          <a:r>
            <a:rPr lang="en-US" sz="1400" kern="1200" spc="-5">
              <a:latin typeface="+mn-lt"/>
              <a:cs typeface="Calibri"/>
            </a:rPr>
            <a:t>server(s)</a:t>
          </a:r>
          <a:r>
            <a:rPr lang="en-US" sz="1400" kern="1200">
              <a:latin typeface="+mn-lt"/>
              <a:cs typeface="Calibri"/>
            </a:rPr>
            <a:t> </a:t>
          </a:r>
          <a:r>
            <a:rPr lang="en-US" sz="1400" kern="1200" spc="-10">
              <a:latin typeface="+mn-lt"/>
              <a:cs typeface="Calibri"/>
            </a:rPr>
            <a:t>through</a:t>
          </a:r>
          <a:r>
            <a:rPr lang="en-US" sz="1400" kern="1200" spc="10">
              <a:latin typeface="+mn-lt"/>
              <a:cs typeface="Calibri"/>
            </a:rPr>
            <a:t> </a:t>
          </a:r>
          <a:r>
            <a:rPr lang="en-US" sz="1400" kern="1200" spc="-5">
              <a:latin typeface="+mn-lt"/>
              <a:cs typeface="Calibri"/>
            </a:rPr>
            <a:t>APIs</a:t>
          </a:r>
          <a:r>
            <a:rPr lang="en-US" sz="1400" kern="1200" spc="5">
              <a:latin typeface="+mn-lt"/>
              <a:cs typeface="Calibri"/>
            </a:rPr>
            <a:t> </a:t>
          </a:r>
          <a:r>
            <a:rPr lang="en-US" sz="1400" kern="1200" spc="-5">
              <a:latin typeface="+mn-lt"/>
              <a:cs typeface="Calibri"/>
            </a:rPr>
            <a:t>and </a:t>
          </a:r>
          <a:r>
            <a:rPr lang="en-US" sz="1400" kern="1200" spc="-10">
              <a:latin typeface="+mn-lt"/>
              <a:cs typeface="Calibri"/>
            </a:rPr>
            <a:t>AJAX</a:t>
          </a:r>
          <a:endParaRPr lang="en-US" sz="1400" kern="1200">
            <a:latin typeface="+mn-lt"/>
          </a:endParaRPr>
        </a:p>
      </dsp:txBody>
      <dsp:txXfrm rot="-5400000">
        <a:off x="2509233" y="3021816"/>
        <a:ext cx="4433676" cy="502478"/>
      </dsp:txXfrm>
    </dsp:sp>
    <dsp:sp modelId="{7430CA70-15D1-4359-A880-42A17B0663C1}">
      <dsp:nvSpPr>
        <dsp:cNvPr id="0" name=""/>
        <dsp:cNvSpPr/>
      </dsp:nvSpPr>
      <dsp:spPr>
        <a:xfrm>
          <a:off x="0" y="2925027"/>
          <a:ext cx="2509233" cy="69605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spc="-30" dirty="0">
              <a:latin typeface="+mn-lt"/>
              <a:cs typeface="Calibri"/>
            </a:rPr>
            <a:t>Data</a:t>
          </a:r>
          <a:r>
            <a:rPr lang="en-US" sz="1800" kern="1200" spc="-55" dirty="0">
              <a:latin typeface="+mn-lt"/>
              <a:cs typeface="Calibri"/>
            </a:rPr>
            <a:t> </a:t>
          </a:r>
          <a:r>
            <a:rPr lang="en-US" sz="1800" kern="1200" spc="-25" dirty="0">
              <a:latin typeface="+mn-lt"/>
              <a:cs typeface="Calibri"/>
            </a:rPr>
            <a:t>fetching</a:t>
          </a:r>
          <a:endParaRPr lang="en-US" sz="1800" kern="1200" dirty="0">
            <a:latin typeface="+mn-lt"/>
          </a:endParaRPr>
        </a:p>
      </dsp:txBody>
      <dsp:txXfrm>
        <a:off x="33979" y="2959006"/>
        <a:ext cx="2441275" cy="6280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GB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9BAC376-ACF6-4037-8F33-4FBF19ACBAFA}" type="datetime1">
              <a:rPr lang="en-US">
                <a:latin typeface="Deutsche Bank Text" panose="020B0503020202030204" pitchFamily="34" charset="0"/>
                <a:cs typeface="Deutsche Bank Text" panose="020B0503020202030204" pitchFamily="34" charset="0"/>
              </a:rPr>
              <a:pPr>
                <a:defRPr/>
              </a:pPr>
              <a:t>7/7/2025</a:t>
            </a:fld>
            <a:endParaRPr lang="en-GB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09113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GB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100" y="9409113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9938E28-B09B-447E-BCAC-DE51036E3ED3}" type="slidenum">
              <a:rPr lang="en-GB">
                <a:latin typeface="Deutsche Bank Text" panose="020B0503020202030204" pitchFamily="34" charset="0"/>
                <a:cs typeface="Deutsche Bank Text" panose="020B0503020202030204" pitchFamily="34" charset="0"/>
              </a:rPr>
              <a:pPr>
                <a:defRPr/>
              </a:pPr>
              <a:t>‹#›</a:t>
            </a:fld>
            <a:endParaRPr lang="en-GB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1513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0" userDrawn="1">
          <p15:clr>
            <a:srgbClr val="F26B43"/>
          </p15:clr>
        </p15:guide>
        <p15:guide id="2" pos="214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Deutsche Bank Text" panose="020B0503020202030204" pitchFamily="34" charset="0"/>
                <a:ea typeface="+mn-ea"/>
                <a:cs typeface="Deutsche Bank Text" panose="020B0503020202030204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>
              <a:defRPr/>
            </a:pPr>
            <a:fld id="{43EBB1D3-38BD-4B0D-B98C-370541E46E48}" type="datetime1">
              <a:rPr lang="en-US" smtClean="0"/>
              <a:pPr>
                <a:defRPr/>
              </a:pPr>
              <a:t>7/7/2025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5250" y="742950"/>
            <a:ext cx="6604000" cy="371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05350"/>
            <a:ext cx="5435600" cy="44577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09113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Deutsche Bank Text" panose="020B0503020202030204" pitchFamily="34" charset="0"/>
                <a:ea typeface="+mn-ea"/>
                <a:cs typeface="Deutsche Bank Text" panose="020B0503020202030204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100" y="9409113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58564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816" kern="1200">
        <a:solidFill>
          <a:schemeClr val="tx1"/>
        </a:solidFill>
        <a:latin typeface="Deutsche Bank Text" panose="020B0503020202030204" pitchFamily="34" charset="0"/>
        <a:ea typeface="ＭＳ Ｐゴシック" pitchFamily="-106" charset="-128"/>
        <a:cs typeface="ＭＳ Ｐゴシック" pitchFamily="-106" charset="-128"/>
      </a:defRPr>
    </a:lvl1pPr>
    <a:lvl2pPr marL="311033" algn="l" rtl="0" eaLnBrk="0" fontAlgn="base" hangingPunct="0">
      <a:spcBef>
        <a:spcPct val="30000"/>
      </a:spcBef>
      <a:spcAft>
        <a:spcPct val="0"/>
      </a:spcAft>
      <a:defRPr sz="816" kern="1200">
        <a:solidFill>
          <a:schemeClr val="tx1"/>
        </a:solidFill>
        <a:latin typeface="Deutsche Bank Text" panose="020B0503020202030204" pitchFamily="34" charset="0"/>
        <a:ea typeface="ＭＳ Ｐゴシック" pitchFamily="-106" charset="-128"/>
        <a:cs typeface="+mn-cs"/>
      </a:defRPr>
    </a:lvl2pPr>
    <a:lvl3pPr marL="622066" algn="l" rtl="0" eaLnBrk="0" fontAlgn="base" hangingPunct="0">
      <a:spcBef>
        <a:spcPct val="30000"/>
      </a:spcBef>
      <a:spcAft>
        <a:spcPct val="0"/>
      </a:spcAft>
      <a:defRPr sz="816" kern="1200">
        <a:solidFill>
          <a:schemeClr val="tx1"/>
        </a:solidFill>
        <a:latin typeface="Deutsche Bank Text" panose="020B0503020202030204" pitchFamily="34" charset="0"/>
        <a:ea typeface="ＭＳ Ｐゴシック" pitchFamily="-106" charset="-128"/>
        <a:cs typeface="+mn-cs"/>
      </a:defRPr>
    </a:lvl3pPr>
    <a:lvl4pPr marL="933099" algn="l" rtl="0" eaLnBrk="0" fontAlgn="base" hangingPunct="0">
      <a:spcBef>
        <a:spcPct val="30000"/>
      </a:spcBef>
      <a:spcAft>
        <a:spcPct val="0"/>
      </a:spcAft>
      <a:defRPr sz="816" kern="1200">
        <a:solidFill>
          <a:schemeClr val="tx1"/>
        </a:solidFill>
        <a:latin typeface="Deutsche Bank Text" panose="020B0503020202030204" pitchFamily="34" charset="0"/>
        <a:ea typeface="ＭＳ Ｐゴシック" pitchFamily="-106" charset="-128"/>
        <a:cs typeface="+mn-cs"/>
      </a:defRPr>
    </a:lvl4pPr>
    <a:lvl5pPr marL="1244133" algn="l" rtl="0" eaLnBrk="0" fontAlgn="base" hangingPunct="0">
      <a:spcBef>
        <a:spcPct val="30000"/>
      </a:spcBef>
      <a:spcAft>
        <a:spcPct val="0"/>
      </a:spcAft>
      <a:defRPr sz="816" kern="1200">
        <a:solidFill>
          <a:schemeClr val="tx1"/>
        </a:solidFill>
        <a:latin typeface="Deutsche Bank Text" panose="020B0503020202030204" pitchFamily="34" charset="0"/>
        <a:ea typeface="ＭＳ Ｐゴシック" pitchFamily="-106" charset="-128"/>
        <a:cs typeface="+mn-cs"/>
      </a:defRPr>
    </a:lvl5pPr>
    <a:lvl6pPr marL="1555166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6pPr>
    <a:lvl7pPr marL="1866199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7pPr>
    <a:lvl8pPr marL="2177232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8pPr>
    <a:lvl9pPr marL="2488265" algn="l" defTabSz="622066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0" userDrawn="1">
          <p15:clr>
            <a:srgbClr val="F26B43"/>
          </p15:clr>
        </p15:guide>
        <p15:guide id="2" pos="21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5788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BDCC07-116E-44A3-8F3A-12365A52EE2D}" type="slidenum">
              <a:rPr lang="en-GB" smtClean="0"/>
              <a:pPr>
                <a:defRPr/>
              </a:pPr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7456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otif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8675094C-6D1B-DA5D-A98F-A3608A45C1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9" name="Google Shape;12;p7">
            <a:extLst>
              <a:ext uri="{FF2B5EF4-FFF2-40B4-BE49-F238E27FC236}">
                <a16:creationId xmlns:a16="http://schemas.microsoft.com/office/drawing/2014/main" id="{BEB3A141-6558-B848-2022-CBBE6450236A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9A9F3420-F375-435C-93CC-4E4B68B5333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14" name="TextBox 19">
            <a:extLst>
              <a:ext uri="{FF2B5EF4-FFF2-40B4-BE49-F238E27FC236}">
                <a16:creationId xmlns:a16="http://schemas.microsoft.com/office/drawing/2014/main" id="{7D5582B9-A14B-4A21-8DF9-86F8C3E76015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</p:spTree>
    <p:extLst>
      <p:ext uri="{BB962C8B-B14F-4D97-AF65-F5344CB8AC3E}">
        <p14:creationId xmlns:p14="http://schemas.microsoft.com/office/powerpoint/2010/main" val="1437373360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otif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F55DC8F6-EA8B-0DFB-6CB9-063D3DC092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Google Shape;12;p7">
            <a:extLst>
              <a:ext uri="{FF2B5EF4-FFF2-40B4-BE49-F238E27FC236}">
                <a16:creationId xmlns:a16="http://schemas.microsoft.com/office/drawing/2014/main" id="{C0671CDF-CBD6-A4B5-7F49-5EE9C863640F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26421A6F-196D-40A6-230B-CAC806CB44B5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14D8C02C-9441-F254-5EE6-5CE3B2F8F371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307441855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otif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A4C5F394-0EB6-5BE1-B52E-84BABE9DE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Google Shape;12;p7">
            <a:extLst>
              <a:ext uri="{FF2B5EF4-FFF2-40B4-BE49-F238E27FC236}">
                <a16:creationId xmlns:a16="http://schemas.microsoft.com/office/drawing/2014/main" id="{CD585D08-BB24-28CD-E5CE-6562806D13BB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0EA4A7D6-1DAA-B051-5AED-3861D270795C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047B53F5-4203-E6BF-38DB-A0516B3987A8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363265782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motif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A4C5F394-0EB6-5BE1-B52E-84BABE9DE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Google Shape;12;p7">
            <a:extLst>
              <a:ext uri="{FF2B5EF4-FFF2-40B4-BE49-F238E27FC236}">
                <a16:creationId xmlns:a16="http://schemas.microsoft.com/office/drawing/2014/main" id="{CD585D08-BB24-28CD-E5CE-6562806D13BB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02ED9A7C-65FF-4367-8593-09EFEDC37EE2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3580BBC9-37EC-89A3-2DEA-0582A4D4FC02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454086197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motif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A4C5F394-0EB6-5BE1-B52E-84BABE9DE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Google Shape;12;p7">
            <a:extLst>
              <a:ext uri="{FF2B5EF4-FFF2-40B4-BE49-F238E27FC236}">
                <a16:creationId xmlns:a16="http://schemas.microsoft.com/office/drawing/2014/main" id="{CD585D08-BB24-28CD-E5CE-6562806D13BB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B37039A0-AFF2-091B-FE74-0F0F0481FBAD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8C05AF85-84F7-FA11-BB3D-37A3D626CACF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415318479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motif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A4C5F394-0EB6-5BE1-B52E-84BABE9DE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Google Shape;12;p7">
            <a:extLst>
              <a:ext uri="{FF2B5EF4-FFF2-40B4-BE49-F238E27FC236}">
                <a16:creationId xmlns:a16="http://schemas.microsoft.com/office/drawing/2014/main" id="{CD585D08-BB24-28CD-E5CE-6562806D13BB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B1B0E698-121E-1017-754B-BB3D946E242E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69BC94E3-938A-09B3-5E44-CB93EF59C0C8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1138735699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Motif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6A1C39-83E4-3A0E-2953-8177B5997A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2;p7">
            <a:extLst>
              <a:ext uri="{FF2B5EF4-FFF2-40B4-BE49-F238E27FC236}">
                <a16:creationId xmlns:a16="http://schemas.microsoft.com/office/drawing/2014/main" id="{672C52A1-3847-B8CF-F905-F2666F2B1032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86E28985-449B-BE87-B1A0-7513213870D2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8BFECFFB-D440-20ED-B182-56633829A3D0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88140168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ark blu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2;p7">
            <a:extLst>
              <a:ext uri="{FF2B5EF4-FFF2-40B4-BE49-F238E27FC236}">
                <a16:creationId xmlns:a16="http://schemas.microsoft.com/office/drawing/2014/main" id="{BEB3A141-6558-B848-2022-CBBE6450236A}"/>
              </a:ext>
            </a:extLst>
          </p:cNvPr>
          <p:cNvSpPr/>
          <p:nvPr userDrawn="1"/>
        </p:nvSpPr>
        <p:spPr>
          <a:xfrm>
            <a:off x="450973" y="900000"/>
            <a:ext cx="7794000" cy="3798000"/>
          </a:xfrm>
          <a:prstGeom prst="rect">
            <a:avLst/>
          </a:prstGeom>
          <a:gradFill flip="none" rotWithShape="1">
            <a:gsLst>
              <a:gs pos="0">
                <a:srgbClr val="1E2A78"/>
              </a:gs>
              <a:gs pos="0">
                <a:srgbClr val="16184E"/>
              </a:gs>
              <a:gs pos="50000">
                <a:srgbClr val="1E2A78">
                  <a:shade val="67500"/>
                  <a:satMod val="115000"/>
                </a:srgbClr>
              </a:gs>
              <a:gs pos="100000">
                <a:srgbClr val="1E2A78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rgbClr val="00A3E0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3" name="TextBox 19">
            <a:extLst>
              <a:ext uri="{FF2B5EF4-FFF2-40B4-BE49-F238E27FC236}">
                <a16:creationId xmlns:a16="http://schemas.microsoft.com/office/drawing/2014/main" id="{6484FE55-51FD-EE64-5049-84B77457AFCF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402642732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dark blue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2;p7">
            <a:extLst>
              <a:ext uri="{FF2B5EF4-FFF2-40B4-BE49-F238E27FC236}">
                <a16:creationId xmlns:a16="http://schemas.microsoft.com/office/drawing/2014/main" id="{BEB3A141-6558-B848-2022-CBBE6450236A}"/>
              </a:ext>
            </a:extLst>
          </p:cNvPr>
          <p:cNvSpPr/>
          <p:nvPr userDrawn="1"/>
        </p:nvSpPr>
        <p:spPr>
          <a:xfrm>
            <a:off x="450973" y="900000"/>
            <a:ext cx="7794000" cy="3798000"/>
          </a:xfrm>
          <a:prstGeom prst="rect">
            <a:avLst/>
          </a:prstGeom>
          <a:noFill/>
          <a:ln>
            <a:solidFill>
              <a:srgbClr val="1E2A78"/>
            </a:solidFill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4" name="TextBox 19">
            <a:extLst>
              <a:ext uri="{FF2B5EF4-FFF2-40B4-BE49-F238E27FC236}">
                <a16:creationId xmlns:a16="http://schemas.microsoft.com/office/drawing/2014/main" id="{7D5582B9-A14B-4A21-8DF9-86F8C3E76015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1E2A78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rgbClr val="1E2A78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rgbClr val="00A3E0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1E2A78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BECA304E-EBE3-4C8E-68E1-5712F2D2D803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rgbClr val="1E2A78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05200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ark blue a">
    <p:bg>
      <p:bgPr>
        <a:gradFill>
          <a:gsLst>
            <a:gs pos="0">
              <a:srgbClr val="16184E"/>
            </a:gs>
            <a:gs pos="60000">
              <a:srgbClr val="121D69"/>
            </a:gs>
            <a:gs pos="100000">
              <a:srgbClr val="1E2A78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2;p7">
            <a:extLst>
              <a:ext uri="{FF2B5EF4-FFF2-40B4-BE49-F238E27FC236}">
                <a16:creationId xmlns:a16="http://schemas.microsoft.com/office/drawing/2014/main" id="{BEB3A141-6558-B848-2022-CBBE6450236A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gradFill flip="none" rotWithShape="1">
            <a:gsLst>
              <a:gs pos="0">
                <a:srgbClr val="1E2A78"/>
              </a:gs>
              <a:gs pos="0">
                <a:srgbClr val="16184E"/>
              </a:gs>
              <a:gs pos="50000">
                <a:srgbClr val="1E2A78">
                  <a:shade val="67500"/>
                  <a:satMod val="115000"/>
                </a:srgbClr>
              </a:gs>
              <a:gs pos="100000">
                <a:srgbClr val="1E2A78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" name="Textplatzhalter 28">
            <a:extLst>
              <a:ext uri="{FF2B5EF4-FFF2-40B4-BE49-F238E27FC236}">
                <a16:creationId xmlns:a16="http://schemas.microsoft.com/office/drawing/2014/main" id="{CA990533-1AB6-AD8B-9943-917D9C9EEF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122363"/>
            <a:ext cx="7342187" cy="199820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rgbClr val="00A3E0"/>
                </a:solidFill>
              </a:defRPr>
            </a:lvl1pPr>
            <a:lvl2pPr>
              <a:defRPr sz="3000"/>
            </a:lvl2pPr>
          </a:lstStyle>
          <a:p>
            <a:pPr lvl="0"/>
            <a:r>
              <a:rPr lang="en-GB" noProof="0" dirty="0"/>
              <a:t>Click to edit topline</a:t>
            </a:r>
          </a:p>
          <a:p>
            <a:pPr lvl="1"/>
            <a:r>
              <a:rPr lang="en-GB" noProof="0" dirty="0"/>
              <a:t>Click to edit chapter headline</a:t>
            </a:r>
          </a:p>
        </p:txBody>
      </p:sp>
    </p:spTree>
    <p:extLst>
      <p:ext uri="{BB962C8B-B14F-4D97-AF65-F5344CB8AC3E}">
        <p14:creationId xmlns:p14="http://schemas.microsoft.com/office/powerpoint/2010/main" val="358632534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ark blu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;p7">
            <a:extLst>
              <a:ext uri="{FF2B5EF4-FFF2-40B4-BE49-F238E27FC236}">
                <a16:creationId xmlns:a16="http://schemas.microsoft.com/office/drawing/2014/main" id="{55C03535-6265-42EE-6675-8963596CE341}"/>
              </a:ext>
            </a:extLst>
          </p:cNvPr>
          <p:cNvSpPr/>
          <p:nvPr userDrawn="1"/>
        </p:nvSpPr>
        <p:spPr>
          <a:xfrm>
            <a:off x="2825513" y="898525"/>
            <a:ext cx="3450027" cy="3797300"/>
          </a:xfrm>
          <a:prstGeom prst="rect">
            <a:avLst/>
          </a:prstGeom>
          <a:gradFill flip="none" rotWithShape="1">
            <a:gsLst>
              <a:gs pos="0">
                <a:srgbClr val="1E2A78"/>
              </a:gs>
              <a:gs pos="0">
                <a:srgbClr val="16184E">
                  <a:lumMod val="95209"/>
                  <a:lumOff val="4791"/>
                </a:srgbClr>
              </a:gs>
              <a:gs pos="40000">
                <a:srgbClr val="1E2A78">
                  <a:shade val="67500"/>
                  <a:satMod val="115000"/>
                </a:srgbClr>
              </a:gs>
              <a:gs pos="60000">
                <a:srgbClr val="1A2673"/>
              </a:gs>
              <a:gs pos="100000">
                <a:srgbClr val="1E2A78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9A9F3420-F375-435C-93CC-4E4B68B5333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6280836" y="448525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3" name="Textplatzhalter 28">
            <a:extLst>
              <a:ext uri="{FF2B5EF4-FFF2-40B4-BE49-F238E27FC236}">
                <a16:creationId xmlns:a16="http://schemas.microsoft.com/office/drawing/2014/main" id="{98EFC762-1F5A-5D2E-0A3E-4D9CA051CE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348525"/>
            <a:ext cx="7342187" cy="131767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1500">
                <a:solidFill>
                  <a:srgbClr val="00A3E0"/>
                </a:solidFill>
              </a:defRPr>
            </a:lvl1pPr>
            <a:lvl2pPr>
              <a:defRPr sz="2000"/>
            </a:lvl2pPr>
            <a:lvl3pPr marL="0" indent="0">
              <a:buNone/>
              <a:defRPr sz="3000"/>
            </a:lvl3pPr>
          </a:lstStyle>
          <a:p>
            <a:pPr lvl="0"/>
            <a:r>
              <a:rPr lang="en-GB" noProof="0" dirty="0"/>
              <a:t>Click to edit topline</a:t>
            </a:r>
          </a:p>
          <a:p>
            <a:pPr lvl="2"/>
            <a:r>
              <a:rPr lang="en-GB" noProof="0" dirty="0"/>
              <a:t>Click to edit chapter headline</a:t>
            </a:r>
          </a:p>
        </p:txBody>
      </p:sp>
    </p:spTree>
    <p:extLst>
      <p:ext uri="{BB962C8B-B14F-4D97-AF65-F5344CB8AC3E}">
        <p14:creationId xmlns:p14="http://schemas.microsoft.com/office/powerpoint/2010/main" val="270095566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orient="horz" pos="84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ark blue c">
    <p:bg>
      <p:bgPr>
        <a:solidFill>
          <a:srgbClr val="1E2A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;p7">
            <a:extLst>
              <a:ext uri="{FF2B5EF4-FFF2-40B4-BE49-F238E27FC236}">
                <a16:creationId xmlns:a16="http://schemas.microsoft.com/office/drawing/2014/main" id="{478F2925-04D1-4766-6CA4-84070AEF58B6}"/>
              </a:ext>
            </a:extLst>
          </p:cNvPr>
          <p:cNvSpPr/>
          <p:nvPr userDrawn="1"/>
        </p:nvSpPr>
        <p:spPr>
          <a:xfrm>
            <a:off x="2825513" y="898525"/>
            <a:ext cx="3450027" cy="3797300"/>
          </a:xfrm>
          <a:prstGeom prst="rect">
            <a:avLst/>
          </a:prstGeom>
          <a:gradFill flip="none" rotWithShape="1">
            <a:gsLst>
              <a:gs pos="0">
                <a:srgbClr val="1E2A78"/>
              </a:gs>
              <a:gs pos="0">
                <a:srgbClr val="16184E">
                  <a:lumMod val="95209"/>
                  <a:lumOff val="4791"/>
                </a:srgbClr>
              </a:gs>
              <a:gs pos="50000">
                <a:srgbClr val="1E2A78">
                  <a:shade val="67500"/>
                  <a:satMod val="115000"/>
                </a:srgbClr>
              </a:gs>
              <a:gs pos="100000">
                <a:srgbClr val="19256D"/>
              </a:gs>
            </a:gsLst>
            <a:lin ang="5400000" scaled="0"/>
            <a:tileRect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9A9F3420-F375-435C-93CC-4E4B68B5333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6280836" y="448525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2" name="Textplatzhalter 28">
            <a:extLst>
              <a:ext uri="{FF2B5EF4-FFF2-40B4-BE49-F238E27FC236}">
                <a16:creationId xmlns:a16="http://schemas.microsoft.com/office/drawing/2014/main" id="{2D154478-B3C3-CC94-6883-38EF02BC66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348525"/>
            <a:ext cx="7342187" cy="131767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1500">
                <a:solidFill>
                  <a:srgbClr val="00A3E0"/>
                </a:solidFill>
              </a:defRPr>
            </a:lvl1pPr>
            <a:lvl2pPr>
              <a:defRPr sz="2000"/>
            </a:lvl2pPr>
            <a:lvl3pPr marL="0" indent="0">
              <a:buNone/>
              <a:defRPr sz="3000"/>
            </a:lvl3pPr>
          </a:lstStyle>
          <a:p>
            <a:pPr lvl="0"/>
            <a:r>
              <a:rPr lang="en-GB" noProof="0" dirty="0"/>
              <a:t>Click to edit topline</a:t>
            </a:r>
          </a:p>
          <a:p>
            <a:pPr lvl="2"/>
            <a:r>
              <a:rPr lang="en-GB" noProof="0" dirty="0"/>
              <a:t>Click to edit chapter headline</a:t>
            </a:r>
          </a:p>
        </p:txBody>
      </p:sp>
    </p:spTree>
    <p:extLst>
      <p:ext uri="{BB962C8B-B14F-4D97-AF65-F5344CB8AC3E}">
        <p14:creationId xmlns:p14="http://schemas.microsoft.com/office/powerpoint/2010/main" val="1046412339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orient="horz" pos="849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Motif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6A1C39-83E4-3A0E-2953-8177B5997A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Google Shape;12;p7">
            <a:extLst>
              <a:ext uri="{FF2B5EF4-FFF2-40B4-BE49-F238E27FC236}">
                <a16:creationId xmlns:a16="http://schemas.microsoft.com/office/drawing/2014/main" id="{BEB3A141-6558-B848-2022-CBBE6450236A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9A9F3420-F375-435C-93CC-4E4B68B5333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2" name="Textplatzhalter 28">
            <a:extLst>
              <a:ext uri="{FF2B5EF4-FFF2-40B4-BE49-F238E27FC236}">
                <a16:creationId xmlns:a16="http://schemas.microsoft.com/office/drawing/2014/main" id="{BB54C801-FE4C-70B2-6F05-BCDA55557D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122363"/>
            <a:ext cx="7342187" cy="199820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rgbClr val="00A3E0"/>
                </a:solidFill>
              </a:defRPr>
            </a:lvl1pPr>
            <a:lvl2pPr>
              <a:defRPr sz="3000"/>
            </a:lvl2pPr>
          </a:lstStyle>
          <a:p>
            <a:pPr lvl="0"/>
            <a:r>
              <a:rPr lang="en-GB" noProof="0" dirty="0"/>
              <a:t>Click to edit topline</a:t>
            </a:r>
          </a:p>
          <a:p>
            <a:pPr lvl="1"/>
            <a:r>
              <a:rPr lang="en-GB" noProof="0" dirty="0"/>
              <a:t>Click to edit chapter headline</a:t>
            </a:r>
          </a:p>
        </p:txBody>
      </p:sp>
    </p:spTree>
    <p:extLst>
      <p:ext uri="{BB962C8B-B14F-4D97-AF65-F5344CB8AC3E}">
        <p14:creationId xmlns:p14="http://schemas.microsoft.com/office/powerpoint/2010/main" val="2583516740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Motif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4509FB4-19F7-0C11-F4C6-EC7612DD28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9" name="Google Shape;12;p7">
            <a:extLst>
              <a:ext uri="{FF2B5EF4-FFF2-40B4-BE49-F238E27FC236}">
                <a16:creationId xmlns:a16="http://schemas.microsoft.com/office/drawing/2014/main" id="{BEB3A141-6558-B848-2022-CBBE6450236A}"/>
              </a:ext>
            </a:extLst>
          </p:cNvPr>
          <p:cNvSpPr/>
          <p:nvPr userDrawn="1"/>
        </p:nvSpPr>
        <p:spPr>
          <a:xfrm>
            <a:off x="450973" y="900000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9A9F3420-F375-435C-93CC-4E4B68B53337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4" name="Textplatzhalter 28">
            <a:extLst>
              <a:ext uri="{FF2B5EF4-FFF2-40B4-BE49-F238E27FC236}">
                <a16:creationId xmlns:a16="http://schemas.microsoft.com/office/drawing/2014/main" id="{B42C112B-6D63-7D0F-AE00-6B8EC125D9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122363"/>
            <a:ext cx="7342187" cy="1998208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rgbClr val="00A3E0"/>
                </a:solidFill>
              </a:defRPr>
            </a:lvl1pPr>
            <a:lvl2pPr>
              <a:defRPr sz="3000"/>
            </a:lvl2pPr>
          </a:lstStyle>
          <a:p>
            <a:pPr lvl="0"/>
            <a:r>
              <a:rPr lang="en-GB" noProof="0" dirty="0"/>
              <a:t>Click to edit topline</a:t>
            </a:r>
          </a:p>
          <a:p>
            <a:pPr lvl="1"/>
            <a:r>
              <a:rPr lang="en-GB" noProof="0" dirty="0"/>
              <a:t>Click to edit chapter headline</a:t>
            </a:r>
          </a:p>
        </p:txBody>
      </p:sp>
    </p:spTree>
    <p:extLst>
      <p:ext uri="{BB962C8B-B14F-4D97-AF65-F5344CB8AC3E}">
        <p14:creationId xmlns:p14="http://schemas.microsoft.com/office/powerpoint/2010/main" val="1866107160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CAC88D1-244E-446D-8A03-B95B197796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8138" y="1016000"/>
            <a:ext cx="8469311" cy="3622675"/>
          </a:xfrm>
        </p:spPr>
        <p:txBody>
          <a:bodyPr numCol="2" spcCol="273600"/>
          <a:lstStyle>
            <a:lvl1pPr marL="269875" indent="-269875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  <a:defRPr sz="1200"/>
            </a:lvl1pPr>
            <a:lvl2pPr marL="538163" indent="-269875">
              <a:lnSpc>
                <a:spcPct val="100000"/>
              </a:lnSpc>
              <a:buFont typeface="+mj-lt"/>
              <a:buNone/>
              <a:tabLst>
                <a:tab pos="538163" algn="l"/>
                <a:tab pos="7175500" algn="r"/>
              </a:tabLst>
              <a:defRPr sz="1200" u="none"/>
            </a:lvl2pPr>
          </a:lstStyle>
          <a:p>
            <a:pPr lvl="0"/>
            <a:r>
              <a:rPr lang="en-GB" noProof="0" dirty="0"/>
              <a:t>Chapter</a:t>
            </a:r>
          </a:p>
          <a:p>
            <a:pPr lvl="1"/>
            <a:r>
              <a:rPr lang="en-GB" noProof="0" dirty="0"/>
              <a:t>1.1	Subchapter	Page X</a:t>
            </a:r>
          </a:p>
        </p:txBody>
      </p:sp>
      <p:sp>
        <p:nvSpPr>
          <p:cNvPr id="15" name="Foliennummernplatzhalter 1">
            <a:extLst>
              <a:ext uri="{FF2B5EF4-FFF2-40B4-BE49-F238E27FC236}">
                <a16:creationId xmlns:a16="http://schemas.microsoft.com/office/drawing/2014/main" id="{4A32BABE-48EC-85B4-13D6-56EBD3CE2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17" name="Title Placeholder 4">
            <a:extLst>
              <a:ext uri="{FF2B5EF4-FFF2-40B4-BE49-F238E27FC236}">
                <a16:creationId xmlns:a16="http://schemas.microsoft.com/office/drawing/2014/main" id="{C70868BA-483D-9E53-E24E-BC0DE093C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19" name="Fußzeilenplatzhalter 2">
            <a:extLst>
              <a:ext uri="{FF2B5EF4-FFF2-40B4-BE49-F238E27FC236}">
                <a16:creationId xmlns:a16="http://schemas.microsoft.com/office/drawing/2014/main" id="{0007B342-5D62-7150-D615-B32255D02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6D2FD727-7DF9-7F06-5290-44E178BCADC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1582186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2971">
          <p15:clr>
            <a:srgbClr val="FBAE40"/>
          </p15:clr>
        </p15:guide>
        <p15:guide id="3" pos="278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CAC88D1-244E-446D-8A03-B95B197796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8400" y="1015199"/>
            <a:ext cx="8467463" cy="3623475"/>
          </a:xfrm>
        </p:spPr>
        <p:txBody>
          <a:bodyPr numCol="2" spcCol="273600"/>
          <a:lstStyle>
            <a:lvl1pPr marL="252000" indent="-2520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  <a:defRPr sz="1200"/>
            </a:lvl1pPr>
            <a:lvl2pPr marL="504000" indent="-252000">
              <a:lnSpc>
                <a:spcPct val="100000"/>
              </a:lnSpc>
              <a:buFont typeface="+mj-lt"/>
              <a:buNone/>
              <a:tabLst>
                <a:tab pos="7175500" algn="r"/>
              </a:tabLst>
              <a:defRPr sz="1000" u="none"/>
            </a:lvl2pPr>
          </a:lstStyle>
          <a:p>
            <a:pPr lvl="0"/>
            <a:r>
              <a:rPr lang="en-GB" noProof="0" dirty="0"/>
              <a:t>Chapter</a:t>
            </a:r>
          </a:p>
          <a:p>
            <a:pPr lvl="1"/>
            <a:r>
              <a:rPr lang="en-GB" noProof="0" dirty="0"/>
              <a:t>1.1	Subchapter	Page X</a:t>
            </a:r>
          </a:p>
        </p:txBody>
      </p:sp>
      <p:sp>
        <p:nvSpPr>
          <p:cNvPr id="15" name="Foliennummernplatzhalter 1">
            <a:extLst>
              <a:ext uri="{FF2B5EF4-FFF2-40B4-BE49-F238E27FC236}">
                <a16:creationId xmlns:a16="http://schemas.microsoft.com/office/drawing/2014/main" id="{4A32BABE-48EC-85B4-13D6-56EBD3CE2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17" name="Title Placeholder 4">
            <a:extLst>
              <a:ext uri="{FF2B5EF4-FFF2-40B4-BE49-F238E27FC236}">
                <a16:creationId xmlns:a16="http://schemas.microsoft.com/office/drawing/2014/main" id="{C70868BA-483D-9E53-E24E-BC0DE093C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19" name="Fußzeilenplatzhalter 2">
            <a:extLst>
              <a:ext uri="{FF2B5EF4-FFF2-40B4-BE49-F238E27FC236}">
                <a16:creationId xmlns:a16="http://schemas.microsoft.com/office/drawing/2014/main" id="{0007B342-5D62-7150-D615-B32255D02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6D2FD727-7DF9-7F06-5290-44E178BCADC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3671075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2971">
          <p15:clr>
            <a:srgbClr val="FBAE40"/>
          </p15:clr>
        </p15:guide>
        <p15:guide id="3" pos="278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CAC88D1-244E-446D-8A03-B95B197796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8138" y="1016000"/>
            <a:ext cx="8467725" cy="3622675"/>
          </a:xfrm>
        </p:spPr>
        <p:txBody>
          <a:bodyPr numCol="2" spcCol="273600"/>
          <a:lstStyle>
            <a:lvl1pPr marL="179388" indent="-179388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  <a:defRPr sz="1000"/>
            </a:lvl1pPr>
            <a:lvl2pPr marL="446088" indent="-266700">
              <a:lnSpc>
                <a:spcPct val="100000"/>
              </a:lnSpc>
              <a:buFont typeface="+mj-lt"/>
              <a:buNone/>
              <a:tabLst>
                <a:tab pos="7175500" algn="r"/>
              </a:tabLst>
              <a:defRPr sz="1000" u="none"/>
            </a:lvl2pPr>
          </a:lstStyle>
          <a:p>
            <a:pPr lvl="0"/>
            <a:r>
              <a:rPr lang="en-GB" noProof="0" dirty="0"/>
              <a:t>Chapter</a:t>
            </a:r>
          </a:p>
          <a:p>
            <a:pPr lvl="1"/>
            <a:r>
              <a:rPr lang="en-GB" noProof="0" dirty="0"/>
              <a:t>1.1	Subchapter	Page X</a:t>
            </a:r>
          </a:p>
        </p:txBody>
      </p:sp>
      <p:sp>
        <p:nvSpPr>
          <p:cNvPr id="15" name="Foliennummernplatzhalter 1">
            <a:extLst>
              <a:ext uri="{FF2B5EF4-FFF2-40B4-BE49-F238E27FC236}">
                <a16:creationId xmlns:a16="http://schemas.microsoft.com/office/drawing/2014/main" id="{4A32BABE-48EC-85B4-13D6-56EBD3CE2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17" name="Title Placeholder 4">
            <a:extLst>
              <a:ext uri="{FF2B5EF4-FFF2-40B4-BE49-F238E27FC236}">
                <a16:creationId xmlns:a16="http://schemas.microsoft.com/office/drawing/2014/main" id="{C70868BA-483D-9E53-E24E-BC0DE093C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19" name="Fußzeilenplatzhalter 2">
            <a:extLst>
              <a:ext uri="{FF2B5EF4-FFF2-40B4-BE49-F238E27FC236}">
                <a16:creationId xmlns:a16="http://schemas.microsoft.com/office/drawing/2014/main" id="{0007B342-5D62-7150-D615-B32255D02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6D2FD727-7DF9-7F06-5290-44E178BCADC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787921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2971">
          <p15:clr>
            <a:srgbClr val="FBAE40"/>
          </p15:clr>
        </p15:guide>
        <p15:guide id="3" pos="2789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c 1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3A92151-B6D0-8782-A8E4-6A94BC6E47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138" y="1015999"/>
            <a:ext cx="8467725" cy="36226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7258233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c 1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3A92151-B6D0-8782-A8E4-6A94BC6E47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138" y="1015999"/>
            <a:ext cx="4144961" cy="36226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" name="Inhaltsplatzhalter 13">
            <a:extLst>
              <a:ext uri="{FF2B5EF4-FFF2-40B4-BE49-F238E27FC236}">
                <a16:creationId xmlns:a16="http://schemas.microsoft.com/office/drawing/2014/main" id="{54D13192-5D33-EA9A-E52F-CF35A037118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61692" y="1015999"/>
            <a:ext cx="4145758" cy="36226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4766738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2936" userDrawn="1">
          <p15:clr>
            <a:srgbClr val="FBAE40"/>
          </p15:clr>
        </p15:guide>
        <p15:guide id="3" pos="282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c 2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3A92151-B6D0-8782-A8E4-6A94BC6E47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138" y="1016000"/>
            <a:ext cx="4144961" cy="17145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" name="Inhaltsplatzhalter 13">
            <a:extLst>
              <a:ext uri="{FF2B5EF4-FFF2-40B4-BE49-F238E27FC236}">
                <a16:creationId xmlns:a16="http://schemas.microsoft.com/office/drawing/2014/main" id="{54D13192-5D33-EA9A-E52F-CF35A037118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62488" y="1016000"/>
            <a:ext cx="4144962" cy="17145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Inhaltsplatzhalter 13">
            <a:extLst>
              <a:ext uri="{FF2B5EF4-FFF2-40B4-BE49-F238E27FC236}">
                <a16:creationId xmlns:a16="http://schemas.microsoft.com/office/drawing/2014/main" id="{84CC4C7D-7F5D-1ADB-A30E-CEAD08A0BFE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38444" y="2913063"/>
            <a:ext cx="4144961" cy="172561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Inhaltsplatzhalter 13">
            <a:extLst>
              <a:ext uri="{FF2B5EF4-FFF2-40B4-BE49-F238E27FC236}">
                <a16:creationId xmlns:a16="http://schemas.microsoft.com/office/drawing/2014/main" id="{5C26C813-FC2A-E649-F811-FFA8D670A8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662794" y="2913063"/>
            <a:ext cx="4144962" cy="172561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822893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pos="2937" userDrawn="1">
          <p15:clr>
            <a:srgbClr val="FBAE40"/>
          </p15:clr>
        </p15:guide>
        <p15:guide id="3" pos="2824" userDrawn="1">
          <p15:clr>
            <a:srgbClr val="FBAE40"/>
          </p15:clr>
        </p15:guide>
        <p15:guide id="4" orient="horz" pos="1835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c 1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3A92151-B6D0-8782-A8E4-6A94BC6E47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137" y="1015999"/>
            <a:ext cx="2685033" cy="36226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Inhaltsplatzhalter 13">
            <a:extLst>
              <a:ext uri="{FF2B5EF4-FFF2-40B4-BE49-F238E27FC236}">
                <a16:creationId xmlns:a16="http://schemas.microsoft.com/office/drawing/2014/main" id="{5CA372FA-9895-0C5F-1EC7-D1A032F9AA6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200967" y="1018599"/>
            <a:ext cx="2739458" cy="36226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1" name="Inhaltsplatzhalter 13">
            <a:extLst>
              <a:ext uri="{FF2B5EF4-FFF2-40B4-BE49-F238E27FC236}">
                <a16:creationId xmlns:a16="http://schemas.microsoft.com/office/drawing/2014/main" id="{883BB2EE-32A9-3A08-7709-8604193B1BD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9813" y="1015998"/>
            <a:ext cx="2686049" cy="362267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215490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4" pos="1905" userDrawn="1">
          <p15:clr>
            <a:srgbClr val="FBAE40"/>
          </p15:clr>
        </p15:guide>
        <p15:guide id="5" pos="2018" userDrawn="1">
          <p15:clr>
            <a:srgbClr val="FBAE40"/>
          </p15:clr>
        </p15:guide>
        <p15:guide id="6" pos="3742" userDrawn="1">
          <p15:clr>
            <a:srgbClr val="FBAE40"/>
          </p15:clr>
        </p15:guide>
        <p15:guide id="7" pos="3855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c 2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7" name="Inhaltsplatzhalter 13">
            <a:extLst>
              <a:ext uri="{FF2B5EF4-FFF2-40B4-BE49-F238E27FC236}">
                <a16:creationId xmlns:a16="http://schemas.microsoft.com/office/drawing/2014/main" id="{B30ECE1C-C670-6B68-2F14-86A63985F73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400" y="1016000"/>
            <a:ext cx="2684462" cy="171190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1" name="Inhaltsplatzhalter 13">
            <a:extLst>
              <a:ext uri="{FF2B5EF4-FFF2-40B4-BE49-F238E27FC236}">
                <a16:creationId xmlns:a16="http://schemas.microsoft.com/office/drawing/2014/main" id="{EE9A095C-F7B4-ACB2-F2F9-076925C67FC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204474" y="1016000"/>
            <a:ext cx="2736850" cy="171190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2" name="Inhaltsplatzhalter 13">
            <a:extLst>
              <a:ext uri="{FF2B5EF4-FFF2-40B4-BE49-F238E27FC236}">
                <a16:creationId xmlns:a16="http://schemas.microsoft.com/office/drawing/2014/main" id="{353DE1C3-A7F2-83E9-A120-4FE2A1FA9AF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27512" y="1016000"/>
            <a:ext cx="2680837" cy="171190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3" name="Inhaltsplatzhalter 13">
            <a:extLst>
              <a:ext uri="{FF2B5EF4-FFF2-40B4-BE49-F238E27FC236}">
                <a16:creationId xmlns:a16="http://schemas.microsoft.com/office/drawing/2014/main" id="{E47B2B28-13D4-5795-3ABD-B70AF78F25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9726" y="2909888"/>
            <a:ext cx="2684462" cy="17250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5" name="Inhaltsplatzhalter 13">
            <a:extLst>
              <a:ext uri="{FF2B5EF4-FFF2-40B4-BE49-F238E27FC236}">
                <a16:creationId xmlns:a16="http://schemas.microsoft.com/office/drawing/2014/main" id="{0779CD6A-02D9-4FC6-91F7-5992E2F89E9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203575" y="2909888"/>
            <a:ext cx="2736850" cy="17250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6" name="Inhaltsplatzhalter 13">
            <a:extLst>
              <a:ext uri="{FF2B5EF4-FFF2-40B4-BE49-F238E27FC236}">
                <a16:creationId xmlns:a16="http://schemas.microsoft.com/office/drawing/2014/main" id="{62C094EA-31F1-49C8-6434-500F1546138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26613" y="2909888"/>
            <a:ext cx="2680837" cy="17250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7896736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4" orient="horz" pos="1833" userDrawn="1">
          <p15:clr>
            <a:srgbClr val="FBAE40"/>
          </p15:clr>
        </p15:guide>
        <p15:guide id="5" pos="1905" userDrawn="1">
          <p15:clr>
            <a:srgbClr val="FBAE40"/>
          </p15:clr>
        </p15:guide>
        <p15:guide id="6" pos="2018" userDrawn="1">
          <p15:clr>
            <a:srgbClr val="FBAE40"/>
          </p15:clr>
        </p15:guide>
        <p15:guide id="7" pos="3742" userDrawn="1">
          <p15:clr>
            <a:srgbClr val="FBAE40"/>
          </p15:clr>
        </p15:guide>
        <p15:guide id="8" pos="3855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c 1p blue box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3A92151-B6D0-8782-A8E4-6A94BC6E47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139" y="1015999"/>
            <a:ext cx="4144965" cy="3622675"/>
          </a:xfrm>
          <a:solidFill>
            <a:srgbClr val="E5F6FC"/>
          </a:solidFill>
        </p:spPr>
        <p:txBody>
          <a:bodyPr lIns="108000" tIns="108000" rIns="108000" bIns="1080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" name="Inhaltsplatzhalter 13">
            <a:extLst>
              <a:ext uri="{FF2B5EF4-FFF2-40B4-BE49-F238E27FC236}">
                <a16:creationId xmlns:a16="http://schemas.microsoft.com/office/drawing/2014/main" id="{54D13192-5D33-EA9A-E52F-CF35A037118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60900" y="1015999"/>
            <a:ext cx="4146550" cy="3622675"/>
          </a:xfrm>
          <a:solidFill>
            <a:srgbClr val="E5F6FC"/>
          </a:solidFill>
        </p:spPr>
        <p:txBody>
          <a:bodyPr lIns="108000" tIns="108000" rIns="108000" bIns="1080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4403096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pos="2936" userDrawn="1">
          <p15:clr>
            <a:srgbClr val="FBAE40"/>
          </p15:clr>
        </p15:guide>
        <p15:guide id="3" pos="282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c 1p blue box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3A92151-B6D0-8782-A8E4-6A94BC6E47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8139" y="1460500"/>
            <a:ext cx="4144966" cy="3178174"/>
          </a:xfrm>
          <a:solidFill>
            <a:srgbClr val="E5F6FC"/>
          </a:solidFill>
        </p:spPr>
        <p:txBody>
          <a:bodyPr lIns="108000" tIns="108000" rIns="108000" bIns="1080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" name="Inhaltsplatzhalter 13">
            <a:extLst>
              <a:ext uri="{FF2B5EF4-FFF2-40B4-BE49-F238E27FC236}">
                <a16:creationId xmlns:a16="http://schemas.microsoft.com/office/drawing/2014/main" id="{54D13192-5D33-EA9A-E52F-CF35A037118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62484" y="1460500"/>
            <a:ext cx="4144966" cy="3178174"/>
          </a:xfrm>
          <a:solidFill>
            <a:srgbClr val="E5F6FC"/>
          </a:solidFill>
        </p:spPr>
        <p:txBody>
          <a:bodyPr lIns="108000" tIns="108000" rIns="108000" bIns="1080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857D3E1-ED2A-BFB9-AD11-2FCA92D5B0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138" y="1016000"/>
            <a:ext cx="4144966" cy="406400"/>
          </a:xfrm>
          <a:solidFill>
            <a:srgbClr val="1E2A78"/>
          </a:solidFill>
        </p:spPr>
        <p:txBody>
          <a:bodyPr lIns="108000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Edit Master </a:t>
            </a:r>
            <a:r>
              <a:rPr lang="de-DE" dirty="0" err="1"/>
              <a:t>text</a:t>
            </a:r>
            <a:r>
              <a:rPr lang="de-DE" dirty="0"/>
              <a:t> style</a:t>
            </a:r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9F643515-DC98-8830-840D-88F0A16EFC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0896" y="1016000"/>
            <a:ext cx="4144966" cy="406400"/>
          </a:xfrm>
          <a:solidFill>
            <a:srgbClr val="1E2A78"/>
          </a:solidFill>
        </p:spPr>
        <p:txBody>
          <a:bodyPr lIns="108000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Edit Master </a:t>
            </a:r>
            <a:r>
              <a:rPr lang="de-DE" dirty="0" err="1"/>
              <a:t>text</a:t>
            </a:r>
            <a:r>
              <a:rPr lang="de-DE" dirty="0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2510093149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2" pos="2936" userDrawn="1">
          <p15:clr>
            <a:srgbClr val="FBAE40"/>
          </p15:clr>
        </p15:guide>
        <p15:guide id="3" pos="2824" userDrawn="1">
          <p15:clr>
            <a:srgbClr val="FBAE40"/>
          </p15:clr>
        </p15:guide>
        <p15:guide id="4" pos="288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86748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90927744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234A8AF-6BA9-11CB-30CE-F32AC5ED34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138" y="1015999"/>
            <a:ext cx="7788275" cy="3622675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  <a:lvl2pPr>
              <a:defRPr sz="1000">
                <a:solidFill>
                  <a:srgbClr val="8794A1"/>
                </a:solidFill>
              </a:defRPr>
            </a:lvl2pPr>
            <a:lvl3pPr>
              <a:defRPr sz="1000">
                <a:solidFill>
                  <a:schemeClr val="tx1"/>
                </a:solidFill>
              </a:defRPr>
            </a:lvl3pPr>
            <a:lvl4pPr>
              <a:defRPr sz="800">
                <a:solidFill>
                  <a:schemeClr val="tx1"/>
                </a:solidFill>
              </a:defRPr>
            </a:lvl4pPr>
            <a:lvl5pPr>
              <a:defRPr>
                <a:solidFill>
                  <a:srgbClr val="8794A1"/>
                </a:solidFill>
              </a:defRPr>
            </a:lvl5pPr>
          </a:lstStyle>
          <a:p>
            <a:pPr lvl="0"/>
            <a:r>
              <a:rPr lang="de-DE" dirty="0"/>
              <a:t>Disclaimer </a:t>
            </a:r>
            <a:r>
              <a:rPr lang="de-DE" dirty="0" err="1"/>
              <a:t>text</a:t>
            </a:r>
            <a:endParaRPr lang="de-DE" dirty="0"/>
          </a:p>
          <a:p>
            <a:pPr lvl="2"/>
            <a:r>
              <a:rPr lang="de-DE" dirty="0"/>
              <a:t>Second Level</a:t>
            </a:r>
          </a:p>
          <a:p>
            <a:pPr lvl="3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6038371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content a">
    <p:bg>
      <p:bgPr>
        <a:gradFill>
          <a:gsLst>
            <a:gs pos="0">
              <a:srgbClr val="16184E"/>
            </a:gs>
            <a:gs pos="60000">
              <a:srgbClr val="121D69"/>
            </a:gs>
            <a:gs pos="100000">
              <a:srgbClr val="1E2A78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">
            <a:extLst>
              <a:ext uri="{FF2B5EF4-FFF2-40B4-BE49-F238E27FC236}">
                <a16:creationId xmlns:a16="http://schemas.microsoft.com/office/drawing/2014/main" id="{69C42C2B-E994-FBE1-4E9E-1F58C623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6" name="Title Placeholder 4">
            <a:extLst>
              <a:ext uri="{FF2B5EF4-FFF2-40B4-BE49-F238E27FC236}">
                <a16:creationId xmlns:a16="http://schemas.microsoft.com/office/drawing/2014/main" id="{395AB259-C6A1-3675-B984-C2C15C7B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Edit Master title style</a:t>
            </a:r>
          </a:p>
        </p:txBody>
      </p:sp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D9F97F99-CD7A-AD34-F53A-63621B912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chemeClr val="bg1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2E4F07-A267-E5AF-43EC-78BEBB7BBD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0" name="Grafik 9">
            <a:extLst>
              <a:ext uri="{FF2B5EF4-FFF2-40B4-BE49-F238E27FC236}">
                <a16:creationId xmlns:a16="http://schemas.microsoft.com/office/drawing/2014/main" id="{0B884D4E-2E62-A2AC-08DE-431DAE758A58}"/>
              </a:ext>
            </a:extLst>
          </p:cNvPr>
          <p:cNvSpPr>
            <a:spLocks noChangeAspect="1"/>
          </p:cNvSpPr>
          <p:nvPr userDrawn="1"/>
        </p:nvSpPr>
        <p:spPr>
          <a:xfrm>
            <a:off x="8467463" y="338400"/>
            <a:ext cx="338400" cy="338400"/>
          </a:xfrm>
          <a:custGeom>
            <a:avLst/>
            <a:gdLst>
              <a:gd name="connsiteX0" fmla="*/ 385667 w 2699994"/>
              <a:gd name="connsiteY0" fmla="*/ 2314346 h 2700004"/>
              <a:gd name="connsiteX1" fmla="*/ 2314146 w 2699994"/>
              <a:gd name="connsiteY1" fmla="*/ 2314346 h 2700004"/>
              <a:gd name="connsiteX2" fmla="*/ 2314146 w 2699994"/>
              <a:gd name="connsiteY2" fmla="*/ 385658 h 2700004"/>
              <a:gd name="connsiteX3" fmla="*/ 385667 w 2699994"/>
              <a:gd name="connsiteY3" fmla="*/ 385658 h 2700004"/>
              <a:gd name="connsiteX4" fmla="*/ 385667 w 2699994"/>
              <a:gd name="connsiteY4" fmla="*/ 2314346 h 2700004"/>
              <a:gd name="connsiteX5" fmla="*/ 0 w 2699994"/>
              <a:gd name="connsiteY5" fmla="*/ 0 h 2700004"/>
              <a:gd name="connsiteX6" fmla="*/ 2699995 w 2699994"/>
              <a:gd name="connsiteY6" fmla="*/ 0 h 2700004"/>
              <a:gd name="connsiteX7" fmla="*/ 2699995 w 2699994"/>
              <a:gd name="connsiteY7" fmla="*/ 2700004 h 2700004"/>
              <a:gd name="connsiteX8" fmla="*/ 0 w 2699994"/>
              <a:gd name="connsiteY8" fmla="*/ 2700004 h 2700004"/>
              <a:gd name="connsiteX9" fmla="*/ 0 w 2699994"/>
              <a:gd name="connsiteY9" fmla="*/ 0 h 2700004"/>
              <a:gd name="connsiteX10" fmla="*/ 582549 w 2699994"/>
              <a:gd name="connsiteY10" fmla="*/ 2051971 h 2700004"/>
              <a:gd name="connsiteX11" fmla="*/ 1635709 w 2699994"/>
              <a:gd name="connsiteY11" fmla="*/ 648033 h 2700004"/>
              <a:gd name="connsiteX12" fmla="*/ 2117874 w 2699994"/>
              <a:gd name="connsiteY12" fmla="*/ 648033 h 2700004"/>
              <a:gd name="connsiteX13" fmla="*/ 1064714 w 2699994"/>
              <a:gd name="connsiteY13" fmla="*/ 2051971 h 2700004"/>
              <a:gd name="connsiteX14" fmla="*/ 582549 w 2699994"/>
              <a:gd name="connsiteY14" fmla="*/ 2051971 h 2700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99994" h="2700004">
                <a:moveTo>
                  <a:pt x="385667" y="2314346"/>
                </a:moveTo>
                <a:lnTo>
                  <a:pt x="2314146" y="2314346"/>
                </a:lnTo>
                <a:lnTo>
                  <a:pt x="2314146" y="385658"/>
                </a:lnTo>
                <a:lnTo>
                  <a:pt x="385667" y="385658"/>
                </a:lnTo>
                <a:lnTo>
                  <a:pt x="385667" y="2314346"/>
                </a:lnTo>
                <a:close/>
                <a:moveTo>
                  <a:pt x="0" y="0"/>
                </a:moveTo>
                <a:lnTo>
                  <a:pt x="2699995" y="0"/>
                </a:lnTo>
                <a:lnTo>
                  <a:pt x="2699995" y="2700004"/>
                </a:lnTo>
                <a:lnTo>
                  <a:pt x="0" y="2700004"/>
                </a:lnTo>
                <a:lnTo>
                  <a:pt x="0" y="0"/>
                </a:lnTo>
                <a:close/>
                <a:moveTo>
                  <a:pt x="582549" y="2051971"/>
                </a:moveTo>
                <a:lnTo>
                  <a:pt x="1635709" y="648033"/>
                </a:lnTo>
                <a:lnTo>
                  <a:pt x="2117874" y="648033"/>
                </a:lnTo>
                <a:lnTo>
                  <a:pt x="1064714" y="2051971"/>
                </a:lnTo>
                <a:lnTo>
                  <a:pt x="582549" y="2051971"/>
                </a:ln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234A8AF-6BA9-11CB-30CE-F32AC5ED34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138" y="1015999"/>
            <a:ext cx="7788275" cy="3622675"/>
          </a:xfrm>
        </p:spPr>
        <p:txBody>
          <a:bodyPr/>
          <a:lstStyle>
            <a:lvl1pPr>
              <a:defRPr sz="1200">
                <a:solidFill>
                  <a:srgbClr val="00A3E0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EE5C55C-FC6F-43BD-470C-E7A30DD15F0B}"/>
              </a:ext>
            </a:extLst>
          </p:cNvPr>
          <p:cNvSpPr/>
          <p:nvPr userDrawn="1"/>
        </p:nvSpPr>
        <p:spPr>
          <a:xfrm>
            <a:off x="338138" y="4805100"/>
            <a:ext cx="1798363" cy="24152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pPr marL="0" indent="0">
              <a:lnSpc>
                <a:spcPts val="800"/>
              </a:lnSpc>
              <a:defRPr/>
            </a:pPr>
            <a:r>
              <a:rPr lang="en-GB" sz="700" noProof="1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Bank. </a:t>
            </a:r>
            <a:r>
              <a:rPr lang="en-GB" sz="700" noProof="1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3812640786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motif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F55DC8F6-EA8B-0DFB-6CB9-063D3DC092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Google Shape;12;p7">
            <a:extLst>
              <a:ext uri="{FF2B5EF4-FFF2-40B4-BE49-F238E27FC236}">
                <a16:creationId xmlns:a16="http://schemas.microsoft.com/office/drawing/2014/main" id="{C0671CDF-CBD6-A4B5-7F49-5EE9C863640F}"/>
              </a:ext>
            </a:extLst>
          </p:cNvPr>
          <p:cNvSpPr/>
          <p:nvPr userDrawn="1"/>
        </p:nvSpPr>
        <p:spPr>
          <a:xfrm>
            <a:off x="450973" y="899999"/>
            <a:ext cx="7794000" cy="3798000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32811098-3698-4FDF-AA92-9463B68235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8" y="1605246"/>
            <a:ext cx="7342187" cy="1062354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98DE-A1FB-4777-A6D7-53EE7B7D4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4688" y="4268722"/>
            <a:ext cx="7342187" cy="238204"/>
          </a:xfrm>
          <a:prstGeom prst="rect">
            <a:avLst/>
          </a:prstGeom>
        </p:spPr>
        <p:txBody>
          <a:bodyPr anchor="b" anchorCtr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</a:t>
            </a:r>
            <a:r>
              <a:rPr lang="en-GB" dirty="0">
                <a:ea typeface="Deutsche Bank Text" panose="020B0503020202030204" pitchFamily="34" charset="0"/>
              </a:rPr>
              <a:t>Speaker name</a:t>
            </a:r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398177C-F289-4DAD-8522-AE91DC3A48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4688" y="2667600"/>
            <a:ext cx="7342187" cy="87216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26421A6F-196D-40A6-230B-CAC806CB44B5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14D8C02C-9441-F254-5EE6-5CE3B2F8F371}"/>
              </a:ext>
            </a:extLst>
          </p:cNvPr>
          <p:cNvSpPr txBox="1"/>
          <p:nvPr userDrawn="1"/>
        </p:nvSpPr>
        <p:spPr bwMode="auto">
          <a:xfrm>
            <a:off x="674688" y="112236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200"/>
              </a:lnSpc>
              <a:defRPr/>
            </a:pPr>
            <a:r>
              <a:rPr lang="en-GB" sz="1200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</p:spTree>
    <p:extLst>
      <p:ext uri="{BB962C8B-B14F-4D97-AF65-F5344CB8AC3E}">
        <p14:creationId xmlns:p14="http://schemas.microsoft.com/office/powerpoint/2010/main" val="3367010543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Motif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6A1C39-83E4-3A0E-2953-8177B5997A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61" y="0"/>
            <a:ext cx="9143039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12;p7">
            <a:extLst>
              <a:ext uri="{FF2B5EF4-FFF2-40B4-BE49-F238E27FC236}">
                <a16:creationId xmlns:a16="http://schemas.microsoft.com/office/drawing/2014/main" id="{C3B6050F-8762-847A-D7AF-AD0EA366019F}"/>
              </a:ext>
            </a:extLst>
          </p:cNvPr>
          <p:cNvSpPr/>
          <p:nvPr userDrawn="1"/>
        </p:nvSpPr>
        <p:spPr>
          <a:xfrm>
            <a:off x="571466" y="856531"/>
            <a:ext cx="7429175" cy="3858326"/>
          </a:xfrm>
          <a:prstGeom prst="rect">
            <a:avLst/>
          </a:prstGeom>
          <a:solidFill>
            <a:srgbClr val="1E2A78">
              <a:alpha val="70000"/>
            </a:srgbClr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chemeClr val="lt1"/>
              </a:solidFill>
              <a:latin typeface="Deutsche Bank Text" panose="020B0503020202030204" pitchFamily="34" charset="0"/>
              <a:ea typeface="Deutsche Bank Text" panose="020B0503020202030204" pitchFamily="34" charset="0"/>
              <a:cs typeface="Deutsche Bank Text" panose="020B0503020202030204" pitchFamily="34" charset="0"/>
              <a:sym typeface="Calibri"/>
            </a:endParaRPr>
          </a:p>
        </p:txBody>
      </p:sp>
      <p:sp>
        <p:nvSpPr>
          <p:cNvPr id="4" name="TextBox 19">
            <a:extLst>
              <a:ext uri="{FF2B5EF4-FFF2-40B4-BE49-F238E27FC236}">
                <a16:creationId xmlns:a16="http://schemas.microsoft.com/office/drawing/2014/main" id="{665AAA21-3876-BCB5-F3B2-26F223D9EBCF}"/>
              </a:ext>
            </a:extLst>
          </p:cNvPr>
          <p:cNvSpPr txBox="1"/>
          <p:nvPr userDrawn="1"/>
        </p:nvSpPr>
        <p:spPr bwMode="auto">
          <a:xfrm>
            <a:off x="859681" y="1072553"/>
            <a:ext cx="4082400" cy="30457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ts val="1089"/>
              </a:lnSpc>
              <a:defRPr/>
            </a:pPr>
            <a:r>
              <a:rPr lang="en-GB" sz="1089" dirty="0">
                <a:solidFill>
                  <a:schemeClr val="bg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</a:t>
            </a:r>
          </a:p>
          <a:p>
            <a:pPr>
              <a:lnSpc>
                <a:spcPts val="1089"/>
              </a:lnSpc>
              <a:defRPr/>
            </a:pPr>
            <a:r>
              <a:rPr lang="en-GB" sz="1089" dirty="0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  <p:sp>
        <p:nvSpPr>
          <p:cNvPr id="5" name="Textplatzhalter 28">
            <a:extLst>
              <a:ext uri="{FF2B5EF4-FFF2-40B4-BE49-F238E27FC236}">
                <a16:creationId xmlns:a16="http://schemas.microsoft.com/office/drawing/2014/main" id="{B111BE9E-0B24-3B98-352B-5D1D4D58E3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9681" y="1493492"/>
            <a:ext cx="6857280" cy="116207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lnSpc>
                <a:spcPct val="90000"/>
              </a:lnSpc>
              <a:defRPr sz="2722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headline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D0965BC-C2B6-DAE3-AA4F-41037C4A42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9681" y="4160597"/>
            <a:ext cx="6857280" cy="334227"/>
          </a:xfrm>
          <a:prstGeom prst="rect">
            <a:avLst/>
          </a:prstGeom>
        </p:spPr>
        <p:txBody>
          <a:bodyPr anchor="b" anchorCtr="0"/>
          <a:lstStyle>
            <a:lvl1pPr>
              <a:defRPr sz="816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Date, Speaker name</a:t>
            </a:r>
          </a:p>
        </p:txBody>
      </p:sp>
      <p:sp>
        <p:nvSpPr>
          <p:cNvPr id="12" name="Textplatzhalter 4">
            <a:extLst>
              <a:ext uri="{FF2B5EF4-FFF2-40B4-BE49-F238E27FC236}">
                <a16:creationId xmlns:a16="http://schemas.microsoft.com/office/drawing/2014/main" id="{F2B3B9FB-6AEC-0DCB-FE8B-A75DCE2AE9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9681" y="2655569"/>
            <a:ext cx="6857280" cy="1505028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36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dirty="0"/>
              <a:t>Click to edit subline</a:t>
            </a: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6C1D52DF-B30D-D46E-0C2E-71E40D41E98A}"/>
              </a:ext>
            </a:extLst>
          </p:cNvPr>
          <p:cNvSpPr>
            <a:spLocks noEditPoints="1"/>
          </p:cNvSpPr>
          <p:nvPr userDrawn="1"/>
        </p:nvSpPr>
        <p:spPr bwMode="black">
          <a:xfrm>
            <a:off x="8001071" y="428644"/>
            <a:ext cx="571465" cy="428643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490317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65C97-7830-49FC-9697-6D19DA821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4688" y="1120459"/>
            <a:ext cx="2676862" cy="14512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FC2B49-C94A-476B-8639-FC6E77CEDCC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5C3C28A-B976-B1E4-63A7-9E463F950C8F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8243888" y="450000"/>
            <a:ext cx="450000" cy="450000"/>
          </a:xfrm>
          <a:custGeom>
            <a:avLst/>
            <a:gdLst/>
            <a:ahLst/>
            <a:cxnLst>
              <a:cxn ang="0">
                <a:pos x="2286" y="2285"/>
              </a:cxn>
              <a:cxn ang="0">
                <a:pos x="2286" y="14035"/>
              </a:cxn>
              <a:cxn ang="0">
                <a:pos x="14035" y="14035"/>
              </a:cxn>
              <a:cxn ang="0">
                <a:pos x="14035" y="2285"/>
              </a:cxn>
              <a:cxn ang="0">
                <a:pos x="2286" y="2285"/>
              </a:cxn>
              <a:cxn ang="0">
                <a:pos x="3590" y="12404"/>
              </a:cxn>
              <a:cxn ang="0">
                <a:pos x="6527" y="12404"/>
              </a:cxn>
              <a:cxn ang="0">
                <a:pos x="12730" y="3917"/>
              </a:cxn>
              <a:cxn ang="0">
                <a:pos x="9792" y="3917"/>
              </a:cxn>
              <a:cxn ang="0">
                <a:pos x="3590" y="12404"/>
              </a:cxn>
              <a:cxn ang="0">
                <a:pos x="0" y="0"/>
              </a:cxn>
              <a:cxn ang="0">
                <a:pos x="16320" y="0"/>
              </a:cxn>
              <a:cxn ang="0">
                <a:pos x="16320" y="16320"/>
              </a:cxn>
              <a:cxn ang="0">
                <a:pos x="0" y="16320"/>
              </a:cxn>
              <a:cxn ang="0">
                <a:pos x="0" y="0"/>
              </a:cxn>
            </a:cxnLst>
            <a:rect l="0" t="0" r="r" b="b"/>
            <a:pathLst>
              <a:path w="16320" h="16320">
                <a:moveTo>
                  <a:pt x="2286" y="2285"/>
                </a:moveTo>
                <a:lnTo>
                  <a:pt x="2286" y="14035"/>
                </a:lnTo>
                <a:lnTo>
                  <a:pt x="14035" y="14035"/>
                </a:lnTo>
                <a:lnTo>
                  <a:pt x="14035" y="2285"/>
                </a:lnTo>
                <a:lnTo>
                  <a:pt x="2286" y="2285"/>
                </a:lnTo>
                <a:close/>
                <a:moveTo>
                  <a:pt x="3590" y="12404"/>
                </a:moveTo>
                <a:lnTo>
                  <a:pt x="6527" y="12404"/>
                </a:lnTo>
                <a:lnTo>
                  <a:pt x="12730" y="3917"/>
                </a:lnTo>
                <a:lnTo>
                  <a:pt x="9792" y="3917"/>
                </a:lnTo>
                <a:lnTo>
                  <a:pt x="3590" y="12404"/>
                </a:lnTo>
                <a:close/>
                <a:moveTo>
                  <a:pt x="0" y="0"/>
                </a:moveTo>
                <a:lnTo>
                  <a:pt x="16320" y="0"/>
                </a:lnTo>
                <a:lnTo>
                  <a:pt x="16320" y="16320"/>
                </a:lnTo>
                <a:lnTo>
                  <a:pt x="0" y="163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357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802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469" r:id="rId1"/>
    <p:sldLayoutId id="2147485468" r:id="rId2"/>
    <p:sldLayoutId id="2147485455" r:id="rId3"/>
    <p:sldLayoutId id="2147485471" r:id="rId4"/>
    <p:sldLayoutId id="2147485472" r:id="rId5"/>
    <p:sldLayoutId id="2147485475" r:id="rId6"/>
    <p:sldLayoutId id="2147485474" r:id="rId7"/>
    <p:sldLayoutId id="2147485449" r:id="rId8"/>
    <p:sldLayoutId id="2147485476" r:id="rId9"/>
    <p:sldLayoutId id="2147485457" r:id="rId10"/>
    <p:sldLayoutId id="2147485464" r:id="rId11"/>
    <p:sldLayoutId id="2147485465" r:id="rId12"/>
    <p:sldLayoutId id="2147485460" r:id="rId13"/>
    <p:sldLayoutId id="2147485470" r:id="rId14"/>
  </p:sldLayoutIdLst>
  <p:transition>
    <p:wipe dir="r"/>
  </p:transition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/>
        <a:defRPr sz="1400" kern="1200" baseline="0">
          <a:solidFill>
            <a:srgbClr val="1E2A78"/>
          </a:solidFill>
          <a:latin typeface="+mj-lt"/>
          <a:ea typeface="Deutsche Bank Display" panose="020F0403020203030304" pitchFamily="34" charset="0"/>
          <a:cs typeface="Deutsche Bank Display" panose="020F04030202030303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5pPr>
      <a:lvl6pPr marL="34225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6pPr>
      <a:lvl7pPr marL="68450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7pPr>
      <a:lvl8pPr marL="102676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8pPr>
      <a:lvl9pPr marL="136901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defRPr sz="1200" kern="1200" baseline="0">
          <a:solidFill>
            <a:srgbClr val="00A3E0"/>
          </a:solidFill>
          <a:latin typeface="+mn-lt"/>
          <a:ea typeface="ＭＳ Ｐゴシック" pitchFamily="-109" charset="-128"/>
          <a:cs typeface="ＭＳ Ｐゴシック" pitchFamily="-109" charset="-128"/>
        </a:defRPr>
      </a:lvl1pPr>
      <a:lvl2pPr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defRPr sz="1200" kern="1200" baseline="0">
          <a:solidFill>
            <a:schemeClr val="bg1"/>
          </a:solidFill>
          <a:latin typeface="+mn-lt"/>
          <a:ea typeface="ＭＳ Ｐゴシック" pitchFamily="-109" charset="-128"/>
        </a:defRPr>
      </a:lvl2pPr>
      <a:lvl3pPr marL="252000" indent="-252000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charset="0"/>
        <a:buChar char="—"/>
        <a:defRPr sz="1200" kern="1200" baseline="0">
          <a:solidFill>
            <a:schemeClr val="bg1"/>
          </a:solidFill>
          <a:latin typeface="+mn-lt"/>
          <a:ea typeface="Deutsche Bank Text" panose="020B0503020202030204" pitchFamily="34" charset="0"/>
          <a:cs typeface="Deutsche Bank Text" panose="020B0503020202030204" pitchFamily="34" charset="0"/>
        </a:defRPr>
      </a:lvl3pPr>
      <a:lvl4pPr marL="468000" indent="-216000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charset="0"/>
        <a:buChar char="—"/>
        <a:defRPr sz="1000" kern="1200" baseline="0">
          <a:solidFill>
            <a:schemeClr val="bg1"/>
          </a:solidFill>
          <a:latin typeface="+mn-lt"/>
          <a:ea typeface="ＭＳ Ｐゴシック" pitchFamily="-109" charset="-128"/>
        </a:defRPr>
      </a:lvl4pPr>
      <a:lvl5pPr marL="717550" indent="-227013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charset="0"/>
        <a:buChar char="—"/>
        <a:defRPr sz="1000" kern="1200" baseline="0">
          <a:solidFill>
            <a:schemeClr val="bg1"/>
          </a:solidFill>
          <a:latin typeface="+mn-lt"/>
          <a:ea typeface="ＭＳ Ｐゴシック" pitchFamily="-109" charset="-128"/>
        </a:defRPr>
      </a:lvl5pPr>
      <a:lvl6pPr marL="882969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6pPr>
      <a:lvl7pPr marL="1225221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7pPr>
      <a:lvl8pPr marL="1567475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8pPr>
      <a:lvl9pPr marL="1909729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1pPr>
      <a:lvl2pPr marL="342254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2pPr>
      <a:lvl3pPr marL="684508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3pPr>
      <a:lvl4pPr marL="1026762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4pPr>
      <a:lvl5pPr marL="1369014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5pPr>
      <a:lvl6pPr marL="1711269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6pPr>
      <a:lvl7pPr marL="2053523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7pPr>
      <a:lvl8pPr marL="2395776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8pPr>
      <a:lvl9pPr marL="2738030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pos="5476" userDrawn="1">
          <p15:clr>
            <a:srgbClr val="F26B43"/>
          </p15:clr>
        </p15:guide>
        <p15:guide id="12" pos="283" userDrawn="1">
          <p15:clr>
            <a:srgbClr val="F26B43"/>
          </p15:clr>
        </p15:guide>
        <p15:guide id="13" orient="horz" pos="283" userDrawn="1">
          <p15:clr>
            <a:srgbClr val="F26B43"/>
          </p15:clr>
        </p15:guide>
        <p15:guide id="17" orient="horz" pos="565" userDrawn="1">
          <p15:clr>
            <a:srgbClr val="F26B43"/>
          </p15:clr>
        </p15:guide>
        <p15:guide id="18" orient="horz" pos="2958" userDrawn="1">
          <p15:clr>
            <a:srgbClr val="F26B43"/>
          </p15:clr>
        </p15:guide>
        <p15:guide id="19" orient="horz" pos="2822" userDrawn="1">
          <p15:clr>
            <a:srgbClr val="F26B43"/>
          </p15:clr>
        </p15:guide>
        <p15:guide id="22" pos="5050" userDrawn="1">
          <p15:clr>
            <a:srgbClr val="F26B43"/>
          </p15:clr>
        </p15:guide>
        <p15:guide id="23" orient="horz" pos="707" userDrawn="1">
          <p15:clr>
            <a:srgbClr val="F26B43"/>
          </p15:clr>
        </p15:guide>
        <p15:guide id="24" pos="5193" userDrawn="1">
          <p15:clr>
            <a:srgbClr val="F26B43"/>
          </p15:clr>
        </p15:guide>
        <p15:guide id="27" pos="425" userDrawn="1">
          <p15:clr>
            <a:srgbClr val="F26B43"/>
          </p15:clr>
        </p15:guide>
        <p15:guide id="28" orient="horz" pos="16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5B9FD7A-E47D-464F-908E-0A898F0994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ts val="800"/>
              </a:lnSpc>
              <a:defRPr sz="700">
                <a:solidFill>
                  <a:schemeClr val="tx1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defRPr>
            </a:lvl1pPr>
          </a:lstStyle>
          <a:p>
            <a:fld id="{D71DA9FD-6EF8-4CC5-AF9B-B6159B5B937C}" type="slidenum">
              <a:rPr lang="en-GB" noProof="1" smtClean="0"/>
              <a:pPr/>
              <a:t>‹#›</a:t>
            </a:fld>
            <a:endParaRPr lang="en-GB" noProof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65C97-7830-49FC-9697-6D19DA821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8138" y="1015199"/>
            <a:ext cx="8467725" cy="36234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Edit Master text style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429F3B1B-8104-4CBB-A285-B4B3ADCCE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Edit Master title style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6EDBBC0-08FC-4FF5-93D8-319C27CD84CB}"/>
              </a:ext>
            </a:extLst>
          </p:cNvPr>
          <p:cNvSpPr/>
          <p:nvPr userDrawn="1"/>
        </p:nvSpPr>
        <p:spPr>
          <a:xfrm>
            <a:off x="338138" y="4805100"/>
            <a:ext cx="1798363" cy="24152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pPr marL="0" indent="0">
              <a:lnSpc>
                <a:spcPts val="800"/>
              </a:lnSpc>
              <a:defRPr/>
            </a:pPr>
            <a:r>
              <a:rPr lang="en-GB" sz="700" noProof="1">
                <a:solidFill>
                  <a:srgbClr val="1E2A78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Deutsche Bank. </a:t>
            </a:r>
            <a:r>
              <a:rPr lang="en-GB" sz="700" noProof="1">
                <a:solidFill>
                  <a:srgbClr val="00A3E0"/>
                </a:solidFill>
                <a:latin typeface="+mn-lt"/>
                <a:ea typeface="Deutsche Bank Text" panose="020B0503020202030204" pitchFamily="34" charset="0"/>
                <a:cs typeface="Deutsche Bank Text" panose="020B0503020202030204" pitchFamily="34" charset="0"/>
              </a:rPr>
              <a:t>Corporate Division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4A4B362-19DC-4728-8691-B4DF4C9AAD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00"/>
              </a:lnSpc>
              <a:defRPr sz="700">
                <a:solidFill>
                  <a:srgbClr val="1E2A78"/>
                </a:solidFill>
                <a:latin typeface="+mn-lt"/>
                <a:cs typeface="Deutsche Bank Text" panose="020B0503020202030204" pitchFamily="34" charset="0"/>
              </a:defRPr>
            </a:lvl1pPr>
          </a:lstStyle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FC2B49-C94A-476B-8639-FC6E77CEDCC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72000" y="4927600"/>
            <a:ext cx="57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 dirty="0">
                <a:solidFill>
                  <a:srgbClr val="000000"/>
                </a:solidFill>
                <a:latin typeface="Deutsche Bank Text" panose="020B0503020202030204" pitchFamily="34" charset="0"/>
                <a:cs typeface="Deutsche Bank Text" panose="020B0503020202030204" pitchFamily="34" charset="0"/>
              </a:rPr>
              <a:t> </a:t>
            </a:r>
          </a:p>
        </p:txBody>
      </p:sp>
      <p:sp>
        <p:nvSpPr>
          <p:cNvPr id="12" name="Grafik 9">
            <a:extLst>
              <a:ext uri="{FF2B5EF4-FFF2-40B4-BE49-F238E27FC236}">
                <a16:creationId xmlns:a16="http://schemas.microsoft.com/office/drawing/2014/main" id="{B29001C1-63DA-2119-A100-853E4B7B6C6E}"/>
              </a:ext>
            </a:extLst>
          </p:cNvPr>
          <p:cNvSpPr>
            <a:spLocks noChangeAspect="1"/>
          </p:cNvSpPr>
          <p:nvPr userDrawn="1"/>
        </p:nvSpPr>
        <p:spPr>
          <a:xfrm>
            <a:off x="8467463" y="338400"/>
            <a:ext cx="338400" cy="338400"/>
          </a:xfrm>
          <a:custGeom>
            <a:avLst/>
            <a:gdLst>
              <a:gd name="connsiteX0" fmla="*/ 385667 w 2699994"/>
              <a:gd name="connsiteY0" fmla="*/ 2314346 h 2700004"/>
              <a:gd name="connsiteX1" fmla="*/ 2314146 w 2699994"/>
              <a:gd name="connsiteY1" fmla="*/ 2314346 h 2700004"/>
              <a:gd name="connsiteX2" fmla="*/ 2314146 w 2699994"/>
              <a:gd name="connsiteY2" fmla="*/ 385658 h 2700004"/>
              <a:gd name="connsiteX3" fmla="*/ 385667 w 2699994"/>
              <a:gd name="connsiteY3" fmla="*/ 385658 h 2700004"/>
              <a:gd name="connsiteX4" fmla="*/ 385667 w 2699994"/>
              <a:gd name="connsiteY4" fmla="*/ 2314346 h 2700004"/>
              <a:gd name="connsiteX5" fmla="*/ 0 w 2699994"/>
              <a:gd name="connsiteY5" fmla="*/ 0 h 2700004"/>
              <a:gd name="connsiteX6" fmla="*/ 2699995 w 2699994"/>
              <a:gd name="connsiteY6" fmla="*/ 0 h 2700004"/>
              <a:gd name="connsiteX7" fmla="*/ 2699995 w 2699994"/>
              <a:gd name="connsiteY7" fmla="*/ 2700004 h 2700004"/>
              <a:gd name="connsiteX8" fmla="*/ 0 w 2699994"/>
              <a:gd name="connsiteY8" fmla="*/ 2700004 h 2700004"/>
              <a:gd name="connsiteX9" fmla="*/ 0 w 2699994"/>
              <a:gd name="connsiteY9" fmla="*/ 0 h 2700004"/>
              <a:gd name="connsiteX10" fmla="*/ 582549 w 2699994"/>
              <a:gd name="connsiteY10" fmla="*/ 2051971 h 2700004"/>
              <a:gd name="connsiteX11" fmla="*/ 1635709 w 2699994"/>
              <a:gd name="connsiteY11" fmla="*/ 648033 h 2700004"/>
              <a:gd name="connsiteX12" fmla="*/ 2117874 w 2699994"/>
              <a:gd name="connsiteY12" fmla="*/ 648033 h 2700004"/>
              <a:gd name="connsiteX13" fmla="*/ 1064714 w 2699994"/>
              <a:gd name="connsiteY13" fmla="*/ 2051971 h 2700004"/>
              <a:gd name="connsiteX14" fmla="*/ 582549 w 2699994"/>
              <a:gd name="connsiteY14" fmla="*/ 2051971 h 2700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99994" h="2700004">
                <a:moveTo>
                  <a:pt x="385667" y="2314346"/>
                </a:moveTo>
                <a:lnTo>
                  <a:pt x="2314146" y="2314346"/>
                </a:lnTo>
                <a:lnTo>
                  <a:pt x="2314146" y="385658"/>
                </a:lnTo>
                <a:lnTo>
                  <a:pt x="385667" y="385658"/>
                </a:lnTo>
                <a:lnTo>
                  <a:pt x="385667" y="2314346"/>
                </a:lnTo>
                <a:close/>
                <a:moveTo>
                  <a:pt x="0" y="0"/>
                </a:moveTo>
                <a:lnTo>
                  <a:pt x="2699995" y="0"/>
                </a:lnTo>
                <a:lnTo>
                  <a:pt x="2699995" y="2700004"/>
                </a:lnTo>
                <a:lnTo>
                  <a:pt x="0" y="2700004"/>
                </a:lnTo>
                <a:lnTo>
                  <a:pt x="0" y="0"/>
                </a:lnTo>
                <a:close/>
                <a:moveTo>
                  <a:pt x="582549" y="2051971"/>
                </a:moveTo>
                <a:lnTo>
                  <a:pt x="1635709" y="648033"/>
                </a:lnTo>
                <a:lnTo>
                  <a:pt x="2117874" y="648033"/>
                </a:lnTo>
                <a:lnTo>
                  <a:pt x="1064714" y="2051971"/>
                </a:lnTo>
                <a:lnTo>
                  <a:pt x="582549" y="2051971"/>
                </a:lnTo>
              </a:path>
            </a:pathLst>
          </a:custGeom>
          <a:solidFill>
            <a:srgbClr val="1E2A7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 dirty="0">
              <a:latin typeface="Deutsche Bank Text" panose="020B0503020202030204" pitchFamily="34" charset="0"/>
              <a:cs typeface="Deutsche Bank Text" panose="020B0503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592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385" r:id="rId1"/>
    <p:sldLayoutId id="2147485423" r:id="rId2"/>
    <p:sldLayoutId id="2147485424" r:id="rId3"/>
    <p:sldLayoutId id="2147485411" r:id="rId4"/>
    <p:sldLayoutId id="2147485422" r:id="rId5"/>
    <p:sldLayoutId id="2147485425" r:id="rId6"/>
    <p:sldLayoutId id="2147485426" r:id="rId7"/>
    <p:sldLayoutId id="2147485427" r:id="rId8"/>
    <p:sldLayoutId id="2147485462" r:id="rId9"/>
    <p:sldLayoutId id="2147485463" r:id="rId10"/>
    <p:sldLayoutId id="2147485428" r:id="rId11"/>
    <p:sldLayoutId id="2147485429" r:id="rId12"/>
    <p:sldLayoutId id="2147485430" r:id="rId13"/>
    <p:sldLayoutId id="2147485466" r:id="rId14"/>
    <p:sldLayoutId id="2147485477" r:id="rId15"/>
    <p:sldLayoutId id="2147485478" r:id="rId16"/>
  </p:sldLayoutIdLst>
  <p:transition>
    <p:wipe dir="r"/>
  </p:transition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/>
        <a:defRPr sz="1400" kern="1200" baseline="0">
          <a:solidFill>
            <a:srgbClr val="1E2A78"/>
          </a:solidFill>
          <a:latin typeface="+mj-lt"/>
          <a:ea typeface="Deutsche Bank Text" panose="020B0503020202030204" pitchFamily="34" charset="0"/>
          <a:cs typeface="Deutsche Bank Text" panose="020B050302020203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1764">
          <a:solidFill>
            <a:schemeClr val="tx1"/>
          </a:solidFill>
          <a:latin typeface="Arial" charset="0"/>
          <a:ea typeface="ＭＳ Ｐゴシック" pitchFamily="34" charset="-128"/>
          <a:cs typeface="ＭＳ Ｐゴシック" pitchFamily="-109" charset="-128"/>
        </a:defRPr>
      </a:lvl5pPr>
      <a:lvl6pPr marL="34225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6pPr>
      <a:lvl7pPr marL="68450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7pPr>
      <a:lvl8pPr marL="102676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8pPr>
      <a:lvl9pPr marL="136901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tabLst>
          <a:tab pos="499120" algn="l"/>
        </a:tabLst>
        <a:defRPr sz="1764" b="1">
          <a:solidFill>
            <a:schemeClr val="tx1"/>
          </a:solidFill>
          <a:latin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defRPr sz="1200" kern="1200" baseline="0">
          <a:solidFill>
            <a:srgbClr val="00A3E0"/>
          </a:solidFill>
          <a:latin typeface="+mn-lt"/>
          <a:ea typeface="ＭＳ Ｐゴシック" pitchFamily="-109" charset="-128"/>
          <a:cs typeface="ＭＳ Ｐゴシック" pitchFamily="-109" charset="-128"/>
        </a:defRPr>
      </a:lvl1pPr>
      <a:lvl2pPr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defRPr sz="1200" kern="1200" baseline="0">
          <a:solidFill>
            <a:schemeClr val="tx1"/>
          </a:solidFill>
          <a:latin typeface="+mn-lt"/>
          <a:ea typeface="ＭＳ Ｐゴシック" pitchFamily="-109" charset="-128"/>
        </a:defRPr>
      </a:lvl2pPr>
      <a:lvl3pPr marL="252000" indent="-252000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charset="0"/>
        <a:buChar char="—"/>
        <a:defRPr sz="1200" kern="1200" baseline="0">
          <a:solidFill>
            <a:schemeClr val="tx1"/>
          </a:solidFill>
          <a:latin typeface="+mn-lt"/>
          <a:ea typeface="Deutsche Bank Text" panose="020B0503020202030204" pitchFamily="34" charset="0"/>
          <a:cs typeface="Deutsche Bank Text" panose="020B0503020202030204" pitchFamily="34" charset="0"/>
        </a:defRPr>
      </a:lvl3pPr>
      <a:lvl4pPr marL="468000" indent="-216000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charset="0"/>
        <a:buChar char="—"/>
        <a:defRPr sz="1000" kern="1200" baseline="0">
          <a:solidFill>
            <a:schemeClr val="tx1"/>
          </a:solidFill>
          <a:latin typeface="+mn-lt"/>
          <a:ea typeface="ＭＳ Ｐゴシック" pitchFamily="-109" charset="-128"/>
        </a:defRPr>
      </a:lvl4pPr>
      <a:lvl5pPr marL="717550" indent="-227013" algn="l" rtl="0" eaLnBrk="1" fontAlgn="base" hangingPunct="1">
        <a:lnSpc>
          <a:spcPct val="100000"/>
        </a:lnSpc>
        <a:spcBef>
          <a:spcPts val="0"/>
        </a:spcBef>
        <a:spcAft>
          <a:spcPts val="0"/>
        </a:spcAft>
        <a:buFont typeface="Arial" charset="0"/>
        <a:buChar char="—"/>
        <a:defRPr sz="1000" kern="1200" baseline="0">
          <a:solidFill>
            <a:schemeClr val="tx1"/>
          </a:solidFill>
          <a:latin typeface="+mn-lt"/>
          <a:ea typeface="ＭＳ Ｐゴシック" pitchFamily="-109" charset="-128"/>
        </a:defRPr>
      </a:lvl5pPr>
      <a:lvl6pPr marL="882969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6pPr>
      <a:lvl7pPr marL="1225221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7pPr>
      <a:lvl8pPr marL="1567475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8pPr>
      <a:lvl9pPr marL="1909729" indent="-133099" algn="l" rtl="0" eaLnBrk="1" fontAlgn="base" hangingPunct="1">
        <a:spcBef>
          <a:spcPct val="10000"/>
        </a:spcBef>
        <a:spcAft>
          <a:spcPct val="10000"/>
        </a:spcAft>
        <a:buClr>
          <a:schemeClr val="tx2"/>
        </a:buClr>
        <a:buFont typeface="Arial" charset="0"/>
        <a:buChar char="-"/>
        <a:defRPr sz="1017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1pPr>
      <a:lvl2pPr marL="342254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2pPr>
      <a:lvl3pPr marL="684508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3pPr>
      <a:lvl4pPr marL="1026762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4pPr>
      <a:lvl5pPr marL="1369014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5pPr>
      <a:lvl6pPr marL="1711269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6pPr>
      <a:lvl7pPr marL="2053523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7pPr>
      <a:lvl8pPr marL="2395776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8pPr>
      <a:lvl9pPr marL="2738030" algn="l" defTabSz="684508" rtl="0" eaLnBrk="1" latinLnBrk="0" hangingPunct="1">
        <a:defRPr sz="13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pos="5548">
          <p15:clr>
            <a:srgbClr val="F26B43"/>
          </p15:clr>
        </p15:guide>
        <p15:guide id="12" pos="213">
          <p15:clr>
            <a:srgbClr val="F26B43"/>
          </p15:clr>
        </p15:guide>
        <p15:guide id="13" orient="horz" pos="211">
          <p15:clr>
            <a:srgbClr val="F26B43"/>
          </p15:clr>
        </p15:guide>
        <p15:guide id="17" orient="horz" pos="427">
          <p15:clr>
            <a:srgbClr val="F26B43"/>
          </p15:clr>
        </p15:guide>
        <p15:guide id="18" orient="horz" pos="3028">
          <p15:clr>
            <a:srgbClr val="F26B43"/>
          </p15:clr>
        </p15:guide>
        <p15:guide id="19" orient="horz" pos="2599">
          <p15:clr>
            <a:srgbClr val="F26B43"/>
          </p15:clr>
        </p15:guide>
        <p15:guide id="21" orient="horz" pos="2813">
          <p15:clr>
            <a:srgbClr val="F26B43"/>
          </p15:clr>
        </p15:guide>
        <p15:guide id="22" pos="5332">
          <p15:clr>
            <a:srgbClr val="F26B43"/>
          </p15:clr>
        </p15:guide>
        <p15:guide id="23" orient="horz" pos="640">
          <p15:clr>
            <a:srgbClr val="F26B43"/>
          </p15:clr>
        </p15:guide>
        <p15:guide id="24" pos="5119">
          <p15:clr>
            <a:srgbClr val="F26B43"/>
          </p15:clr>
        </p15:guide>
        <p15:guide id="25" orient="horz" pos="1720">
          <p15:clr>
            <a:srgbClr val="F26B43"/>
          </p15:clr>
        </p15:guide>
        <p15:guide id="26" pos="425">
          <p15:clr>
            <a:srgbClr val="F26B43"/>
          </p15:clr>
        </p15:guide>
        <p15:guide id="27" pos="639">
          <p15:clr>
            <a:srgbClr val="F26B43"/>
          </p15:clr>
        </p15:guide>
        <p15:guide id="28" orient="horz" pos="292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image" Target="../media/image12.png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image" Target="../media/image1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image" Target="../media/image14.png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78155-icons-light-idea-computer-lighting-incandescent-bulb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650CF02-3B46-4AC8-A1D7-3EE3D59D7E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Introduction to React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6AE81D8-1F01-456C-B7E9-0E09995C35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8 May 2024, Speaker name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4D4890-D5F9-46D6-8590-FEE139B996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3179" y="1964892"/>
            <a:ext cx="7342187" cy="872164"/>
          </a:xfrm>
        </p:spPr>
        <p:txBody>
          <a:bodyPr/>
          <a:lstStyle/>
          <a:p>
            <a:r>
              <a:rPr lang="en-GB" dirty="0"/>
              <a:t>Day 5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49BCC54-58D2-1039-62CB-BE5C4450FB58}"/>
              </a:ext>
            </a:extLst>
          </p:cNvPr>
          <p:cNvSpPr txBox="1"/>
          <p:nvPr/>
        </p:nvSpPr>
        <p:spPr>
          <a:xfrm>
            <a:off x="7531101" y="3201535"/>
            <a:ext cx="1612899" cy="461665"/>
          </a:xfrm>
          <a:prstGeom prst="rect">
            <a:avLst/>
          </a:prstGeom>
          <a:solidFill>
            <a:srgbClr val="FF0027"/>
          </a:solidFill>
          <a:ln>
            <a:solidFill>
              <a:srgbClr val="FF0027"/>
            </a:solidFill>
          </a:ln>
        </p:spPr>
        <p:txBody>
          <a:bodyPr wrap="square">
            <a:spAutoFit/>
          </a:bodyPr>
          <a:lstStyle/>
          <a:p>
            <a:r>
              <a:rPr lang="en-GB" sz="600" dirty="0">
                <a:solidFill>
                  <a:schemeClr val="bg1"/>
                </a:solidFill>
              </a:rPr>
              <a:t>PPT-Master </a:t>
            </a:r>
            <a:r>
              <a:rPr lang="en-GB" sz="600">
                <a:solidFill>
                  <a:schemeClr val="bg1"/>
                </a:solidFill>
              </a:rPr>
              <a:t>Version 01</a:t>
            </a:r>
            <a:r>
              <a:rPr lang="en-GB" sz="600" dirty="0">
                <a:solidFill>
                  <a:schemeClr val="bg1"/>
                </a:solidFill>
              </a:rPr>
              <a:t>. There will be an extensive update with the new Deutsche Bank font and sample charts at the end of August 2024.</a:t>
            </a:r>
          </a:p>
        </p:txBody>
      </p:sp>
    </p:spTree>
    <p:extLst>
      <p:ext uri="{BB962C8B-B14F-4D97-AF65-F5344CB8AC3E}">
        <p14:creationId xmlns:p14="http://schemas.microsoft.com/office/powerpoint/2010/main" val="4039500496"/>
      </p:ext>
    </p:extLst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FBC646-D567-AF85-09F0-EABCB7E5B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64550" y="4808199"/>
            <a:ext cx="342900" cy="241521"/>
          </a:xfrm>
        </p:spPr>
        <p:txBody>
          <a:bodyPr/>
          <a:lstStyle/>
          <a:p>
            <a:fld id="{D71DA9FD-6EF8-4CC5-AF9B-B6159B5B937C}" type="slidenum">
              <a:rPr lang="en-GB" noProof="0" smtClean="0"/>
              <a:pPr/>
              <a:t>1</a:t>
            </a:fld>
            <a:endParaRPr lang="en-GB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89419F-4A75-44B0-8CA4-95B5C55F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45" y="319089"/>
            <a:ext cx="7804467" cy="357712"/>
          </a:xfrm>
        </p:spPr>
        <p:txBody>
          <a:bodyPr/>
          <a:lstStyle/>
          <a:p>
            <a:r>
              <a:rPr lang="de-DE" noProof="0" dirty="0"/>
              <a:t>What is React?</a:t>
            </a:r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5BBBA0-6963-8B4F-0CEB-3D024CE84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1825" y="4805100"/>
            <a:ext cx="4478360" cy="241298"/>
          </a:xfrm>
        </p:spPr>
        <p:txBody>
          <a:bodyPr/>
          <a:lstStyle/>
          <a:p>
            <a:r>
              <a:rPr lang="en-US" noProof="0" dirty="0"/>
              <a:t>Speaker name. Name of event or project. Date</a:t>
            </a:r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6980A81-2276-45CE-8340-D7852DC7F8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138" y="1015999"/>
            <a:ext cx="8467725" cy="3622675"/>
          </a:xfrm>
        </p:spPr>
        <p:txBody>
          <a:bodyPr/>
          <a:lstStyle/>
          <a:p>
            <a:endParaRPr lang="en-GB" dirty="0"/>
          </a:p>
          <a:p>
            <a:pPr lvl="2">
              <a:lnSpc>
                <a:spcPct val="150000"/>
              </a:lnSpc>
            </a:pPr>
            <a:r>
              <a:rPr lang="en-US" dirty="0"/>
              <a:t>React is a </a:t>
            </a:r>
            <a:r>
              <a:rPr lang="en-US" b="1" dirty="0"/>
              <a:t>JavaScript framework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Used for </a:t>
            </a:r>
            <a:r>
              <a:rPr lang="en-US" b="1" dirty="0"/>
              <a:t>front end web development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Think of jQuery, but more structured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Created and used by </a:t>
            </a:r>
            <a:r>
              <a:rPr lang="en-US" b="1" dirty="0"/>
              <a:t>Facebook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Famous for implementing a vi</a:t>
            </a:r>
            <a:r>
              <a:rPr lang="en-US" b="1" dirty="0"/>
              <a:t>rtual </a:t>
            </a:r>
            <a:r>
              <a:rPr lang="en-US" b="1" dirty="0" err="1"/>
              <a:t>dom</a:t>
            </a:r>
            <a:endParaRPr lang="en-US" b="1" dirty="0"/>
          </a:p>
        </p:txBody>
      </p:sp>
      <p:pic>
        <p:nvPicPr>
          <p:cNvPr id="2" name="object 5">
            <a:extLst>
              <a:ext uri="{FF2B5EF4-FFF2-40B4-BE49-F238E27FC236}">
                <a16:creationId xmlns:a16="http://schemas.microsoft.com/office/drawing/2014/main" id="{41A8D770-A028-3528-3573-1F33EE7F5AD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15388" y="1206412"/>
            <a:ext cx="825472" cy="776848"/>
          </a:xfrm>
          <a:prstGeom prst="rect">
            <a:avLst/>
          </a:prstGeom>
        </p:spPr>
      </p:pic>
      <p:pic>
        <p:nvPicPr>
          <p:cNvPr id="3" name="object 4">
            <a:extLst>
              <a:ext uri="{FF2B5EF4-FFF2-40B4-BE49-F238E27FC236}">
                <a16:creationId xmlns:a16="http://schemas.microsoft.com/office/drawing/2014/main" id="{50EB9709-CD06-293F-80B3-328DE05EB4C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15520" y="1172420"/>
            <a:ext cx="825472" cy="84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502737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9DEF8B-C12F-4844-0BC6-2A159AB78F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2</a:t>
            </a:fld>
            <a:endParaRPr lang="en-GB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93090B-39A4-A173-C615-2F56FD2C5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of front-end JavaScript frameworks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F3CFCC-6175-D426-5293-4FACC04D7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lnSpc>
                <a:spcPts val="650"/>
              </a:lnSpc>
              <a:defRPr/>
            </a:pPr>
            <a:r>
              <a:rPr lang="en-GB" dirty="0">
                <a:ea typeface="Deutsche Bank Text" panose="020B0503020202030204" pitchFamily="34" charset="0"/>
              </a:rPr>
              <a:t>Speaker name. Name of event or project. Date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6AB981F-5E16-ED6F-6993-788E05A92E03}"/>
              </a:ext>
            </a:extLst>
          </p:cNvPr>
          <p:cNvGrpSpPr/>
          <p:nvPr/>
        </p:nvGrpSpPr>
        <p:grpSpPr>
          <a:xfrm>
            <a:off x="1251272" y="1521836"/>
            <a:ext cx="6310184" cy="2438228"/>
            <a:chOff x="1361529" y="1521836"/>
            <a:chExt cx="6310184" cy="2438228"/>
          </a:xfrm>
        </p:grpSpPr>
        <p:graphicFrame>
          <p:nvGraphicFramePr>
            <p:cNvPr id="33" name="Diagram 32">
              <a:extLst>
                <a:ext uri="{FF2B5EF4-FFF2-40B4-BE49-F238E27FC236}">
                  <a16:creationId xmlns:a16="http://schemas.microsoft.com/office/drawing/2014/main" id="{18F4BF35-B76D-09C2-B4F1-469CACBDB43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41626923"/>
                </p:ext>
              </p:extLst>
            </p:nvPr>
          </p:nvGraphicFramePr>
          <p:xfrm>
            <a:off x="1361529" y="1521836"/>
            <a:ext cx="3739978" cy="243822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aphicFrame>
          <p:nvGraphicFramePr>
            <p:cNvPr id="34" name="Diagram 33">
              <a:extLst>
                <a:ext uri="{FF2B5EF4-FFF2-40B4-BE49-F238E27FC236}">
                  <a16:creationId xmlns:a16="http://schemas.microsoft.com/office/drawing/2014/main" id="{7779BD23-6181-F55B-9F8D-32CBB16AD5D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908966074"/>
                </p:ext>
              </p:extLst>
            </p:nvPr>
          </p:nvGraphicFramePr>
          <p:xfrm>
            <a:off x="5171537" y="1857783"/>
            <a:ext cx="2500176" cy="179049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</p:grpSp>
      <p:pic>
        <p:nvPicPr>
          <p:cNvPr id="35" name="object 6">
            <a:extLst>
              <a:ext uri="{FF2B5EF4-FFF2-40B4-BE49-F238E27FC236}">
                <a16:creationId xmlns:a16="http://schemas.microsoft.com/office/drawing/2014/main" id="{0A0D0C10-123C-9424-48D6-E805859659C9}"/>
              </a:ext>
            </a:extLst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71176" y="955148"/>
            <a:ext cx="930649" cy="924375"/>
          </a:xfrm>
          <a:prstGeom prst="rect">
            <a:avLst/>
          </a:prstGeom>
        </p:spPr>
      </p:pic>
      <p:pic>
        <p:nvPicPr>
          <p:cNvPr id="36" name="object 11">
            <a:extLst>
              <a:ext uri="{FF2B5EF4-FFF2-40B4-BE49-F238E27FC236}">
                <a16:creationId xmlns:a16="http://schemas.microsoft.com/office/drawing/2014/main" id="{11BCCAE0-AB78-A4C2-CD85-71F652A82DD5}"/>
              </a:ext>
            </a:extLst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673351" y="924521"/>
            <a:ext cx="930650" cy="924376"/>
          </a:xfrm>
          <a:prstGeom prst="rect">
            <a:avLst/>
          </a:prstGeom>
        </p:spPr>
      </p:pic>
      <p:pic>
        <p:nvPicPr>
          <p:cNvPr id="37" name="object 16">
            <a:extLst>
              <a:ext uri="{FF2B5EF4-FFF2-40B4-BE49-F238E27FC236}">
                <a16:creationId xmlns:a16="http://schemas.microsoft.com/office/drawing/2014/main" id="{B9068FB5-844A-0B7B-5AA6-C406E9524401}"/>
              </a:ext>
            </a:extLst>
          </p:cNvPr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883439" y="905987"/>
            <a:ext cx="1026919" cy="1022698"/>
          </a:xfrm>
          <a:prstGeom prst="rect">
            <a:avLst/>
          </a:prstGeom>
        </p:spPr>
      </p:pic>
      <p:pic>
        <p:nvPicPr>
          <p:cNvPr id="38" name="object 21">
            <a:extLst>
              <a:ext uri="{FF2B5EF4-FFF2-40B4-BE49-F238E27FC236}">
                <a16:creationId xmlns:a16="http://schemas.microsoft.com/office/drawing/2014/main" id="{BAD29B2E-D6BE-C7EA-A7E1-CB4F37E9B5FD}"/>
              </a:ext>
            </a:extLst>
          </p:cNvPr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176702" y="898511"/>
            <a:ext cx="1026920" cy="1022699"/>
          </a:xfrm>
          <a:prstGeom prst="rect">
            <a:avLst/>
          </a:prstGeom>
        </p:spPr>
      </p:pic>
      <p:pic>
        <p:nvPicPr>
          <p:cNvPr id="41" name="object 11">
            <a:extLst>
              <a:ext uri="{FF2B5EF4-FFF2-40B4-BE49-F238E27FC236}">
                <a16:creationId xmlns:a16="http://schemas.microsoft.com/office/drawing/2014/main" id="{775BD543-4353-9D62-EBE5-AB80F816E57C}"/>
              </a:ext>
            </a:extLst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454756" y="904796"/>
            <a:ext cx="930650" cy="924376"/>
          </a:xfrm>
          <a:prstGeom prst="rect">
            <a:avLst/>
          </a:prstGeom>
        </p:spPr>
      </p:pic>
      <p:sp>
        <p:nvSpPr>
          <p:cNvPr id="42" name="object 30">
            <a:extLst>
              <a:ext uri="{FF2B5EF4-FFF2-40B4-BE49-F238E27FC236}">
                <a16:creationId xmlns:a16="http://schemas.microsoft.com/office/drawing/2014/main" id="{803BA6D9-D18F-6B86-3A8E-08813F41FFF8}"/>
              </a:ext>
            </a:extLst>
          </p:cNvPr>
          <p:cNvSpPr txBox="1"/>
          <p:nvPr/>
        </p:nvSpPr>
        <p:spPr>
          <a:xfrm>
            <a:off x="1181611" y="4218979"/>
            <a:ext cx="6379845" cy="1737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95"/>
              </a:spcBef>
            </a:pPr>
            <a:r>
              <a:rPr sz="1050" spc="-5" dirty="0">
                <a:latin typeface="+mn-lt"/>
                <a:cs typeface="Calibri"/>
              </a:rPr>
              <a:t>*</a:t>
            </a:r>
            <a:r>
              <a:rPr sz="1050" spc="5" dirty="0">
                <a:latin typeface="+mn-lt"/>
                <a:cs typeface="Calibri"/>
              </a:rPr>
              <a:t> </a:t>
            </a:r>
            <a:r>
              <a:rPr sz="1050" spc="-5" dirty="0">
                <a:latin typeface="+mn-lt"/>
                <a:cs typeface="Calibri"/>
              </a:rPr>
              <a:t>jQuery</a:t>
            </a:r>
            <a:r>
              <a:rPr sz="1050" dirty="0">
                <a:latin typeface="+mn-lt"/>
                <a:cs typeface="Calibri"/>
              </a:rPr>
              <a:t> </a:t>
            </a:r>
            <a:r>
              <a:rPr sz="1050" spc="-5" dirty="0">
                <a:latin typeface="+mn-lt"/>
                <a:cs typeface="Calibri"/>
              </a:rPr>
              <a:t>is</a:t>
            </a:r>
            <a:r>
              <a:rPr sz="1050" spc="15" dirty="0">
                <a:latin typeface="+mn-lt"/>
                <a:cs typeface="Calibri"/>
              </a:rPr>
              <a:t> </a:t>
            </a:r>
            <a:r>
              <a:rPr sz="1050" spc="-10" dirty="0">
                <a:latin typeface="+mn-lt"/>
                <a:cs typeface="Calibri"/>
              </a:rPr>
              <a:t>more</a:t>
            </a:r>
            <a:r>
              <a:rPr sz="1050" spc="10" dirty="0">
                <a:latin typeface="+mn-lt"/>
                <a:cs typeface="Calibri"/>
              </a:rPr>
              <a:t> </a:t>
            </a:r>
            <a:r>
              <a:rPr sz="1050" spc="-10" dirty="0">
                <a:latin typeface="+mn-lt"/>
                <a:cs typeface="Calibri"/>
              </a:rPr>
              <a:t>often</a:t>
            </a:r>
            <a:r>
              <a:rPr sz="1050" spc="5" dirty="0">
                <a:latin typeface="+mn-lt"/>
                <a:cs typeface="Calibri"/>
              </a:rPr>
              <a:t> </a:t>
            </a:r>
            <a:r>
              <a:rPr sz="1050" spc="-10" dirty="0">
                <a:latin typeface="+mn-lt"/>
                <a:cs typeface="Calibri"/>
              </a:rPr>
              <a:t>considered</a:t>
            </a:r>
            <a:r>
              <a:rPr sz="1050" spc="25" dirty="0">
                <a:latin typeface="+mn-lt"/>
                <a:cs typeface="Calibri"/>
              </a:rPr>
              <a:t> </a:t>
            </a:r>
            <a:r>
              <a:rPr sz="1050" spc="-5" dirty="0">
                <a:latin typeface="+mn-lt"/>
                <a:cs typeface="Calibri"/>
              </a:rPr>
              <a:t>a</a:t>
            </a:r>
            <a:r>
              <a:rPr sz="1050" spc="15" dirty="0">
                <a:latin typeface="+mn-lt"/>
                <a:cs typeface="Calibri"/>
              </a:rPr>
              <a:t> </a:t>
            </a:r>
            <a:r>
              <a:rPr sz="1050" b="1" spc="-10" dirty="0">
                <a:latin typeface="+mn-lt"/>
                <a:cs typeface="Calibri"/>
              </a:rPr>
              <a:t>library</a:t>
            </a:r>
            <a:r>
              <a:rPr sz="1050" b="1" spc="5" dirty="0">
                <a:latin typeface="+mn-lt"/>
                <a:cs typeface="Calibri"/>
              </a:rPr>
              <a:t> </a:t>
            </a:r>
            <a:r>
              <a:rPr sz="1050" spc="-5" dirty="0">
                <a:latin typeface="+mn-lt"/>
                <a:cs typeface="Calibri"/>
              </a:rPr>
              <a:t>than</a:t>
            </a:r>
            <a:r>
              <a:rPr sz="1050" spc="5" dirty="0">
                <a:latin typeface="+mn-lt"/>
                <a:cs typeface="Calibri"/>
              </a:rPr>
              <a:t> </a:t>
            </a:r>
            <a:r>
              <a:rPr sz="1050" spc="-5" dirty="0">
                <a:latin typeface="+mn-lt"/>
                <a:cs typeface="Calibri"/>
              </a:rPr>
              <a:t>a</a:t>
            </a:r>
            <a:r>
              <a:rPr sz="1050" spc="10" dirty="0">
                <a:latin typeface="+mn-lt"/>
                <a:cs typeface="Calibri"/>
              </a:rPr>
              <a:t> </a:t>
            </a:r>
            <a:r>
              <a:rPr sz="1050" b="1" spc="-15" dirty="0">
                <a:latin typeface="+mn-lt"/>
                <a:cs typeface="Calibri"/>
              </a:rPr>
              <a:t>framework</a:t>
            </a:r>
            <a:endParaRPr sz="1050" dirty="0">
              <a:latin typeface="+mn-lt"/>
              <a:cs typeface="Calibri"/>
            </a:endParaRP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43E74222-FC2D-F7B8-9019-FBAAA4BFBA1C}"/>
              </a:ext>
            </a:extLst>
          </p:cNvPr>
          <p:cNvSpPr/>
          <p:nvPr/>
        </p:nvSpPr>
        <p:spPr bwMode="auto">
          <a:xfrm>
            <a:off x="1724749" y="3081099"/>
            <a:ext cx="5344298" cy="357712"/>
          </a:xfrm>
          <a:prstGeom prst="rightArrow">
            <a:avLst>
              <a:gd name="adj1" fmla="val 50000"/>
              <a:gd name="adj2" fmla="val 82817"/>
            </a:avLst>
          </a:prstGeom>
          <a:solidFill>
            <a:srgbClr val="00D1FF"/>
          </a:solidFill>
          <a:ln w="6350">
            <a:noFill/>
            <a:miter lim="800000"/>
            <a:headEnd/>
            <a:tailEnd/>
          </a:ln>
        </p:spPr>
        <p:txBody>
          <a:bodyPr lIns="100913" tIns="50457" rIns="100913" bIns="50457" rtlCol="0" anchor="ctr">
            <a:noAutofit/>
          </a:bodyPr>
          <a:lstStyle/>
          <a:p>
            <a:pPr algn="ctr" defTabSz="963613" eaLnBrk="0" hangingPunct="0">
              <a:tabLst>
                <a:tab pos="1257300" algn="l"/>
              </a:tabLst>
            </a:pPr>
            <a:endParaRPr lang="en-US" dirty="0" err="1">
              <a:solidFill>
                <a:srgbClr val="FFFF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060658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7D3063-031F-4BC4-4E5E-29E14C247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3</a:t>
            </a:fld>
            <a:endParaRPr lang="en-GB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A700C8-AA13-257C-0BA6-AEBFB30C3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tasks in front-end development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487506-68C9-E0F6-CE1D-8E9C56E22C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lnSpc>
                <a:spcPts val="650"/>
              </a:lnSpc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2111AD1-904D-9E3C-C7B2-A2723AC49F4F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4208614192"/>
              </p:ext>
            </p:extLst>
          </p:nvPr>
        </p:nvGraphicFramePr>
        <p:xfrm>
          <a:off x="1086953" y="911698"/>
          <a:ext cx="6970093" cy="3622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93117588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98A0183-E99A-6EDA-E0ED-B818A71AFD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Fundamentals of React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491D0B5-3B8C-74E3-6F69-0BA924855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8 May 2024, Speaker name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FD186113-C121-1E64-7082-36DAC77750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4687" y="2784643"/>
            <a:ext cx="7342187" cy="87216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and HTML in the same file (JSX)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Embrace functional programming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Components everywhere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5621505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D44A230-384A-D5B0-8E59-EC45D78058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EA14D9-7A1B-6DA5-C89C-AF8EBF168E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5</a:t>
            </a:fld>
            <a:endParaRPr lang="en-GB" noProof="1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1AA0604-EEE0-D673-CEEF-CBC56EC82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JavaScript</a:t>
            </a:r>
            <a:r>
              <a:rPr lang="en-US" dirty="0"/>
              <a:t> and </a:t>
            </a:r>
            <a:r>
              <a:rPr lang="en-US" b="1" dirty="0"/>
              <a:t>HTML</a:t>
            </a:r>
            <a:r>
              <a:rPr lang="en-US" dirty="0"/>
              <a:t> in the same file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996F2-8D84-1E74-3C65-061F8EB510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lnSpc>
                <a:spcPts val="650"/>
              </a:lnSpc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72CEC1C7-B1E8-EB4F-2553-984A929DDA6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8181" y="1635706"/>
            <a:ext cx="3893819" cy="1723656"/>
          </a:xfrm>
          <a:prstGeom prst="rect">
            <a:avLst/>
          </a:prstGeom>
        </p:spPr>
      </p:pic>
      <p:pic>
        <p:nvPicPr>
          <p:cNvPr id="7" name="object 9">
            <a:extLst>
              <a:ext uri="{FF2B5EF4-FFF2-40B4-BE49-F238E27FC236}">
                <a16:creationId xmlns:a16="http://schemas.microsoft.com/office/drawing/2014/main" id="{690EF0B5-9E2B-A728-D7BA-917107E7EC4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4341" y="1685454"/>
            <a:ext cx="1261984" cy="1523302"/>
          </a:xfrm>
          <a:prstGeom prst="rect">
            <a:avLst/>
          </a:prstGeom>
        </p:spPr>
      </p:pic>
      <p:pic>
        <p:nvPicPr>
          <p:cNvPr id="8" name="object 11">
            <a:extLst>
              <a:ext uri="{FF2B5EF4-FFF2-40B4-BE49-F238E27FC236}">
                <a16:creationId xmlns:a16="http://schemas.microsoft.com/office/drawing/2014/main" id="{5FAB3E90-AC8F-6675-CA80-D89EA6FAAB7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99172" y="1639263"/>
            <a:ext cx="1305954" cy="1801657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4088C009-6215-5C23-9B63-25CF4EA213AA}"/>
              </a:ext>
            </a:extLst>
          </p:cNvPr>
          <p:cNvSpPr txBox="1"/>
          <p:nvPr/>
        </p:nvSpPr>
        <p:spPr>
          <a:xfrm>
            <a:off x="1958902" y="3556855"/>
            <a:ext cx="15601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695" marR="5080" indent="-87630" algn="ctr">
              <a:lnSpc>
                <a:spcPct val="100000"/>
              </a:lnSpc>
              <a:spcBef>
                <a:spcPts val="100"/>
              </a:spcBef>
            </a:pPr>
            <a:r>
              <a:rPr sz="1200" spc="-175" dirty="0">
                <a:latin typeface="+mn-lt"/>
                <a:cs typeface="Calibri"/>
              </a:rPr>
              <a:t>T</a:t>
            </a:r>
            <a:r>
              <a:rPr sz="1200" spc="-60" dirty="0">
                <a:latin typeface="+mn-lt"/>
                <a:cs typeface="Calibri"/>
              </a:rPr>
              <a:t>r</a:t>
            </a:r>
            <a:r>
              <a:rPr sz="1200" dirty="0">
                <a:latin typeface="+mn-lt"/>
                <a:cs typeface="Calibri"/>
              </a:rPr>
              <a:t>a</a:t>
            </a:r>
            <a:r>
              <a:rPr sz="1200" spc="-5" dirty="0">
                <a:latin typeface="+mn-lt"/>
                <a:cs typeface="Calibri"/>
              </a:rPr>
              <a:t>dit</a:t>
            </a:r>
            <a:r>
              <a:rPr sz="1200" dirty="0">
                <a:latin typeface="+mn-lt"/>
                <a:cs typeface="Calibri"/>
              </a:rPr>
              <a:t>i</a:t>
            </a:r>
            <a:r>
              <a:rPr sz="1200" spc="-5" dirty="0">
                <a:latin typeface="+mn-lt"/>
                <a:cs typeface="Calibri"/>
              </a:rPr>
              <a:t>on</a:t>
            </a:r>
            <a:r>
              <a:rPr sz="1200" dirty="0">
                <a:latin typeface="+mn-lt"/>
                <a:cs typeface="Calibri"/>
              </a:rPr>
              <a:t>al  </a:t>
            </a:r>
            <a:r>
              <a:rPr lang="en-US" sz="1200" spc="-10" dirty="0">
                <a:latin typeface="+mn-lt"/>
                <a:cs typeface="Calibri"/>
              </a:rPr>
              <a:t>A</a:t>
            </a:r>
            <a:r>
              <a:rPr sz="1200" spc="-10" dirty="0">
                <a:latin typeface="+mn-lt"/>
                <a:cs typeface="Calibri"/>
              </a:rPr>
              <a:t>pproach</a:t>
            </a:r>
            <a:endParaRPr sz="1200" dirty="0">
              <a:latin typeface="+mn-lt"/>
              <a:cs typeface="Calibri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CD49AAF3-9F2D-D03E-2935-9FA588D3D5EE}"/>
              </a:ext>
            </a:extLst>
          </p:cNvPr>
          <p:cNvSpPr txBox="1"/>
          <p:nvPr/>
        </p:nvSpPr>
        <p:spPr>
          <a:xfrm>
            <a:off x="900772" y="1285501"/>
            <a:ext cx="7645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alibri"/>
                <a:cs typeface="Calibri"/>
              </a:rPr>
              <a:t>H</a:t>
            </a:r>
            <a:r>
              <a:rPr sz="2400" b="1" dirty="0">
                <a:latin typeface="Calibri"/>
                <a:cs typeface="Calibri"/>
              </a:rPr>
              <a:t>TML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944F7A30-F4E8-6E71-B71F-F63CA67DDA48}"/>
              </a:ext>
            </a:extLst>
          </p:cNvPr>
          <p:cNvSpPr txBox="1"/>
          <p:nvPr/>
        </p:nvSpPr>
        <p:spPr>
          <a:xfrm>
            <a:off x="2351514" y="1294294"/>
            <a:ext cx="475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C</a:t>
            </a:r>
            <a:r>
              <a:rPr sz="2400" b="1" spc="-5" dirty="0">
                <a:latin typeface="Calibri"/>
                <a:cs typeface="Calibri"/>
              </a:rPr>
              <a:t>S</a:t>
            </a:r>
            <a:r>
              <a:rPr sz="2400" b="1" dirty="0">
                <a:latin typeface="Calibri"/>
                <a:cs typeface="Calibri"/>
              </a:rPr>
              <a:t>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0FABF776-E5D1-F11E-AB56-F06345F4EF03}"/>
              </a:ext>
            </a:extLst>
          </p:cNvPr>
          <p:cNvSpPr txBox="1"/>
          <p:nvPr/>
        </p:nvSpPr>
        <p:spPr>
          <a:xfrm>
            <a:off x="3801198" y="1285500"/>
            <a:ext cx="269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alibri"/>
                <a:cs typeface="Calibri"/>
              </a:rPr>
              <a:t>JS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B48E59B3-F14C-44D3-00A8-31B835F3A2FC}"/>
              </a:ext>
            </a:extLst>
          </p:cNvPr>
          <p:cNvSpPr txBox="1"/>
          <p:nvPr/>
        </p:nvSpPr>
        <p:spPr>
          <a:xfrm>
            <a:off x="5976616" y="1248103"/>
            <a:ext cx="434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alibri"/>
                <a:cs typeface="Calibri"/>
              </a:rPr>
              <a:t>J</a:t>
            </a:r>
            <a:r>
              <a:rPr sz="2400" b="1" spc="-25" dirty="0">
                <a:latin typeface="Calibri"/>
                <a:cs typeface="Calibri"/>
              </a:rPr>
              <a:t>S</a:t>
            </a:r>
            <a:r>
              <a:rPr sz="2400" b="1" dirty="0">
                <a:latin typeface="Calibri"/>
                <a:cs typeface="Calibri"/>
              </a:rPr>
              <a:t>X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5" name="object 12">
            <a:extLst>
              <a:ext uri="{FF2B5EF4-FFF2-40B4-BE49-F238E27FC236}">
                <a16:creationId xmlns:a16="http://schemas.microsoft.com/office/drawing/2014/main" id="{71B24D35-96AE-7B3D-F1C2-7F8662A82AC5}"/>
              </a:ext>
            </a:extLst>
          </p:cNvPr>
          <p:cNvSpPr txBox="1"/>
          <p:nvPr/>
        </p:nvSpPr>
        <p:spPr>
          <a:xfrm>
            <a:off x="7118785" y="1285500"/>
            <a:ext cx="1273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alibri"/>
                <a:cs typeface="Calibri"/>
              </a:rPr>
              <a:t>CSS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or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JSS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D6DEF5-267D-6E31-E3DA-09E1D566CFE3}"/>
              </a:ext>
            </a:extLst>
          </p:cNvPr>
          <p:cNvSpPr txBox="1"/>
          <p:nvPr/>
        </p:nvSpPr>
        <p:spPr bwMode="ltGray">
          <a:xfrm>
            <a:off x="6153859" y="3515714"/>
            <a:ext cx="1872594" cy="28656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algn="ctr" eaLnBrk="0" hangingPunct="0"/>
            <a:r>
              <a:rPr lang="en-US" sz="1200" dirty="0">
                <a:latin typeface="+mn-lt"/>
              </a:rPr>
              <a:t>React Approach</a:t>
            </a:r>
          </a:p>
        </p:txBody>
      </p:sp>
    </p:spTree>
    <p:extLst>
      <p:ext uri="{BB962C8B-B14F-4D97-AF65-F5344CB8AC3E}">
        <p14:creationId xmlns:p14="http://schemas.microsoft.com/office/powerpoint/2010/main" val="2709914647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39E004-2878-BDED-ECFB-54ED29AA27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6</a:t>
            </a:fld>
            <a:endParaRPr lang="en-GB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BE8E18-85C7-7D1D-BC5F-1F8D0B018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565" y="496594"/>
            <a:ext cx="7804467" cy="357712"/>
          </a:xfrm>
        </p:spPr>
        <p:txBody>
          <a:bodyPr/>
          <a:lstStyle/>
          <a:p>
            <a:r>
              <a:rPr lang="en-US" sz="1600" b="1" dirty="0"/>
              <a:t>JSX</a:t>
            </a:r>
            <a:r>
              <a:rPr lang="en-US" dirty="0"/>
              <a:t>: the React programming language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008445-8EF6-ABC1-2266-B2682FFF13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lnSpc>
                <a:spcPts val="650"/>
              </a:lnSpc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9BA8538D-1F70-F7B2-F706-B19F9F25CE2E}"/>
              </a:ext>
            </a:extLst>
          </p:cNvPr>
          <p:cNvSpPr/>
          <p:nvPr/>
        </p:nvSpPr>
        <p:spPr>
          <a:xfrm>
            <a:off x="794156" y="1174942"/>
            <a:ext cx="7555687" cy="3355438"/>
          </a:xfrm>
          <a:custGeom>
            <a:avLst/>
            <a:gdLst/>
            <a:ahLst/>
            <a:cxnLst/>
            <a:rect l="l" t="t" r="r" b="b"/>
            <a:pathLst>
              <a:path w="11241405" h="4608830">
                <a:moveTo>
                  <a:pt x="11241024" y="0"/>
                </a:moveTo>
                <a:lnTo>
                  <a:pt x="0" y="0"/>
                </a:lnTo>
                <a:lnTo>
                  <a:pt x="0" y="4608576"/>
                </a:lnTo>
                <a:lnTo>
                  <a:pt x="11241024" y="4608576"/>
                </a:lnTo>
                <a:lnTo>
                  <a:pt x="11241024" y="0"/>
                </a:lnTo>
                <a:close/>
              </a:path>
            </a:pathLst>
          </a:custGeom>
          <a:solidFill>
            <a:srgbClr val="1618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204B2F4-5CEE-59EA-7517-574CC12FDE4B}"/>
              </a:ext>
            </a:extLst>
          </p:cNvPr>
          <p:cNvSpPr txBox="1"/>
          <p:nvPr/>
        </p:nvSpPr>
        <p:spPr>
          <a:xfrm>
            <a:off x="1186532" y="1583405"/>
            <a:ext cx="3475454" cy="11028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88870">
              <a:lnSpc>
                <a:spcPct val="100000"/>
              </a:lnSpc>
              <a:spcBef>
                <a:spcPts val="100"/>
              </a:spcBef>
              <a:tabLst>
                <a:tab pos="1518285" algn="l"/>
              </a:tabLst>
            </a:pPr>
            <a:r>
              <a:rPr sz="1000" spc="-5" dirty="0">
                <a:solidFill>
                  <a:srgbClr val="559CD5"/>
                </a:solidFill>
                <a:latin typeface="Consolas"/>
                <a:cs typeface="Consolas"/>
              </a:rPr>
              <a:t>const</a:t>
            </a:r>
            <a:r>
              <a:rPr sz="1000" spc="-3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000" spc="-5" dirty="0">
                <a:solidFill>
                  <a:srgbClr val="9CDCFD"/>
                </a:solidFill>
                <a:latin typeface="Consolas"/>
                <a:cs typeface="Consolas"/>
              </a:rPr>
              <a:t>first</a:t>
            </a:r>
            <a:r>
              <a:rPr sz="1000" spc="-30" dirty="0">
                <a:solidFill>
                  <a:srgbClr val="9CDCFD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0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000" spc="-5" dirty="0">
                <a:solidFill>
                  <a:srgbClr val="CE9178"/>
                </a:solidFill>
                <a:latin typeface="Consolas"/>
                <a:cs typeface="Consolas"/>
              </a:rPr>
              <a:t>"Aaron"</a:t>
            </a:r>
            <a:r>
              <a:rPr sz="1000" spc="-5" dirty="0">
                <a:solidFill>
                  <a:srgbClr val="D3D3D3"/>
                </a:solidFill>
                <a:latin typeface="Consolas"/>
                <a:cs typeface="Consolas"/>
              </a:rPr>
              <a:t>; </a:t>
            </a:r>
            <a:r>
              <a:rPr sz="1000" spc="-97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000" spc="-5" dirty="0">
                <a:solidFill>
                  <a:srgbClr val="559CD5"/>
                </a:solidFill>
                <a:latin typeface="Consolas"/>
                <a:cs typeface="Consolas"/>
              </a:rPr>
              <a:t>const</a:t>
            </a:r>
            <a:r>
              <a:rPr sz="100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000" spc="-5" dirty="0">
                <a:solidFill>
                  <a:srgbClr val="9CDCFD"/>
                </a:solidFill>
                <a:latin typeface="Consolas"/>
                <a:cs typeface="Consolas"/>
              </a:rPr>
              <a:t>last	</a:t>
            </a:r>
            <a:r>
              <a:rPr sz="10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000" spc="-8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000" spc="-5" dirty="0">
                <a:solidFill>
                  <a:srgbClr val="CE9178"/>
                </a:solidFill>
                <a:latin typeface="Consolas"/>
                <a:cs typeface="Consolas"/>
              </a:rPr>
              <a:t>"Smith"</a:t>
            </a:r>
            <a:r>
              <a:rPr sz="1000" spc="-5" dirty="0">
                <a:solidFill>
                  <a:srgbClr val="D3D3D3"/>
                </a:solidFill>
                <a:latin typeface="Consolas"/>
                <a:cs typeface="Consolas"/>
              </a:rPr>
              <a:t>;</a:t>
            </a:r>
            <a:endParaRPr sz="10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000" spc="-5" dirty="0">
                <a:solidFill>
                  <a:srgbClr val="559CD5"/>
                </a:solidFill>
                <a:latin typeface="Consolas"/>
                <a:cs typeface="Consolas"/>
              </a:rPr>
              <a:t>const</a:t>
            </a:r>
            <a:r>
              <a:rPr sz="1000" spc="-1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000" spc="-5" dirty="0">
                <a:solidFill>
                  <a:srgbClr val="9CDCFD"/>
                </a:solidFill>
                <a:latin typeface="Consolas"/>
                <a:cs typeface="Consolas"/>
              </a:rPr>
              <a:t>name </a:t>
            </a:r>
            <a:r>
              <a:rPr sz="10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0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000" spc="-5" dirty="0">
                <a:solidFill>
                  <a:srgbClr val="559CD5"/>
                </a:solidFill>
                <a:latin typeface="Consolas"/>
                <a:cs typeface="Consolas"/>
              </a:rPr>
              <a:t>span</a:t>
            </a: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000" spc="-5" dirty="0">
                <a:solidFill>
                  <a:srgbClr val="559CD5"/>
                </a:solidFill>
                <a:latin typeface="Consolas"/>
                <a:cs typeface="Consolas"/>
              </a:rPr>
              <a:t>{</a:t>
            </a:r>
            <a:r>
              <a:rPr sz="1000" spc="-5" dirty="0">
                <a:solidFill>
                  <a:srgbClr val="9CDCFD"/>
                </a:solidFill>
                <a:latin typeface="Consolas"/>
                <a:cs typeface="Consolas"/>
              </a:rPr>
              <a:t>first</a:t>
            </a:r>
            <a:r>
              <a:rPr sz="1000" spc="-5" dirty="0">
                <a:solidFill>
                  <a:srgbClr val="559CD5"/>
                </a:solidFill>
                <a:latin typeface="Consolas"/>
                <a:cs typeface="Consolas"/>
              </a:rPr>
              <a:t>} {</a:t>
            </a:r>
            <a:r>
              <a:rPr sz="1000" spc="-5" dirty="0">
                <a:solidFill>
                  <a:srgbClr val="9CDCFD"/>
                </a:solidFill>
                <a:latin typeface="Consolas"/>
                <a:cs typeface="Consolas"/>
              </a:rPr>
              <a:t>last</a:t>
            </a:r>
            <a:r>
              <a:rPr sz="1000" spc="-5" dirty="0">
                <a:solidFill>
                  <a:srgbClr val="559CD5"/>
                </a:solidFill>
                <a:latin typeface="Consolas"/>
                <a:cs typeface="Consolas"/>
              </a:rPr>
              <a:t>}</a:t>
            </a: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000" spc="-5" dirty="0">
                <a:solidFill>
                  <a:srgbClr val="559CD5"/>
                </a:solidFill>
                <a:latin typeface="Consolas"/>
                <a:cs typeface="Consolas"/>
              </a:rPr>
              <a:t>span</a:t>
            </a: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000" spc="-5" dirty="0">
                <a:solidFill>
                  <a:srgbClr val="D3D3D3"/>
                </a:solidFill>
                <a:latin typeface="Consolas"/>
                <a:cs typeface="Consolas"/>
              </a:rPr>
              <a:t>;</a:t>
            </a:r>
            <a:endParaRPr sz="1000" dirty="0">
              <a:latin typeface="Consolas"/>
              <a:cs typeface="Consolas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FA938217-7471-AB39-F634-1FB14B64E621}"/>
              </a:ext>
            </a:extLst>
          </p:cNvPr>
          <p:cNvSpPr txBox="1"/>
          <p:nvPr/>
        </p:nvSpPr>
        <p:spPr>
          <a:xfrm>
            <a:off x="5189868" y="2494966"/>
            <a:ext cx="2632092" cy="1616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559CD5"/>
                </a:solidFill>
                <a:latin typeface="Consolas"/>
                <a:cs typeface="Consolas"/>
              </a:rPr>
              <a:t>const</a:t>
            </a:r>
            <a:r>
              <a:rPr sz="1000" spc="-3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000" spc="-5" dirty="0">
                <a:solidFill>
                  <a:srgbClr val="DCDCAA"/>
                </a:solidFill>
                <a:latin typeface="Consolas"/>
                <a:cs typeface="Consolas"/>
              </a:rPr>
              <a:t>listWithTitle</a:t>
            </a:r>
            <a:r>
              <a:rPr sz="1000" spc="-15" dirty="0">
                <a:solidFill>
                  <a:srgbClr val="DCDCAA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0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D3D3D3"/>
                </a:solidFill>
                <a:latin typeface="Consolas"/>
                <a:cs typeface="Consolas"/>
              </a:rPr>
              <a:t>(</a:t>
            </a:r>
            <a:endParaRPr sz="1000" dirty="0">
              <a:latin typeface="Consolas"/>
              <a:cs typeface="Consolas"/>
            </a:endParaRPr>
          </a:p>
          <a:p>
            <a:pPr marL="263525">
              <a:lnSpc>
                <a:spcPct val="100000"/>
              </a:lnSpc>
            </a:pP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&lt;&gt;</a:t>
            </a:r>
            <a:endParaRPr sz="1000" dirty="0">
              <a:latin typeface="Consolas"/>
              <a:cs typeface="Consolas"/>
            </a:endParaRPr>
          </a:p>
          <a:p>
            <a:pPr marL="514350">
              <a:lnSpc>
                <a:spcPct val="100000"/>
              </a:lnSpc>
            </a:pP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000" spc="-5" dirty="0">
                <a:solidFill>
                  <a:srgbClr val="559CD5"/>
                </a:solidFill>
                <a:latin typeface="Consolas"/>
                <a:cs typeface="Consolas"/>
              </a:rPr>
              <a:t>h1</a:t>
            </a: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000" spc="-5" dirty="0">
                <a:solidFill>
                  <a:srgbClr val="D3D3D3"/>
                </a:solidFill>
                <a:latin typeface="Consolas"/>
                <a:cs typeface="Consolas"/>
              </a:rPr>
              <a:t>COMP</a:t>
            </a:r>
            <a:r>
              <a:rPr sz="1000" spc="-4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000" spc="-5" dirty="0">
                <a:solidFill>
                  <a:srgbClr val="D3D3D3"/>
                </a:solidFill>
                <a:latin typeface="Consolas"/>
                <a:cs typeface="Consolas"/>
              </a:rPr>
              <a:t>523</a:t>
            </a: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000" spc="-5" dirty="0">
                <a:solidFill>
                  <a:srgbClr val="559CD5"/>
                </a:solidFill>
                <a:latin typeface="Consolas"/>
                <a:cs typeface="Consolas"/>
              </a:rPr>
              <a:t>h1</a:t>
            </a: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000" dirty="0">
              <a:latin typeface="Consolas"/>
              <a:cs typeface="Consolas"/>
            </a:endParaRPr>
          </a:p>
          <a:p>
            <a:pPr marL="514984">
              <a:lnSpc>
                <a:spcPct val="100000"/>
              </a:lnSpc>
            </a:pP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000" spc="-5" dirty="0">
                <a:solidFill>
                  <a:srgbClr val="559CD5"/>
                </a:solidFill>
                <a:latin typeface="Consolas"/>
                <a:cs typeface="Consolas"/>
              </a:rPr>
              <a:t>ul</a:t>
            </a: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000" dirty="0">
              <a:latin typeface="Consolas"/>
              <a:cs typeface="Consolas"/>
            </a:endParaRPr>
          </a:p>
          <a:p>
            <a:pPr marL="765810">
              <a:lnSpc>
                <a:spcPct val="100000"/>
              </a:lnSpc>
            </a:pP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000" spc="-5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000" spc="-5" dirty="0">
                <a:solidFill>
                  <a:srgbClr val="D3D3D3"/>
                </a:solidFill>
                <a:latin typeface="Consolas"/>
                <a:cs typeface="Consolas"/>
              </a:rPr>
              <a:t>Dr.</a:t>
            </a:r>
            <a:r>
              <a:rPr sz="10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000" spc="-5" dirty="0">
                <a:solidFill>
                  <a:srgbClr val="D3D3D3"/>
                </a:solidFill>
                <a:latin typeface="Consolas"/>
                <a:cs typeface="Consolas"/>
              </a:rPr>
              <a:t>David</a:t>
            </a:r>
            <a:r>
              <a:rPr sz="10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000" spc="-5" dirty="0">
                <a:solidFill>
                  <a:srgbClr val="D3D3D3"/>
                </a:solidFill>
                <a:latin typeface="Consolas"/>
                <a:cs typeface="Consolas"/>
              </a:rPr>
              <a:t>Stotts</a:t>
            </a: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000" spc="-5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000" dirty="0">
              <a:latin typeface="Consolas"/>
              <a:cs typeface="Consolas"/>
            </a:endParaRPr>
          </a:p>
          <a:p>
            <a:pPr marL="765810">
              <a:lnSpc>
                <a:spcPct val="100000"/>
              </a:lnSpc>
            </a:pP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000" spc="-5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000" spc="-5" dirty="0">
                <a:solidFill>
                  <a:srgbClr val="559CD5"/>
                </a:solidFill>
                <a:latin typeface="Consolas"/>
                <a:cs typeface="Consolas"/>
              </a:rPr>
              <a:t>{</a:t>
            </a:r>
            <a:r>
              <a:rPr sz="1000" spc="-5" dirty="0">
                <a:solidFill>
                  <a:srgbClr val="9CDCFD"/>
                </a:solidFill>
                <a:latin typeface="Consolas"/>
                <a:cs typeface="Consolas"/>
              </a:rPr>
              <a:t>name</a:t>
            </a:r>
            <a:r>
              <a:rPr sz="1000" spc="-5" dirty="0">
                <a:solidFill>
                  <a:srgbClr val="559CD5"/>
                </a:solidFill>
                <a:latin typeface="Consolas"/>
                <a:cs typeface="Consolas"/>
              </a:rPr>
              <a:t>}</a:t>
            </a: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000" spc="-5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000" dirty="0">
              <a:latin typeface="Consolas"/>
              <a:cs typeface="Consolas"/>
            </a:endParaRPr>
          </a:p>
          <a:p>
            <a:pPr marL="514984">
              <a:lnSpc>
                <a:spcPct val="100000"/>
              </a:lnSpc>
            </a:pP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000" spc="-5" dirty="0">
                <a:solidFill>
                  <a:srgbClr val="559CD5"/>
                </a:solidFill>
                <a:latin typeface="Consolas"/>
                <a:cs typeface="Consolas"/>
              </a:rPr>
              <a:t>ul</a:t>
            </a: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000" dirty="0">
              <a:latin typeface="Consolas"/>
              <a:cs typeface="Consolas"/>
            </a:endParaRPr>
          </a:p>
          <a:p>
            <a:pPr marL="264795">
              <a:lnSpc>
                <a:spcPts val="2155"/>
              </a:lnSpc>
            </a:pP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&lt;/&gt;</a:t>
            </a:r>
            <a:endParaRPr sz="1000" dirty="0">
              <a:latin typeface="Consolas"/>
              <a:cs typeface="Consolas"/>
            </a:endParaRPr>
          </a:p>
          <a:p>
            <a:pPr marL="13335">
              <a:lnSpc>
                <a:spcPts val="2155"/>
              </a:lnSpc>
            </a:pPr>
            <a:r>
              <a:rPr sz="1000" dirty="0">
                <a:solidFill>
                  <a:srgbClr val="D3D3D3"/>
                </a:solidFill>
                <a:latin typeface="Consolas"/>
                <a:cs typeface="Consolas"/>
              </a:rPr>
              <a:t>);</a:t>
            </a:r>
            <a:endParaRPr sz="1000" dirty="0">
              <a:latin typeface="Consolas"/>
              <a:cs typeface="Consolas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BE81727F-6B51-F005-CA49-99D39CCF5FB2}"/>
              </a:ext>
            </a:extLst>
          </p:cNvPr>
          <p:cNvSpPr txBox="1"/>
          <p:nvPr/>
        </p:nvSpPr>
        <p:spPr>
          <a:xfrm>
            <a:off x="1186532" y="3094734"/>
            <a:ext cx="2463505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559CD5"/>
                </a:solidFill>
                <a:latin typeface="Consolas"/>
                <a:cs typeface="Consolas"/>
              </a:rPr>
              <a:t>const</a:t>
            </a:r>
            <a:r>
              <a:rPr sz="1000" spc="-3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000" spc="-5" dirty="0">
                <a:solidFill>
                  <a:srgbClr val="DCDCAA"/>
                </a:solidFill>
                <a:latin typeface="Consolas"/>
                <a:cs typeface="Consolas"/>
              </a:rPr>
              <a:t>list</a:t>
            </a:r>
            <a:r>
              <a:rPr sz="1000" spc="-20" dirty="0">
                <a:solidFill>
                  <a:srgbClr val="DCDCAA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0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D3D3D3"/>
                </a:solidFill>
                <a:latin typeface="Consolas"/>
                <a:cs typeface="Consolas"/>
              </a:rPr>
              <a:t>(</a:t>
            </a:r>
            <a:endParaRPr sz="1000" dirty="0">
              <a:latin typeface="Consolas"/>
              <a:cs typeface="Consolas"/>
            </a:endParaRPr>
          </a:p>
          <a:p>
            <a:pPr marL="264160">
              <a:lnSpc>
                <a:spcPct val="100000"/>
              </a:lnSpc>
            </a:pP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000" spc="-5" dirty="0">
                <a:solidFill>
                  <a:srgbClr val="559CD5"/>
                </a:solidFill>
                <a:latin typeface="Consolas"/>
                <a:cs typeface="Consolas"/>
              </a:rPr>
              <a:t>ul</a:t>
            </a: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000" dirty="0">
              <a:latin typeface="Consolas"/>
              <a:cs typeface="Consolas"/>
            </a:endParaRPr>
          </a:p>
          <a:p>
            <a:pPr marL="514350">
              <a:lnSpc>
                <a:spcPct val="100000"/>
              </a:lnSpc>
            </a:pP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000" spc="-5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000" spc="-5" dirty="0">
                <a:solidFill>
                  <a:srgbClr val="D3D3D3"/>
                </a:solidFill>
                <a:latin typeface="Consolas"/>
                <a:cs typeface="Consolas"/>
              </a:rPr>
              <a:t>Dr.</a:t>
            </a:r>
            <a:r>
              <a:rPr sz="10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000" spc="-5" dirty="0">
                <a:solidFill>
                  <a:srgbClr val="D3D3D3"/>
                </a:solidFill>
                <a:latin typeface="Consolas"/>
                <a:cs typeface="Consolas"/>
              </a:rPr>
              <a:t>David</a:t>
            </a:r>
            <a:r>
              <a:rPr sz="10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000" spc="-5" dirty="0">
                <a:solidFill>
                  <a:srgbClr val="D3D3D3"/>
                </a:solidFill>
                <a:latin typeface="Consolas"/>
                <a:cs typeface="Consolas"/>
              </a:rPr>
              <a:t>Stotts</a:t>
            </a: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000" spc="-5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000" dirty="0">
              <a:latin typeface="Consolas"/>
              <a:cs typeface="Consolas"/>
            </a:endParaRPr>
          </a:p>
          <a:p>
            <a:pPr marL="514350">
              <a:lnSpc>
                <a:spcPct val="100000"/>
              </a:lnSpc>
            </a:pP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000" spc="-5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000" spc="-5" dirty="0">
                <a:solidFill>
                  <a:srgbClr val="559CD5"/>
                </a:solidFill>
                <a:latin typeface="Consolas"/>
                <a:cs typeface="Consolas"/>
              </a:rPr>
              <a:t>{</a:t>
            </a:r>
            <a:r>
              <a:rPr sz="1000" spc="-5" dirty="0">
                <a:solidFill>
                  <a:srgbClr val="9CDCFD"/>
                </a:solidFill>
                <a:latin typeface="Consolas"/>
                <a:cs typeface="Consolas"/>
              </a:rPr>
              <a:t>name</a:t>
            </a:r>
            <a:r>
              <a:rPr sz="1000" spc="-5" dirty="0">
                <a:solidFill>
                  <a:srgbClr val="559CD5"/>
                </a:solidFill>
                <a:latin typeface="Consolas"/>
                <a:cs typeface="Consolas"/>
              </a:rPr>
              <a:t>}</a:t>
            </a: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000" spc="-5" dirty="0">
                <a:solidFill>
                  <a:srgbClr val="559CD5"/>
                </a:solidFill>
                <a:latin typeface="Consolas"/>
                <a:cs typeface="Consolas"/>
              </a:rPr>
              <a:t>li</a:t>
            </a: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000" dirty="0">
              <a:latin typeface="Consolas"/>
              <a:cs typeface="Consolas"/>
            </a:endParaRPr>
          </a:p>
          <a:p>
            <a:pPr marL="264160">
              <a:lnSpc>
                <a:spcPct val="100000"/>
              </a:lnSpc>
            </a:pP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000" spc="-5" dirty="0">
                <a:solidFill>
                  <a:srgbClr val="559CD5"/>
                </a:solidFill>
                <a:latin typeface="Consolas"/>
                <a:cs typeface="Consolas"/>
              </a:rPr>
              <a:t>ul</a:t>
            </a:r>
            <a:r>
              <a:rPr sz="10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1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D3D3D3"/>
                </a:solidFill>
                <a:latin typeface="Consolas"/>
                <a:cs typeface="Consolas"/>
              </a:rPr>
              <a:t>);</a:t>
            </a:r>
            <a:endParaRPr sz="10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193713158"/>
      </p:ext>
    </p:extLst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98A0183-E99A-6EDA-E0ED-B818A71AFD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4688" y="1605246"/>
            <a:ext cx="7342187" cy="1062354"/>
          </a:xfrm>
        </p:spPr>
        <p:txBody>
          <a:bodyPr/>
          <a:lstStyle/>
          <a:p>
            <a:pPr algn="ctr"/>
            <a:r>
              <a:rPr lang="en-GB" dirty="0"/>
              <a:t>“React is just JavaScript”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491D0B5-3B8C-74E3-6F69-0BA924855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8 May 2024, Speaker name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FD186113-C121-1E64-7082-36DAC77750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6993931"/>
      </p:ext>
    </p:extLst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D85D74-A25B-324F-1048-4C525B567B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906" y="631636"/>
            <a:ext cx="7342187" cy="1317673"/>
          </a:xfrm>
        </p:spPr>
        <p:txBody>
          <a:bodyPr/>
          <a:lstStyle/>
          <a:p>
            <a:pPr algn="ctr"/>
            <a:r>
              <a:rPr lang="en-US" sz="2800" dirty="0">
                <a:latin typeface="+mj-lt"/>
              </a:rPr>
              <a:t>Functional Programming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D3CA7A-579B-83F0-C3AA-188070BAE8D0}"/>
              </a:ext>
            </a:extLst>
          </p:cNvPr>
          <p:cNvSpPr txBox="1"/>
          <p:nvPr/>
        </p:nvSpPr>
        <p:spPr bwMode="ltGray">
          <a:xfrm>
            <a:off x="2874873" y="2239625"/>
            <a:ext cx="4476903" cy="195048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marL="342900" indent="-342900" eaLnBrk="0" hangingPunct="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+mn-lt"/>
              </a:rPr>
              <a:t>Functions are 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“first class citizens”</a:t>
            </a:r>
          </a:p>
          <a:p>
            <a:pPr marL="342900" indent="-342900" eaLnBrk="0" hangingPunct="0">
              <a:lnSpc>
                <a:spcPct val="150000"/>
              </a:lnSpc>
              <a:buFont typeface="+mj-lt"/>
              <a:buAutoNum type="arabicPeriod"/>
            </a:pPr>
            <a:endParaRPr lang="en-US" dirty="0">
              <a:solidFill>
                <a:schemeClr val="bg1"/>
              </a:solidFill>
              <a:latin typeface="+mn-lt"/>
            </a:endParaRPr>
          </a:p>
          <a:p>
            <a:pPr marL="342900" indent="-342900" eaLnBrk="0" hangingPunct="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+mn-lt"/>
              </a:rPr>
              <a:t>Variables are 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immutable</a:t>
            </a:r>
          </a:p>
          <a:p>
            <a:pPr marL="342900" indent="-342900" eaLnBrk="0" hangingPunct="0">
              <a:lnSpc>
                <a:spcPct val="150000"/>
              </a:lnSpc>
              <a:buFont typeface="+mj-lt"/>
              <a:buAutoNum type="arabicPeriod"/>
            </a:pPr>
            <a:endParaRPr lang="en-US" dirty="0">
              <a:solidFill>
                <a:schemeClr val="bg1"/>
              </a:solidFill>
              <a:latin typeface="+mn-lt"/>
            </a:endParaRPr>
          </a:p>
          <a:p>
            <a:pPr marL="342900" indent="-342900" eaLnBrk="0" hangingPunct="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+mn-lt"/>
              </a:rPr>
              <a:t>Functions have </a:t>
            </a:r>
            <a:r>
              <a:rPr lang="en-US" b="1" dirty="0">
                <a:solidFill>
                  <a:schemeClr val="bg1"/>
                </a:solidFill>
                <a:latin typeface="+mn-lt"/>
              </a:rPr>
              <a:t>no side effects</a:t>
            </a:r>
          </a:p>
          <a:p>
            <a:pPr marL="342900" indent="-342900" eaLnBrk="0" hangingPunct="0">
              <a:lnSpc>
                <a:spcPct val="150000"/>
              </a:lnSpc>
              <a:buFont typeface="+mj-lt"/>
              <a:buAutoNum type="arabicPeriod"/>
            </a:pPr>
            <a:endParaRPr lang="en-US" dirty="0" err="1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78582396"/>
      </p:ext>
    </p:extLst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3E5350-487E-D35A-4E6E-11C4226ACF0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2212" y="1103782"/>
            <a:ext cx="8469311" cy="36226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Functions are “</a:t>
            </a:r>
            <a:r>
              <a:rPr lang="en-US" b="1" dirty="0"/>
              <a:t>first class citizens</a:t>
            </a:r>
            <a:r>
              <a:rPr lang="en-US" dirty="0"/>
              <a:t>”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AD09D3-B369-88CF-1A1E-E114FAA24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b="1" dirty="0"/>
              <a:t>Functional Programming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59B2B3F2-B577-09C0-8B8D-6077D3E7061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21425976">
            <a:off x="2921320" y="223777"/>
            <a:ext cx="4218315" cy="148066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8681FEF0-31F7-8799-C197-6BAD6C65B05E}"/>
              </a:ext>
            </a:extLst>
          </p:cNvPr>
          <p:cNvSpPr txBox="1"/>
          <p:nvPr/>
        </p:nvSpPr>
        <p:spPr>
          <a:xfrm>
            <a:off x="242477" y="2046360"/>
            <a:ext cx="3780205" cy="587340"/>
          </a:xfrm>
          <a:prstGeom prst="rect">
            <a:avLst/>
          </a:prstGeom>
          <a:solidFill>
            <a:srgbClr val="16184E"/>
          </a:solidFill>
          <a:ln>
            <a:solidFill>
              <a:srgbClr val="E1F5FA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342900" marR="230504" indent="-252095">
              <a:lnSpc>
                <a:spcPct val="100000"/>
              </a:lnSpc>
              <a:spcBef>
                <a:spcPts val="260"/>
              </a:spcBef>
            </a:pP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let </a:t>
            </a:r>
            <a:r>
              <a:rPr sz="1200" spc="-5" dirty="0">
                <a:solidFill>
                  <a:srgbClr val="DCDCAA"/>
                </a:solidFill>
                <a:latin typeface="Consolas"/>
                <a:cs typeface="Consolas"/>
              </a:rPr>
              <a:t>add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= </a:t>
            </a:r>
            <a:r>
              <a:rPr sz="1200" spc="-5" dirty="0">
                <a:solidFill>
                  <a:srgbClr val="559CD5"/>
                </a:solidFill>
                <a:latin typeface="Consolas"/>
                <a:cs typeface="Consolas"/>
              </a:rPr>
              <a:t>function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()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{ </a:t>
            </a:r>
            <a:r>
              <a:rPr sz="12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4EC8AF"/>
                </a:solidFill>
                <a:latin typeface="Consolas"/>
                <a:cs typeface="Consolas"/>
              </a:rPr>
              <a:t>console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.</a:t>
            </a:r>
            <a:r>
              <a:rPr sz="1200" spc="-5" dirty="0">
                <a:solidFill>
                  <a:srgbClr val="DCDCAA"/>
                </a:solidFill>
                <a:latin typeface="Consolas"/>
                <a:cs typeface="Consolas"/>
              </a:rPr>
              <a:t>log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(</a:t>
            </a:r>
            <a:r>
              <a:rPr sz="1200" spc="-5" dirty="0">
                <a:solidFill>
                  <a:srgbClr val="CE9178"/>
                </a:solidFill>
                <a:latin typeface="Consolas"/>
                <a:cs typeface="Consolas"/>
              </a:rPr>
              <a:t>'Now adding numbers'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); </a:t>
            </a:r>
            <a:r>
              <a:rPr sz="1200" spc="-97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559CD5"/>
                </a:solidFill>
                <a:latin typeface="Consolas"/>
                <a:cs typeface="Consolas"/>
              </a:rPr>
              <a:t>const</a:t>
            </a:r>
            <a:r>
              <a:rPr sz="1200" spc="-1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9CDCFD"/>
                </a:solidFill>
                <a:latin typeface="Consolas"/>
                <a:cs typeface="Consolas"/>
              </a:rPr>
              <a:t>five</a:t>
            </a:r>
            <a:r>
              <a:rPr sz="1200" spc="-15" dirty="0">
                <a:solidFill>
                  <a:srgbClr val="9CDCFD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2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B5CEA8"/>
                </a:solidFill>
                <a:latin typeface="Consolas"/>
                <a:cs typeface="Consolas"/>
              </a:rPr>
              <a:t>3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+</a:t>
            </a:r>
            <a:r>
              <a:rPr sz="12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B5CEA8"/>
                </a:solidFill>
                <a:latin typeface="Consolas"/>
                <a:cs typeface="Consolas"/>
              </a:rPr>
              <a:t>2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;</a:t>
            </a:r>
            <a:endParaRPr sz="12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};</a:t>
            </a:r>
            <a:endParaRPr sz="1200" dirty="0">
              <a:latin typeface="Consolas"/>
              <a:cs typeface="Consola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A2ABDC4-6396-8282-E6DE-592EFF24A186}"/>
              </a:ext>
            </a:extLst>
          </p:cNvPr>
          <p:cNvSpPr txBox="1"/>
          <p:nvPr/>
        </p:nvSpPr>
        <p:spPr>
          <a:xfrm>
            <a:off x="242477" y="3038143"/>
            <a:ext cx="3996318" cy="1153520"/>
          </a:xfrm>
          <a:prstGeom prst="rect">
            <a:avLst/>
          </a:prstGeom>
          <a:solidFill>
            <a:srgbClr val="16184E"/>
          </a:solidFill>
          <a:ln>
            <a:solidFill>
              <a:srgbClr val="E1F5FA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342265" marR="1235075" indent="-251460">
              <a:lnSpc>
                <a:spcPct val="100000"/>
              </a:lnSpc>
              <a:spcBef>
                <a:spcPts val="254"/>
              </a:spcBef>
            </a:pPr>
            <a:r>
              <a:rPr sz="1200" spc="-5" dirty="0">
                <a:solidFill>
                  <a:srgbClr val="559CD5"/>
                </a:solidFill>
                <a:latin typeface="Consolas"/>
                <a:cs typeface="Consolas"/>
              </a:rPr>
              <a:t>function</a:t>
            </a:r>
            <a:r>
              <a:rPr sz="1200" spc="-3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DCDCAA"/>
                </a:solidFill>
                <a:latin typeface="Consolas"/>
                <a:cs typeface="Consolas"/>
              </a:rPr>
              <a:t>performTask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(</a:t>
            </a:r>
            <a:r>
              <a:rPr sz="1200" spc="-5" dirty="0">
                <a:solidFill>
                  <a:srgbClr val="9CDCFD"/>
                </a:solidFill>
                <a:latin typeface="Consolas"/>
                <a:cs typeface="Consolas"/>
              </a:rPr>
              <a:t>task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)</a:t>
            </a:r>
            <a:r>
              <a:rPr sz="1200" spc="-3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{ </a:t>
            </a:r>
            <a:r>
              <a:rPr sz="1200" spc="-97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DCDCAA"/>
                </a:solidFill>
                <a:latin typeface="Consolas"/>
                <a:cs typeface="Consolas"/>
              </a:rPr>
              <a:t>task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();</a:t>
            </a:r>
            <a:endParaRPr sz="1200" dirty="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sz="1200" spc="-5" dirty="0">
                <a:solidFill>
                  <a:srgbClr val="4EC8AF"/>
                </a:solidFill>
                <a:latin typeface="Consolas"/>
                <a:cs typeface="Consolas"/>
              </a:rPr>
              <a:t>console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.</a:t>
            </a:r>
            <a:r>
              <a:rPr sz="1200" spc="-5" dirty="0">
                <a:solidFill>
                  <a:srgbClr val="DCDCAA"/>
                </a:solidFill>
                <a:latin typeface="Consolas"/>
                <a:cs typeface="Consolas"/>
              </a:rPr>
              <a:t>log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(</a:t>
            </a:r>
            <a:r>
              <a:rPr sz="1200" spc="-5" dirty="0">
                <a:solidFill>
                  <a:srgbClr val="CE9178"/>
                </a:solidFill>
                <a:latin typeface="Consolas"/>
                <a:cs typeface="Consolas"/>
              </a:rPr>
              <a:t>'Task</a:t>
            </a:r>
            <a:r>
              <a:rPr sz="1200" spc="-3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CE9178"/>
                </a:solidFill>
                <a:latin typeface="Consolas"/>
                <a:cs typeface="Consolas"/>
              </a:rPr>
              <a:t>performed!'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);</a:t>
            </a:r>
            <a:endParaRPr sz="1200" dirty="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2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 dirty="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</a:pPr>
            <a:r>
              <a:rPr sz="1200" spc="-5" dirty="0">
                <a:solidFill>
                  <a:srgbClr val="DCDCAA"/>
                </a:solidFill>
                <a:latin typeface="Consolas"/>
                <a:cs typeface="Consolas"/>
              </a:rPr>
              <a:t>performTask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(</a:t>
            </a:r>
            <a:r>
              <a:rPr sz="1200" spc="-5" dirty="0">
                <a:solidFill>
                  <a:srgbClr val="9CDCFD"/>
                </a:solidFill>
                <a:latin typeface="Consolas"/>
                <a:cs typeface="Consolas"/>
              </a:rPr>
              <a:t>add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);</a:t>
            </a:r>
            <a:endParaRPr sz="1200" dirty="0">
              <a:latin typeface="Consolas"/>
              <a:cs typeface="Consolas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6FE61406-036C-3A9C-D1A8-E7EB821C7EC9}"/>
              </a:ext>
            </a:extLst>
          </p:cNvPr>
          <p:cNvSpPr txBox="1"/>
          <p:nvPr/>
        </p:nvSpPr>
        <p:spPr>
          <a:xfrm>
            <a:off x="4118343" y="2236720"/>
            <a:ext cx="4767756" cy="1707518"/>
          </a:xfrm>
          <a:prstGeom prst="rect">
            <a:avLst/>
          </a:prstGeom>
          <a:solidFill>
            <a:srgbClr val="16184E"/>
          </a:solidFill>
          <a:ln>
            <a:solidFill>
              <a:srgbClr val="E1F5FA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342900" marR="2344420" indent="-252095">
              <a:lnSpc>
                <a:spcPct val="100000"/>
              </a:lnSpc>
              <a:spcBef>
                <a:spcPts val="254"/>
              </a:spcBef>
            </a:pPr>
            <a:r>
              <a:rPr lang="en-US" sz="1200" spc="-5" dirty="0">
                <a:solidFill>
                  <a:srgbClr val="559CD5"/>
                </a:solidFill>
                <a:latin typeface="Consolas"/>
                <a:cs typeface="Consolas"/>
              </a:rPr>
              <a:t>function </a:t>
            </a:r>
            <a:r>
              <a:rPr lang="en-US" sz="1200" spc="-5" dirty="0">
                <a:solidFill>
                  <a:srgbClr val="DCDCAA"/>
                </a:solidFill>
                <a:latin typeface="Consolas"/>
                <a:cs typeface="Consolas"/>
              </a:rPr>
              <a:t>foo</a:t>
            </a:r>
            <a:r>
              <a:rPr lang="en-US" sz="1200" spc="-5" dirty="0">
                <a:solidFill>
                  <a:srgbClr val="D3D3D3"/>
                </a:solidFill>
                <a:latin typeface="Consolas"/>
                <a:cs typeface="Consolas"/>
              </a:rPr>
              <a:t>() </a:t>
            </a:r>
            <a:r>
              <a:rPr lang="en-US" sz="1200" dirty="0">
                <a:solidFill>
                  <a:srgbClr val="D3D3D3"/>
                </a:solidFill>
                <a:latin typeface="Consolas"/>
                <a:cs typeface="Consolas"/>
              </a:rPr>
              <a:t>{ </a:t>
            </a:r>
            <a:r>
              <a:rPr lang="en-US" sz="1200" spc="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lang="en-US" sz="1200" spc="-5" dirty="0">
                <a:solidFill>
                  <a:srgbClr val="C585C0"/>
                </a:solidFill>
                <a:latin typeface="Consolas"/>
                <a:cs typeface="Consolas"/>
              </a:rPr>
              <a:t>return</a:t>
            </a:r>
            <a:r>
              <a:rPr lang="en-US" sz="1200" spc="-45" dirty="0">
                <a:solidFill>
                  <a:srgbClr val="C585C0"/>
                </a:solidFill>
                <a:latin typeface="Consolas"/>
                <a:cs typeface="Consolas"/>
              </a:rPr>
              <a:t> </a:t>
            </a:r>
            <a:r>
              <a:rPr lang="en-US" sz="1200" spc="-5" dirty="0">
                <a:solidFill>
                  <a:srgbClr val="559CD5"/>
                </a:solidFill>
                <a:latin typeface="Consolas"/>
                <a:cs typeface="Consolas"/>
              </a:rPr>
              <a:t>function</a:t>
            </a:r>
            <a:r>
              <a:rPr lang="en-US" sz="1200" spc="-5" dirty="0">
                <a:solidFill>
                  <a:srgbClr val="D3D3D3"/>
                </a:solidFill>
                <a:latin typeface="Consolas"/>
                <a:cs typeface="Consolas"/>
              </a:rPr>
              <a:t>()</a:t>
            </a:r>
            <a:r>
              <a:rPr lang="en-US" sz="1200" spc="-3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endParaRPr lang="en-US" sz="1200" dirty="0">
              <a:latin typeface="Consolas"/>
              <a:cs typeface="Consolas"/>
            </a:endParaRPr>
          </a:p>
          <a:p>
            <a:pPr marL="593725">
              <a:lnSpc>
                <a:spcPct val="100000"/>
              </a:lnSpc>
            </a:pPr>
            <a:r>
              <a:rPr lang="en-US" sz="1200" spc="-5" dirty="0">
                <a:solidFill>
                  <a:srgbClr val="4EC8AF"/>
                </a:solidFill>
                <a:latin typeface="Consolas"/>
                <a:cs typeface="Consolas"/>
              </a:rPr>
              <a:t>console</a:t>
            </a:r>
            <a:r>
              <a:rPr lang="en-US" sz="1200" spc="-5" dirty="0">
                <a:solidFill>
                  <a:srgbClr val="D3D3D3"/>
                </a:solidFill>
                <a:latin typeface="Consolas"/>
                <a:cs typeface="Consolas"/>
              </a:rPr>
              <a:t>.</a:t>
            </a:r>
            <a:r>
              <a:rPr lang="en-US" sz="1200" spc="-5" dirty="0">
                <a:solidFill>
                  <a:srgbClr val="DCDCAA"/>
                </a:solidFill>
                <a:latin typeface="Consolas"/>
                <a:cs typeface="Consolas"/>
              </a:rPr>
              <a:t>log</a:t>
            </a:r>
            <a:r>
              <a:rPr lang="en-US" sz="1200" spc="-5" dirty="0">
                <a:solidFill>
                  <a:srgbClr val="D3D3D3"/>
                </a:solidFill>
                <a:latin typeface="Consolas"/>
                <a:cs typeface="Consolas"/>
              </a:rPr>
              <a:t>(</a:t>
            </a:r>
            <a:r>
              <a:rPr lang="en-US" sz="1200" spc="-5" dirty="0">
                <a:solidFill>
                  <a:srgbClr val="CE9178"/>
                </a:solidFill>
                <a:latin typeface="Consolas"/>
                <a:cs typeface="Consolas"/>
              </a:rPr>
              <a:t>'What</a:t>
            </a:r>
            <a:r>
              <a:rPr lang="en-US" sz="1200" spc="-2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lang="en-US" sz="1200" spc="-5" dirty="0">
                <a:solidFill>
                  <a:srgbClr val="CE9178"/>
                </a:solidFill>
                <a:latin typeface="Consolas"/>
                <a:cs typeface="Consolas"/>
              </a:rPr>
              <a:t>gets</a:t>
            </a:r>
            <a:r>
              <a:rPr lang="en-US" sz="1200" spc="-2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lang="en-US" sz="1200" spc="-5" dirty="0">
                <a:solidFill>
                  <a:srgbClr val="CE9178"/>
                </a:solidFill>
                <a:latin typeface="Consolas"/>
                <a:cs typeface="Consolas"/>
              </a:rPr>
              <a:t>printed?'</a:t>
            </a:r>
            <a:r>
              <a:rPr lang="en-US" sz="1200" spc="-5" dirty="0">
                <a:solidFill>
                  <a:srgbClr val="D3D3D3"/>
                </a:solidFill>
                <a:latin typeface="Consolas"/>
                <a:cs typeface="Consolas"/>
              </a:rPr>
              <a:t>);</a:t>
            </a:r>
            <a:endParaRPr lang="en-US" sz="1200" dirty="0">
              <a:latin typeface="Consolas"/>
              <a:cs typeface="Consolas"/>
            </a:endParaRPr>
          </a:p>
          <a:p>
            <a:pPr marL="342900">
              <a:lnSpc>
                <a:spcPct val="100000"/>
              </a:lnSpc>
            </a:pPr>
            <a:r>
              <a:rPr lang="en-US" sz="1200" spc="-5" dirty="0">
                <a:solidFill>
                  <a:srgbClr val="D3D3D3"/>
                </a:solidFill>
                <a:latin typeface="Consolas"/>
                <a:cs typeface="Consolas"/>
              </a:rPr>
              <a:t>};</a:t>
            </a:r>
            <a:endParaRPr lang="en-US" sz="12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lang="en-US" sz="120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lang="en-US" sz="12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lang="en-US" sz="1200" dirty="0">
              <a:latin typeface="Consolas"/>
              <a:cs typeface="Consolas"/>
            </a:endParaRPr>
          </a:p>
          <a:p>
            <a:pPr marL="91440" marR="3975735">
              <a:lnSpc>
                <a:spcPct val="100000"/>
              </a:lnSpc>
            </a:pPr>
            <a:r>
              <a:rPr lang="en-US" sz="1200" dirty="0">
                <a:solidFill>
                  <a:srgbClr val="DCDCAA"/>
                </a:solidFill>
                <a:latin typeface="Consolas"/>
                <a:cs typeface="Consolas"/>
              </a:rPr>
              <a:t>foo </a:t>
            </a:r>
            <a:r>
              <a:rPr lang="en-US" sz="1200" spc="5" dirty="0">
                <a:solidFill>
                  <a:srgbClr val="DCDCAA"/>
                </a:solidFill>
                <a:latin typeface="Consolas"/>
                <a:cs typeface="Consolas"/>
              </a:rPr>
              <a:t> </a:t>
            </a:r>
            <a:r>
              <a:rPr lang="en-US" sz="1200" spc="-5" dirty="0">
                <a:solidFill>
                  <a:srgbClr val="DCDCAA"/>
                </a:solidFill>
                <a:latin typeface="Consolas"/>
                <a:cs typeface="Consolas"/>
              </a:rPr>
              <a:t>foo</a:t>
            </a:r>
            <a:r>
              <a:rPr lang="en-US" sz="1200" spc="-5" dirty="0">
                <a:solidFill>
                  <a:srgbClr val="D3D3D3"/>
                </a:solidFill>
                <a:latin typeface="Consolas"/>
                <a:cs typeface="Consolas"/>
              </a:rPr>
              <a:t>(); </a:t>
            </a:r>
            <a:r>
              <a:rPr lang="en-US" sz="120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DCDCAA"/>
                </a:solidFill>
                <a:latin typeface="Consolas"/>
                <a:cs typeface="Consolas"/>
              </a:rPr>
              <a:t>fo</a:t>
            </a:r>
            <a:r>
              <a:rPr lang="en-US" sz="1200" spc="-5" dirty="0">
                <a:solidFill>
                  <a:srgbClr val="DCDCAA"/>
                </a:solidFill>
                <a:latin typeface="Consolas"/>
                <a:cs typeface="Consolas"/>
              </a:rPr>
              <a:t>o</a:t>
            </a:r>
            <a:r>
              <a:rPr lang="en-US" sz="1200" dirty="0">
                <a:solidFill>
                  <a:srgbClr val="D3D3D3"/>
                </a:solidFill>
                <a:latin typeface="Consolas"/>
                <a:cs typeface="Consolas"/>
              </a:rPr>
              <a:t>()</a:t>
            </a:r>
            <a:r>
              <a:rPr lang="en-US" sz="1200" spc="-10" dirty="0">
                <a:solidFill>
                  <a:srgbClr val="D3D3D3"/>
                </a:solidFill>
                <a:latin typeface="Consolas"/>
                <a:cs typeface="Consolas"/>
              </a:rPr>
              <a:t>(</a:t>
            </a:r>
            <a:r>
              <a:rPr lang="en-US" sz="1200" dirty="0">
                <a:solidFill>
                  <a:srgbClr val="D3D3D3"/>
                </a:solidFill>
                <a:latin typeface="Consolas"/>
                <a:cs typeface="Consolas"/>
              </a:rPr>
              <a:t>);</a:t>
            </a:r>
            <a:endParaRPr lang="en-US" sz="12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786751386"/>
      </p:ext>
    </p:extLst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3E5350-487E-D35A-4E6E-11C4226ACF0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Variables are </a:t>
            </a:r>
            <a:r>
              <a:rPr lang="en-US" b="1" dirty="0"/>
              <a:t>immutable.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AD09D3-B369-88CF-1A1E-E114FAA24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b="1" dirty="0"/>
              <a:t>Functional Programming</a:t>
            </a:r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01503313-699A-4586-7976-35550A59C34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21330309">
            <a:off x="3354146" y="572917"/>
            <a:ext cx="3563632" cy="1210652"/>
          </a:xfrm>
          <a:prstGeom prst="rect">
            <a:avLst/>
          </a:prstGeom>
        </p:spPr>
      </p:pic>
      <p:sp>
        <p:nvSpPr>
          <p:cNvPr id="9" name="object 5">
            <a:extLst>
              <a:ext uri="{FF2B5EF4-FFF2-40B4-BE49-F238E27FC236}">
                <a16:creationId xmlns:a16="http://schemas.microsoft.com/office/drawing/2014/main" id="{687BB02F-B114-B1A7-DBA0-D13DA0873F82}"/>
              </a:ext>
            </a:extLst>
          </p:cNvPr>
          <p:cNvSpPr txBox="1"/>
          <p:nvPr/>
        </p:nvSpPr>
        <p:spPr>
          <a:xfrm>
            <a:off x="538277" y="2110506"/>
            <a:ext cx="5327650" cy="600163"/>
          </a:xfrm>
          <a:prstGeom prst="rect">
            <a:avLst/>
          </a:prstGeom>
          <a:solidFill>
            <a:srgbClr val="16184E"/>
          </a:solidFill>
        </p:spPr>
        <p:txBody>
          <a:bodyPr vert="horz" wrap="square" lIns="0" tIns="33019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59"/>
              </a:spcBef>
            </a:pP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let</a:t>
            </a:r>
            <a:r>
              <a:rPr sz="1200" spc="-3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D"/>
                </a:solidFill>
                <a:latin typeface="Consolas"/>
                <a:cs typeface="Consolas"/>
              </a:rPr>
              <a:t>a</a:t>
            </a:r>
            <a:r>
              <a:rPr sz="1200" spc="-30" dirty="0">
                <a:solidFill>
                  <a:srgbClr val="9CDCFD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2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B5CEA8"/>
                </a:solidFill>
                <a:latin typeface="Consolas"/>
                <a:cs typeface="Consolas"/>
              </a:rPr>
              <a:t>4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;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200" dirty="0">
                <a:solidFill>
                  <a:srgbClr val="9CDCFD"/>
                </a:solidFill>
                <a:latin typeface="Consolas"/>
                <a:cs typeface="Consolas"/>
              </a:rPr>
              <a:t>a</a:t>
            </a:r>
            <a:r>
              <a:rPr sz="1200" spc="-20" dirty="0">
                <a:solidFill>
                  <a:srgbClr val="9CDCFD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2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B5CEA8"/>
                </a:solidFill>
                <a:latin typeface="Consolas"/>
                <a:cs typeface="Consolas"/>
              </a:rPr>
              <a:t>2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;</a:t>
            </a:r>
            <a:r>
              <a:rPr sz="12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6A9954"/>
                </a:solidFill>
                <a:latin typeface="Consolas"/>
                <a:cs typeface="Consolas"/>
              </a:rPr>
              <a:t>//</a:t>
            </a:r>
            <a:r>
              <a:rPr sz="1200" spc="-2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6A9954"/>
                </a:solidFill>
                <a:latin typeface="Consolas"/>
                <a:cs typeface="Consolas"/>
              </a:rPr>
              <a:t>Mutates</a:t>
            </a:r>
            <a:r>
              <a:rPr sz="1200" spc="-2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6A9954"/>
                </a:solidFill>
                <a:latin typeface="Consolas"/>
                <a:cs typeface="Consolas"/>
              </a:rPr>
              <a:t>`a`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6148523F-8E01-3B9A-EEE2-10CD23DDC706}"/>
              </a:ext>
            </a:extLst>
          </p:cNvPr>
          <p:cNvSpPr txBox="1"/>
          <p:nvPr/>
        </p:nvSpPr>
        <p:spPr>
          <a:xfrm>
            <a:off x="538277" y="2899827"/>
            <a:ext cx="5327650" cy="981678"/>
          </a:xfrm>
          <a:prstGeom prst="rect">
            <a:avLst/>
          </a:prstGeom>
          <a:solidFill>
            <a:srgbClr val="16184E"/>
          </a:solidFill>
        </p:spPr>
        <p:txBody>
          <a:bodyPr vert="horz" wrap="square" lIns="0" tIns="3238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54"/>
              </a:spcBef>
            </a:pP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let</a:t>
            </a:r>
            <a:r>
              <a:rPr sz="1200" spc="-2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D"/>
                </a:solidFill>
                <a:latin typeface="Consolas"/>
                <a:cs typeface="Consolas"/>
              </a:rPr>
              <a:t>b</a:t>
            </a:r>
            <a:r>
              <a:rPr sz="1200" spc="-20" dirty="0">
                <a:solidFill>
                  <a:srgbClr val="9CDCFD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2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[</a:t>
            </a:r>
            <a:r>
              <a:rPr sz="1200" spc="-5" dirty="0">
                <a:solidFill>
                  <a:srgbClr val="B5CEA8"/>
                </a:solidFill>
                <a:latin typeface="Consolas"/>
                <a:cs typeface="Consolas"/>
              </a:rPr>
              <a:t>1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,</a:t>
            </a:r>
            <a:r>
              <a:rPr sz="1200" spc="-2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B5CEA8"/>
                </a:solidFill>
                <a:latin typeface="Consolas"/>
                <a:cs typeface="Consolas"/>
              </a:rPr>
              <a:t>2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,</a:t>
            </a:r>
            <a:r>
              <a:rPr sz="12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B5CEA8"/>
                </a:solidFill>
                <a:latin typeface="Consolas"/>
                <a:cs typeface="Consolas"/>
              </a:rPr>
              <a:t>3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];</a:t>
            </a:r>
            <a:endParaRPr sz="12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200" spc="-5" dirty="0">
                <a:solidFill>
                  <a:srgbClr val="9CDCFD"/>
                </a:solidFill>
                <a:latin typeface="Consolas"/>
                <a:cs typeface="Consolas"/>
              </a:rPr>
              <a:t>b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.</a:t>
            </a:r>
            <a:r>
              <a:rPr sz="1200" spc="-5" dirty="0">
                <a:solidFill>
                  <a:srgbClr val="DCDCAA"/>
                </a:solidFill>
                <a:latin typeface="Consolas"/>
                <a:cs typeface="Consolas"/>
              </a:rPr>
              <a:t>push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(</a:t>
            </a:r>
            <a:r>
              <a:rPr sz="1200" spc="-5" dirty="0">
                <a:solidFill>
                  <a:srgbClr val="B5CEA8"/>
                </a:solidFill>
                <a:latin typeface="Consolas"/>
                <a:cs typeface="Consolas"/>
              </a:rPr>
              <a:t>4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);</a:t>
            </a:r>
            <a:r>
              <a:rPr sz="12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6A9954"/>
                </a:solidFill>
                <a:latin typeface="Consolas"/>
                <a:cs typeface="Consolas"/>
              </a:rPr>
              <a:t>//</a:t>
            </a:r>
            <a:r>
              <a:rPr sz="1200" spc="-1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6A9954"/>
                </a:solidFill>
                <a:latin typeface="Consolas"/>
                <a:cs typeface="Consolas"/>
              </a:rPr>
              <a:t>Mutates</a:t>
            </a:r>
            <a:r>
              <a:rPr sz="1200" spc="-25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6A9954"/>
                </a:solidFill>
                <a:latin typeface="Consolas"/>
                <a:cs typeface="Consolas"/>
              </a:rPr>
              <a:t>`b`</a:t>
            </a:r>
            <a:endParaRPr sz="12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200" dirty="0">
                <a:solidFill>
                  <a:srgbClr val="559CD5"/>
                </a:solidFill>
                <a:latin typeface="Consolas"/>
                <a:cs typeface="Consolas"/>
              </a:rPr>
              <a:t>let</a:t>
            </a:r>
            <a:r>
              <a:rPr sz="1200" spc="-1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D"/>
                </a:solidFill>
                <a:latin typeface="Consolas"/>
                <a:cs typeface="Consolas"/>
              </a:rPr>
              <a:t>c</a:t>
            </a:r>
            <a:r>
              <a:rPr sz="1200" spc="-10" dirty="0">
                <a:solidFill>
                  <a:srgbClr val="9CDCFD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2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[...</a:t>
            </a:r>
            <a:r>
              <a:rPr sz="1200" spc="-5" dirty="0">
                <a:solidFill>
                  <a:srgbClr val="9CDCFD"/>
                </a:solidFill>
                <a:latin typeface="Consolas"/>
                <a:cs typeface="Consolas"/>
              </a:rPr>
              <a:t>b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,</a:t>
            </a:r>
            <a:r>
              <a:rPr sz="12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B5CEA8"/>
                </a:solidFill>
                <a:latin typeface="Consolas"/>
                <a:cs typeface="Consolas"/>
              </a:rPr>
              <a:t>4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];</a:t>
            </a:r>
            <a:r>
              <a:rPr sz="12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6A9954"/>
                </a:solidFill>
                <a:latin typeface="Consolas"/>
                <a:cs typeface="Consolas"/>
              </a:rPr>
              <a:t>//</a:t>
            </a:r>
            <a:r>
              <a:rPr sz="1200" spc="-1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6A9954"/>
                </a:solidFill>
                <a:latin typeface="Consolas"/>
                <a:cs typeface="Consolas"/>
              </a:rPr>
              <a:t>Does</a:t>
            </a:r>
            <a:r>
              <a:rPr sz="1200" spc="-2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6A9954"/>
                </a:solidFill>
                <a:latin typeface="Consolas"/>
                <a:cs typeface="Consolas"/>
              </a:rPr>
              <a:t>not</a:t>
            </a:r>
            <a:r>
              <a:rPr sz="1200" spc="-1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6A9954"/>
                </a:solidFill>
                <a:latin typeface="Consolas"/>
                <a:cs typeface="Consolas"/>
              </a:rPr>
              <a:t>mutate</a:t>
            </a:r>
            <a:r>
              <a:rPr sz="1200" spc="-10" dirty="0">
                <a:solidFill>
                  <a:srgbClr val="6A9954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6A9954"/>
                </a:solidFill>
                <a:latin typeface="Consolas"/>
                <a:cs typeface="Consolas"/>
              </a:rPr>
              <a:t>`b`</a:t>
            </a:r>
            <a:endParaRPr sz="12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299005227"/>
      </p:ext>
    </p:extLst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3E5350-487E-D35A-4E6E-11C4226ACF0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Functions have </a:t>
            </a:r>
            <a:r>
              <a:rPr lang="en-US" b="1" dirty="0"/>
              <a:t>no side effects.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AD09D3-B369-88CF-1A1E-E114FAA24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b="1" dirty="0"/>
              <a:t>Functional</a:t>
            </a:r>
            <a:r>
              <a:rPr lang="en-US" b="1" dirty="0"/>
              <a:t> Programming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E9547BB-3A32-8084-118E-2758DAB3D790}"/>
              </a:ext>
            </a:extLst>
          </p:cNvPr>
          <p:cNvSpPr txBox="1"/>
          <p:nvPr/>
        </p:nvSpPr>
        <p:spPr>
          <a:xfrm>
            <a:off x="509016" y="2260547"/>
            <a:ext cx="6096000" cy="784188"/>
          </a:xfrm>
          <a:prstGeom prst="rect">
            <a:avLst/>
          </a:prstGeom>
          <a:solidFill>
            <a:srgbClr val="16184E"/>
          </a:solidFill>
        </p:spPr>
        <p:txBody>
          <a:bodyPr vert="horz" wrap="square" lIns="0" tIns="3238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4"/>
              </a:spcBef>
            </a:pPr>
            <a:r>
              <a:rPr sz="1200" spc="-5" dirty="0">
                <a:solidFill>
                  <a:srgbClr val="559CD5"/>
                </a:solidFill>
                <a:latin typeface="Consolas"/>
                <a:cs typeface="Consolas"/>
              </a:rPr>
              <a:t>const</a:t>
            </a:r>
            <a:r>
              <a:rPr sz="1200" spc="-3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D"/>
                </a:solidFill>
                <a:latin typeface="Consolas"/>
                <a:cs typeface="Consolas"/>
              </a:rPr>
              <a:t>b</a:t>
            </a:r>
            <a:r>
              <a:rPr sz="1200" spc="-20" dirty="0">
                <a:solidFill>
                  <a:srgbClr val="9CDCFD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200" spc="-3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[];</a:t>
            </a:r>
            <a:endParaRPr sz="12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 dirty="0">
              <a:latin typeface="Consolas"/>
              <a:cs typeface="Consolas"/>
            </a:endParaRPr>
          </a:p>
          <a:p>
            <a:pPr marL="342900" marR="2607945" indent="-251460">
              <a:lnSpc>
                <a:spcPct val="100000"/>
              </a:lnSpc>
            </a:pPr>
            <a:r>
              <a:rPr sz="1200" spc="-5" dirty="0">
                <a:solidFill>
                  <a:srgbClr val="559CD5"/>
                </a:solidFill>
                <a:latin typeface="Consolas"/>
                <a:cs typeface="Consolas"/>
              </a:rPr>
              <a:t>function</a:t>
            </a:r>
            <a:r>
              <a:rPr sz="1200" spc="-3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DCDCAA"/>
                </a:solidFill>
                <a:latin typeface="Consolas"/>
                <a:cs typeface="Consolas"/>
              </a:rPr>
              <a:t>hasSideEffects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()</a:t>
            </a:r>
            <a:r>
              <a:rPr sz="1200" spc="-2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{ </a:t>
            </a:r>
            <a:r>
              <a:rPr sz="1200" spc="-97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9CDCFD"/>
                </a:solidFill>
                <a:latin typeface="Consolas"/>
                <a:cs typeface="Consolas"/>
              </a:rPr>
              <a:t>b</a:t>
            </a:r>
            <a:r>
              <a:rPr sz="1200" spc="-10" dirty="0">
                <a:solidFill>
                  <a:srgbClr val="9CDCFD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2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[</a:t>
            </a:r>
            <a:r>
              <a:rPr sz="1200" spc="-5" dirty="0">
                <a:solidFill>
                  <a:srgbClr val="B5CEA8"/>
                </a:solidFill>
                <a:latin typeface="Consolas"/>
                <a:cs typeface="Consolas"/>
              </a:rPr>
              <a:t>0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];</a:t>
            </a:r>
            <a:endParaRPr sz="12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2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909386348"/>
      </p:ext>
    </p:extLst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92C801-357C-E2BD-BCDA-2755B47B76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9933" y="1070037"/>
            <a:ext cx="7788275" cy="3622675"/>
          </a:xfrm>
        </p:spPr>
        <p:txBody>
          <a:bodyPr/>
          <a:lstStyle/>
          <a:p>
            <a:r>
              <a:rPr lang="en-US" dirty="0"/>
              <a:t>Components are </a:t>
            </a:r>
            <a:r>
              <a:rPr lang="en-US" b="1" dirty="0"/>
              <a:t>functions for user interfaces.</a:t>
            </a:r>
          </a:p>
          <a:p>
            <a:endParaRPr lang="en-US" dirty="0"/>
          </a:p>
        </p:txBody>
      </p:sp>
      <p:grpSp>
        <p:nvGrpSpPr>
          <p:cNvPr id="30" name="object 15">
            <a:extLst>
              <a:ext uri="{FF2B5EF4-FFF2-40B4-BE49-F238E27FC236}">
                <a16:creationId xmlns:a16="http://schemas.microsoft.com/office/drawing/2014/main" id="{18046714-1AB4-5CBD-4D93-68D87E951D82}"/>
              </a:ext>
            </a:extLst>
          </p:cNvPr>
          <p:cNvGrpSpPr/>
          <p:nvPr/>
        </p:nvGrpSpPr>
        <p:grpSpPr>
          <a:xfrm>
            <a:off x="3457598" y="1811887"/>
            <a:ext cx="2953437" cy="621424"/>
            <a:chOff x="5240083" y="4973383"/>
            <a:chExt cx="4585335" cy="832485"/>
          </a:xfrm>
          <a:solidFill>
            <a:srgbClr val="CCEDF9"/>
          </a:solidFill>
        </p:grpSpPr>
        <p:sp>
          <p:nvSpPr>
            <p:cNvPr id="31" name="object 16">
              <a:extLst>
                <a:ext uri="{FF2B5EF4-FFF2-40B4-BE49-F238E27FC236}">
                  <a16:creationId xmlns:a16="http://schemas.microsoft.com/office/drawing/2014/main" id="{0D26CB89-E009-5237-9B49-2AE519395838}"/>
                </a:ext>
              </a:extLst>
            </p:cNvPr>
            <p:cNvSpPr/>
            <p:nvPr/>
          </p:nvSpPr>
          <p:spPr>
            <a:xfrm>
              <a:off x="5246751" y="4980051"/>
              <a:ext cx="4572000" cy="819150"/>
            </a:xfrm>
            <a:custGeom>
              <a:avLst/>
              <a:gdLst/>
              <a:ahLst/>
              <a:cxnLst/>
              <a:rect l="l" t="t" r="r" b="b"/>
              <a:pathLst>
                <a:path w="4572000" h="819150">
                  <a:moveTo>
                    <a:pt x="4506950" y="0"/>
                  </a:moveTo>
                  <a:lnTo>
                    <a:pt x="65049" y="0"/>
                  </a:lnTo>
                  <a:lnTo>
                    <a:pt x="39728" y="5111"/>
                  </a:lnTo>
                  <a:lnTo>
                    <a:pt x="19051" y="19051"/>
                  </a:lnTo>
                  <a:lnTo>
                    <a:pt x="5111" y="39728"/>
                  </a:lnTo>
                  <a:lnTo>
                    <a:pt x="0" y="65049"/>
                  </a:lnTo>
                  <a:lnTo>
                    <a:pt x="0" y="754100"/>
                  </a:lnTo>
                  <a:lnTo>
                    <a:pt x="5111" y="779421"/>
                  </a:lnTo>
                  <a:lnTo>
                    <a:pt x="19051" y="800098"/>
                  </a:lnTo>
                  <a:lnTo>
                    <a:pt x="39728" y="814038"/>
                  </a:lnTo>
                  <a:lnTo>
                    <a:pt x="65049" y="819150"/>
                  </a:lnTo>
                  <a:lnTo>
                    <a:pt x="4506950" y="819150"/>
                  </a:lnTo>
                  <a:lnTo>
                    <a:pt x="4532271" y="814038"/>
                  </a:lnTo>
                  <a:lnTo>
                    <a:pt x="4552948" y="800098"/>
                  </a:lnTo>
                  <a:lnTo>
                    <a:pt x="4566888" y="779421"/>
                  </a:lnTo>
                  <a:lnTo>
                    <a:pt x="4572000" y="754100"/>
                  </a:lnTo>
                  <a:lnTo>
                    <a:pt x="4572000" y="65049"/>
                  </a:lnTo>
                  <a:lnTo>
                    <a:pt x="4566888" y="39728"/>
                  </a:lnTo>
                  <a:lnTo>
                    <a:pt x="4552948" y="19051"/>
                  </a:lnTo>
                  <a:lnTo>
                    <a:pt x="4532271" y="5111"/>
                  </a:lnTo>
                  <a:lnTo>
                    <a:pt x="4506950" y="0"/>
                  </a:lnTo>
                  <a:close/>
                </a:path>
              </a:pathLst>
            </a:custGeom>
            <a:grpFill/>
            <a:ln>
              <a:solidFill>
                <a:srgbClr val="00A3E0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32" name="object 17">
              <a:extLst>
                <a:ext uri="{FF2B5EF4-FFF2-40B4-BE49-F238E27FC236}">
                  <a16:creationId xmlns:a16="http://schemas.microsoft.com/office/drawing/2014/main" id="{05E8C267-5903-DEC5-D190-EF6815AE2FF0}"/>
                </a:ext>
              </a:extLst>
            </p:cNvPr>
            <p:cNvSpPr/>
            <p:nvPr/>
          </p:nvSpPr>
          <p:spPr>
            <a:xfrm>
              <a:off x="5246751" y="4980051"/>
              <a:ext cx="4572000" cy="819150"/>
            </a:xfrm>
            <a:custGeom>
              <a:avLst/>
              <a:gdLst/>
              <a:ahLst/>
              <a:cxnLst/>
              <a:rect l="l" t="t" r="r" b="b"/>
              <a:pathLst>
                <a:path w="4572000" h="819150">
                  <a:moveTo>
                    <a:pt x="0" y="65049"/>
                  </a:moveTo>
                  <a:lnTo>
                    <a:pt x="5111" y="39728"/>
                  </a:lnTo>
                  <a:lnTo>
                    <a:pt x="19051" y="19051"/>
                  </a:lnTo>
                  <a:lnTo>
                    <a:pt x="39728" y="5111"/>
                  </a:lnTo>
                  <a:lnTo>
                    <a:pt x="65049" y="0"/>
                  </a:lnTo>
                  <a:lnTo>
                    <a:pt x="4506950" y="0"/>
                  </a:lnTo>
                  <a:lnTo>
                    <a:pt x="4532271" y="5111"/>
                  </a:lnTo>
                  <a:lnTo>
                    <a:pt x="4552948" y="19051"/>
                  </a:lnTo>
                  <a:lnTo>
                    <a:pt x="4566888" y="39728"/>
                  </a:lnTo>
                  <a:lnTo>
                    <a:pt x="4572000" y="65049"/>
                  </a:lnTo>
                  <a:lnTo>
                    <a:pt x="4572000" y="754100"/>
                  </a:lnTo>
                  <a:lnTo>
                    <a:pt x="4566888" y="779421"/>
                  </a:lnTo>
                  <a:lnTo>
                    <a:pt x="4552948" y="800098"/>
                  </a:lnTo>
                  <a:lnTo>
                    <a:pt x="4532271" y="814038"/>
                  </a:lnTo>
                  <a:lnTo>
                    <a:pt x="4506950" y="819150"/>
                  </a:lnTo>
                  <a:lnTo>
                    <a:pt x="65049" y="819150"/>
                  </a:lnTo>
                  <a:lnTo>
                    <a:pt x="39728" y="814038"/>
                  </a:lnTo>
                  <a:lnTo>
                    <a:pt x="19051" y="800098"/>
                  </a:lnTo>
                  <a:lnTo>
                    <a:pt x="5111" y="779421"/>
                  </a:lnTo>
                  <a:lnTo>
                    <a:pt x="0" y="754100"/>
                  </a:lnTo>
                  <a:lnTo>
                    <a:pt x="0" y="65049"/>
                  </a:lnTo>
                  <a:close/>
                </a:path>
              </a:pathLst>
            </a:custGeom>
            <a:grpFill/>
            <a:ln w="12954">
              <a:solidFill>
                <a:srgbClr val="00A3E0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14FBD6-6256-DA43-F9E9-DC66AB8CF3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12</a:t>
            </a:fld>
            <a:endParaRPr lang="en-GB" noProof="1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43FBF8-A1AA-2253-6A04-8098C27D0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b="1" dirty="0"/>
              <a:t>Components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BFF01-E899-63BC-4506-6854416075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lnSpc>
                <a:spcPts val="650"/>
              </a:lnSpc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51A1E90D-CF81-5E93-6920-FB5D07A8C419}"/>
              </a:ext>
            </a:extLst>
          </p:cNvPr>
          <p:cNvSpPr txBox="1"/>
          <p:nvPr/>
        </p:nvSpPr>
        <p:spPr>
          <a:xfrm>
            <a:off x="4404664" y="2015666"/>
            <a:ext cx="184213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" dirty="0">
                <a:solidFill>
                  <a:schemeClr val="accent1"/>
                </a:solidFill>
                <a:latin typeface="Consolas"/>
                <a:cs typeface="Consolas"/>
              </a:rPr>
              <a:t>let</a:t>
            </a:r>
            <a:r>
              <a:rPr sz="1200" spc="-20" dirty="0">
                <a:solidFill>
                  <a:schemeClr val="accent1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chemeClr val="accent1"/>
                </a:solidFill>
                <a:latin typeface="Consolas"/>
                <a:cs typeface="Consolas"/>
              </a:rPr>
              <a:t>y</a:t>
            </a:r>
            <a:r>
              <a:rPr sz="1200" spc="-20" dirty="0">
                <a:solidFill>
                  <a:schemeClr val="accent1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chemeClr val="accent1"/>
                </a:solidFill>
                <a:latin typeface="Consolas"/>
                <a:cs typeface="Consolas"/>
              </a:rPr>
              <a:t>=</a:t>
            </a:r>
            <a:r>
              <a:rPr sz="1200" spc="-25" dirty="0">
                <a:solidFill>
                  <a:schemeClr val="accent1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chemeClr val="accent1"/>
                </a:solidFill>
                <a:latin typeface="Consolas"/>
                <a:cs typeface="Consolas"/>
              </a:rPr>
              <a:t>f(x);</a:t>
            </a:r>
            <a:endParaRPr sz="1200" dirty="0">
              <a:solidFill>
                <a:schemeClr val="accent1"/>
              </a:solidFill>
              <a:latin typeface="Consolas"/>
              <a:cs typeface="Consolas"/>
            </a:endParaRPr>
          </a:p>
        </p:txBody>
      </p:sp>
      <p:grpSp>
        <p:nvGrpSpPr>
          <p:cNvPr id="10" name="object 8">
            <a:extLst>
              <a:ext uri="{FF2B5EF4-FFF2-40B4-BE49-F238E27FC236}">
                <a16:creationId xmlns:a16="http://schemas.microsoft.com/office/drawing/2014/main" id="{A101338D-E103-4A0A-23B9-28585DA44063}"/>
              </a:ext>
            </a:extLst>
          </p:cNvPr>
          <p:cNvGrpSpPr/>
          <p:nvPr/>
        </p:nvGrpSpPr>
        <p:grpSpPr>
          <a:xfrm>
            <a:off x="2703687" y="2054267"/>
            <a:ext cx="4567376" cy="119642"/>
            <a:chOff x="4098416" y="3568062"/>
            <a:chExt cx="7041515" cy="76200"/>
          </a:xfrm>
          <a:solidFill>
            <a:srgbClr val="CCEDF9"/>
          </a:solidFill>
        </p:grpSpPr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B4A51D3F-F8D0-F6D1-6CA6-579F800EA1D0}"/>
                </a:ext>
              </a:extLst>
            </p:cNvPr>
            <p:cNvSpPr/>
            <p:nvPr/>
          </p:nvSpPr>
          <p:spPr>
            <a:xfrm>
              <a:off x="4098416" y="3606164"/>
              <a:ext cx="1085215" cy="0"/>
            </a:xfrm>
            <a:custGeom>
              <a:avLst/>
              <a:gdLst/>
              <a:ahLst/>
              <a:cxnLst/>
              <a:rect l="l" t="t" r="r" b="b"/>
              <a:pathLst>
                <a:path w="1085214">
                  <a:moveTo>
                    <a:pt x="0" y="0"/>
                  </a:moveTo>
                  <a:lnTo>
                    <a:pt x="1084592" y="0"/>
                  </a:lnTo>
                </a:path>
              </a:pathLst>
            </a:custGeom>
            <a:grpFill/>
            <a:ln w="25146">
              <a:solidFill>
                <a:srgbClr val="00A3E0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2B587D1F-140E-5348-EB30-DE0518E6205E}"/>
                </a:ext>
              </a:extLst>
            </p:cNvPr>
            <p:cNvSpPr/>
            <p:nvPr/>
          </p:nvSpPr>
          <p:spPr>
            <a:xfrm>
              <a:off x="5170308" y="356806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rgbClr val="00A3E0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90D24212-3C7B-C51E-510D-0327165FC721}"/>
                </a:ext>
              </a:extLst>
            </p:cNvPr>
            <p:cNvSpPr/>
            <p:nvPr/>
          </p:nvSpPr>
          <p:spPr>
            <a:xfrm>
              <a:off x="9818751" y="3606164"/>
              <a:ext cx="1257300" cy="0"/>
            </a:xfrm>
            <a:custGeom>
              <a:avLst/>
              <a:gdLst/>
              <a:ahLst/>
              <a:cxnLst/>
              <a:rect l="l" t="t" r="r" b="b"/>
              <a:pathLst>
                <a:path w="1257300">
                  <a:moveTo>
                    <a:pt x="0" y="0"/>
                  </a:moveTo>
                  <a:lnTo>
                    <a:pt x="1257300" y="0"/>
                  </a:lnTo>
                </a:path>
              </a:pathLst>
            </a:custGeom>
            <a:grpFill/>
            <a:ln w="25146">
              <a:solidFill>
                <a:srgbClr val="00A3E0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4" name="object 12">
              <a:extLst>
                <a:ext uri="{FF2B5EF4-FFF2-40B4-BE49-F238E27FC236}">
                  <a16:creationId xmlns:a16="http://schemas.microsoft.com/office/drawing/2014/main" id="{9B6D223B-929C-EA2B-80A1-0DAFD13A29FC}"/>
                </a:ext>
              </a:extLst>
            </p:cNvPr>
            <p:cNvSpPr/>
            <p:nvPr/>
          </p:nvSpPr>
          <p:spPr>
            <a:xfrm>
              <a:off x="11063352" y="356806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rgbClr val="00A3E0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sp>
        <p:nvSpPr>
          <p:cNvPr id="15" name="object 13">
            <a:extLst>
              <a:ext uri="{FF2B5EF4-FFF2-40B4-BE49-F238E27FC236}">
                <a16:creationId xmlns:a16="http://schemas.microsoft.com/office/drawing/2014/main" id="{EA256889-76A1-8E57-2D4A-C056C0132C7E}"/>
              </a:ext>
            </a:extLst>
          </p:cNvPr>
          <p:cNvSpPr txBox="1"/>
          <p:nvPr/>
        </p:nvSpPr>
        <p:spPr>
          <a:xfrm>
            <a:off x="2755394" y="1848620"/>
            <a:ext cx="77152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" dirty="0">
                <a:solidFill>
                  <a:schemeClr val="bg1"/>
                </a:solidFill>
                <a:latin typeface="+mn-lt"/>
                <a:cs typeface="Calibri"/>
              </a:rPr>
              <a:t>Input</a:t>
            </a:r>
            <a:r>
              <a:rPr sz="1200" spc="-70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sz="1200" b="1" spc="-5" dirty="0">
                <a:solidFill>
                  <a:schemeClr val="bg1"/>
                </a:solidFill>
                <a:latin typeface="+mn-lt"/>
                <a:cs typeface="Consolas"/>
              </a:rPr>
              <a:t>x</a:t>
            </a:r>
            <a:endParaRPr sz="1200" dirty="0">
              <a:solidFill>
                <a:schemeClr val="bg1"/>
              </a:solidFill>
              <a:latin typeface="+mn-lt"/>
              <a:cs typeface="Consolas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A9445235-174B-4DA4-34B9-7BB25FC7B395}"/>
              </a:ext>
            </a:extLst>
          </p:cNvPr>
          <p:cNvSpPr txBox="1"/>
          <p:nvPr/>
        </p:nvSpPr>
        <p:spPr>
          <a:xfrm>
            <a:off x="6638015" y="1801710"/>
            <a:ext cx="1659889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" dirty="0">
                <a:solidFill>
                  <a:schemeClr val="bg1"/>
                </a:solidFill>
                <a:latin typeface="+mn-lt"/>
                <a:cs typeface="Calibri"/>
              </a:rPr>
              <a:t>Output</a:t>
            </a:r>
            <a:r>
              <a:rPr sz="1200" spc="-50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sz="1200" b="1" spc="-5" dirty="0">
                <a:solidFill>
                  <a:schemeClr val="bg1"/>
                </a:solidFill>
                <a:latin typeface="+mn-lt"/>
                <a:cs typeface="Consolas"/>
              </a:rPr>
              <a:t>number</a:t>
            </a:r>
            <a:endParaRPr sz="1200" dirty="0">
              <a:solidFill>
                <a:schemeClr val="bg1"/>
              </a:solidFill>
              <a:latin typeface="+mn-lt"/>
              <a:cs typeface="Consolas"/>
            </a:endParaRPr>
          </a:p>
        </p:txBody>
      </p:sp>
      <p:grpSp>
        <p:nvGrpSpPr>
          <p:cNvPr id="17" name="object 15">
            <a:extLst>
              <a:ext uri="{FF2B5EF4-FFF2-40B4-BE49-F238E27FC236}">
                <a16:creationId xmlns:a16="http://schemas.microsoft.com/office/drawing/2014/main" id="{44F26C5B-4C82-B0BF-AC11-234DBEBEA83B}"/>
              </a:ext>
            </a:extLst>
          </p:cNvPr>
          <p:cNvGrpSpPr/>
          <p:nvPr/>
        </p:nvGrpSpPr>
        <p:grpSpPr>
          <a:xfrm>
            <a:off x="3461893" y="3275718"/>
            <a:ext cx="2953437" cy="621424"/>
            <a:chOff x="5240083" y="4973383"/>
            <a:chExt cx="4585335" cy="832485"/>
          </a:xfrm>
          <a:solidFill>
            <a:srgbClr val="CCEDF9"/>
          </a:solidFill>
        </p:grpSpPr>
        <p:sp>
          <p:nvSpPr>
            <p:cNvPr id="18" name="object 16">
              <a:extLst>
                <a:ext uri="{FF2B5EF4-FFF2-40B4-BE49-F238E27FC236}">
                  <a16:creationId xmlns:a16="http://schemas.microsoft.com/office/drawing/2014/main" id="{04A430BE-EDEB-4399-BC6C-C5AA30EA32DD}"/>
                </a:ext>
              </a:extLst>
            </p:cNvPr>
            <p:cNvSpPr/>
            <p:nvPr/>
          </p:nvSpPr>
          <p:spPr>
            <a:xfrm>
              <a:off x="5246751" y="4980051"/>
              <a:ext cx="4572000" cy="819150"/>
            </a:xfrm>
            <a:custGeom>
              <a:avLst/>
              <a:gdLst/>
              <a:ahLst/>
              <a:cxnLst/>
              <a:rect l="l" t="t" r="r" b="b"/>
              <a:pathLst>
                <a:path w="4572000" h="819150">
                  <a:moveTo>
                    <a:pt x="4506950" y="0"/>
                  </a:moveTo>
                  <a:lnTo>
                    <a:pt x="65049" y="0"/>
                  </a:lnTo>
                  <a:lnTo>
                    <a:pt x="39728" y="5111"/>
                  </a:lnTo>
                  <a:lnTo>
                    <a:pt x="19051" y="19051"/>
                  </a:lnTo>
                  <a:lnTo>
                    <a:pt x="5111" y="39728"/>
                  </a:lnTo>
                  <a:lnTo>
                    <a:pt x="0" y="65049"/>
                  </a:lnTo>
                  <a:lnTo>
                    <a:pt x="0" y="754100"/>
                  </a:lnTo>
                  <a:lnTo>
                    <a:pt x="5111" y="779421"/>
                  </a:lnTo>
                  <a:lnTo>
                    <a:pt x="19051" y="800098"/>
                  </a:lnTo>
                  <a:lnTo>
                    <a:pt x="39728" y="814038"/>
                  </a:lnTo>
                  <a:lnTo>
                    <a:pt x="65049" y="819150"/>
                  </a:lnTo>
                  <a:lnTo>
                    <a:pt x="4506950" y="819150"/>
                  </a:lnTo>
                  <a:lnTo>
                    <a:pt x="4532271" y="814038"/>
                  </a:lnTo>
                  <a:lnTo>
                    <a:pt x="4552948" y="800098"/>
                  </a:lnTo>
                  <a:lnTo>
                    <a:pt x="4566888" y="779421"/>
                  </a:lnTo>
                  <a:lnTo>
                    <a:pt x="4572000" y="754100"/>
                  </a:lnTo>
                  <a:lnTo>
                    <a:pt x="4572000" y="65049"/>
                  </a:lnTo>
                  <a:lnTo>
                    <a:pt x="4566888" y="39728"/>
                  </a:lnTo>
                  <a:lnTo>
                    <a:pt x="4552948" y="19051"/>
                  </a:lnTo>
                  <a:lnTo>
                    <a:pt x="4532271" y="5111"/>
                  </a:lnTo>
                  <a:lnTo>
                    <a:pt x="4506950" y="0"/>
                  </a:lnTo>
                  <a:close/>
                </a:path>
              </a:pathLst>
            </a:custGeom>
            <a:grpFill/>
            <a:ln>
              <a:solidFill>
                <a:srgbClr val="00A3E0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9" name="object 17">
              <a:extLst>
                <a:ext uri="{FF2B5EF4-FFF2-40B4-BE49-F238E27FC236}">
                  <a16:creationId xmlns:a16="http://schemas.microsoft.com/office/drawing/2014/main" id="{91496F69-C8DD-EEC8-4E02-4CC3C2A7E0E7}"/>
                </a:ext>
              </a:extLst>
            </p:cNvPr>
            <p:cNvSpPr/>
            <p:nvPr/>
          </p:nvSpPr>
          <p:spPr>
            <a:xfrm>
              <a:off x="5246751" y="4980051"/>
              <a:ext cx="4572000" cy="819150"/>
            </a:xfrm>
            <a:custGeom>
              <a:avLst/>
              <a:gdLst/>
              <a:ahLst/>
              <a:cxnLst/>
              <a:rect l="l" t="t" r="r" b="b"/>
              <a:pathLst>
                <a:path w="4572000" h="819150">
                  <a:moveTo>
                    <a:pt x="0" y="65049"/>
                  </a:moveTo>
                  <a:lnTo>
                    <a:pt x="5111" y="39728"/>
                  </a:lnTo>
                  <a:lnTo>
                    <a:pt x="19051" y="19051"/>
                  </a:lnTo>
                  <a:lnTo>
                    <a:pt x="39728" y="5111"/>
                  </a:lnTo>
                  <a:lnTo>
                    <a:pt x="65049" y="0"/>
                  </a:lnTo>
                  <a:lnTo>
                    <a:pt x="4506950" y="0"/>
                  </a:lnTo>
                  <a:lnTo>
                    <a:pt x="4532271" y="5111"/>
                  </a:lnTo>
                  <a:lnTo>
                    <a:pt x="4552948" y="19051"/>
                  </a:lnTo>
                  <a:lnTo>
                    <a:pt x="4566888" y="39728"/>
                  </a:lnTo>
                  <a:lnTo>
                    <a:pt x="4572000" y="65049"/>
                  </a:lnTo>
                  <a:lnTo>
                    <a:pt x="4572000" y="754100"/>
                  </a:lnTo>
                  <a:lnTo>
                    <a:pt x="4566888" y="779421"/>
                  </a:lnTo>
                  <a:lnTo>
                    <a:pt x="4552948" y="800098"/>
                  </a:lnTo>
                  <a:lnTo>
                    <a:pt x="4532271" y="814038"/>
                  </a:lnTo>
                  <a:lnTo>
                    <a:pt x="4506950" y="819150"/>
                  </a:lnTo>
                  <a:lnTo>
                    <a:pt x="65049" y="819150"/>
                  </a:lnTo>
                  <a:lnTo>
                    <a:pt x="39728" y="814038"/>
                  </a:lnTo>
                  <a:lnTo>
                    <a:pt x="19051" y="800098"/>
                  </a:lnTo>
                  <a:lnTo>
                    <a:pt x="5111" y="779421"/>
                  </a:lnTo>
                  <a:lnTo>
                    <a:pt x="0" y="754100"/>
                  </a:lnTo>
                  <a:lnTo>
                    <a:pt x="0" y="65049"/>
                  </a:lnTo>
                  <a:close/>
                </a:path>
              </a:pathLst>
            </a:custGeom>
            <a:grpFill/>
            <a:ln w="12954">
              <a:solidFill>
                <a:srgbClr val="00A3E0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sp>
        <p:nvSpPr>
          <p:cNvPr id="20" name="object 18">
            <a:extLst>
              <a:ext uri="{FF2B5EF4-FFF2-40B4-BE49-F238E27FC236}">
                <a16:creationId xmlns:a16="http://schemas.microsoft.com/office/drawing/2014/main" id="{25B9C65E-31A1-46D4-1D83-01967E0C5701}"/>
              </a:ext>
            </a:extLst>
          </p:cNvPr>
          <p:cNvSpPr txBox="1"/>
          <p:nvPr/>
        </p:nvSpPr>
        <p:spPr>
          <a:xfrm>
            <a:off x="3604877" y="3459425"/>
            <a:ext cx="435800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" dirty="0">
                <a:solidFill>
                  <a:schemeClr val="accent1"/>
                </a:solidFill>
                <a:latin typeface="Consolas"/>
                <a:cs typeface="Consolas"/>
              </a:rPr>
              <a:t>let y</a:t>
            </a:r>
            <a:r>
              <a:rPr sz="1200" dirty="0">
                <a:solidFill>
                  <a:schemeClr val="accent1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chemeClr val="accent1"/>
                </a:solidFill>
                <a:latin typeface="Consolas"/>
                <a:cs typeface="Consolas"/>
              </a:rPr>
              <a:t>= &lt;FancyDiv value={x} </a:t>
            </a:r>
            <a:r>
              <a:rPr sz="1200" dirty="0">
                <a:solidFill>
                  <a:schemeClr val="accent1"/>
                </a:solidFill>
                <a:latin typeface="Consolas"/>
                <a:cs typeface="Consolas"/>
              </a:rPr>
              <a:t>/&gt;;</a:t>
            </a:r>
          </a:p>
        </p:txBody>
      </p:sp>
      <p:sp>
        <p:nvSpPr>
          <p:cNvPr id="26" name="object 24">
            <a:extLst>
              <a:ext uri="{FF2B5EF4-FFF2-40B4-BE49-F238E27FC236}">
                <a16:creationId xmlns:a16="http://schemas.microsoft.com/office/drawing/2014/main" id="{DF4BF930-A229-F46F-0509-1E1F22BBD295}"/>
              </a:ext>
            </a:extLst>
          </p:cNvPr>
          <p:cNvSpPr txBox="1"/>
          <p:nvPr/>
        </p:nvSpPr>
        <p:spPr>
          <a:xfrm>
            <a:off x="2810752" y="3376438"/>
            <a:ext cx="77152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" dirty="0">
                <a:solidFill>
                  <a:schemeClr val="bg1"/>
                </a:solidFill>
                <a:latin typeface="+mn-lt"/>
                <a:cs typeface="Calibri"/>
              </a:rPr>
              <a:t>Input</a:t>
            </a:r>
            <a:r>
              <a:rPr sz="1200" spc="-70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sz="1200" b="1" spc="-5" dirty="0">
                <a:solidFill>
                  <a:schemeClr val="bg1"/>
                </a:solidFill>
                <a:latin typeface="+mn-lt"/>
                <a:cs typeface="Consolas"/>
              </a:rPr>
              <a:t>x</a:t>
            </a:r>
            <a:endParaRPr sz="1200" dirty="0">
              <a:solidFill>
                <a:schemeClr val="bg1"/>
              </a:solidFill>
              <a:latin typeface="+mn-lt"/>
              <a:cs typeface="Consolas"/>
            </a:endParaRPr>
          </a:p>
        </p:txBody>
      </p:sp>
      <p:sp>
        <p:nvSpPr>
          <p:cNvPr id="27" name="object 25">
            <a:extLst>
              <a:ext uri="{FF2B5EF4-FFF2-40B4-BE49-F238E27FC236}">
                <a16:creationId xmlns:a16="http://schemas.microsoft.com/office/drawing/2014/main" id="{15454B8A-5F4E-9F52-ADD0-61AC58370E20}"/>
              </a:ext>
            </a:extLst>
          </p:cNvPr>
          <p:cNvSpPr txBox="1"/>
          <p:nvPr/>
        </p:nvSpPr>
        <p:spPr>
          <a:xfrm>
            <a:off x="6787718" y="3343892"/>
            <a:ext cx="138049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" dirty="0">
                <a:solidFill>
                  <a:schemeClr val="bg1"/>
                </a:solidFill>
                <a:latin typeface="+mn-lt"/>
                <a:cs typeface="Calibri"/>
              </a:rPr>
              <a:t>Output</a:t>
            </a:r>
            <a:r>
              <a:rPr sz="1200" spc="-55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sz="1200" b="1" spc="-5" dirty="0">
                <a:solidFill>
                  <a:schemeClr val="bg1"/>
                </a:solidFill>
                <a:latin typeface="+mn-lt"/>
                <a:cs typeface="Consolas"/>
              </a:rPr>
              <a:t>HTML</a:t>
            </a:r>
            <a:endParaRPr sz="1200" dirty="0">
              <a:solidFill>
                <a:schemeClr val="bg1"/>
              </a:solidFill>
              <a:latin typeface="+mn-lt"/>
              <a:cs typeface="Consolas"/>
            </a:endParaRPr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C8E8250A-8355-6869-8208-58BB5B1C4E81}"/>
              </a:ext>
            </a:extLst>
          </p:cNvPr>
          <p:cNvSpPr txBox="1"/>
          <p:nvPr/>
        </p:nvSpPr>
        <p:spPr>
          <a:xfrm>
            <a:off x="524885" y="1985353"/>
            <a:ext cx="187578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chemeClr val="bg1"/>
                </a:solidFill>
                <a:latin typeface="+mn-lt"/>
                <a:cs typeface="Calibri"/>
              </a:rPr>
              <a:t>Math</a:t>
            </a:r>
            <a:r>
              <a:rPr sz="1200" spc="-70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sz="1200" spc="-5" dirty="0">
                <a:solidFill>
                  <a:schemeClr val="bg1"/>
                </a:solidFill>
                <a:latin typeface="+mn-lt"/>
                <a:cs typeface="Calibri"/>
              </a:rPr>
              <a:t>function:</a:t>
            </a:r>
            <a:endParaRPr sz="1200" dirty="0">
              <a:solidFill>
                <a:schemeClr val="bg1"/>
              </a:solidFill>
              <a:latin typeface="+mn-lt"/>
              <a:cs typeface="Calibri"/>
            </a:endParaRPr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7442E9CC-3B3B-C176-E629-A056EDBBE89E}"/>
              </a:ext>
            </a:extLst>
          </p:cNvPr>
          <p:cNvSpPr txBox="1"/>
          <p:nvPr/>
        </p:nvSpPr>
        <p:spPr>
          <a:xfrm>
            <a:off x="519828" y="3509030"/>
            <a:ext cx="26676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chemeClr val="bg1"/>
                </a:solidFill>
                <a:latin typeface="+mn-lt"/>
                <a:cs typeface="Calibri"/>
              </a:rPr>
              <a:t>Component</a:t>
            </a:r>
            <a:r>
              <a:rPr sz="1200" spc="-55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sz="1200" spc="-5" dirty="0">
                <a:solidFill>
                  <a:schemeClr val="bg1"/>
                </a:solidFill>
                <a:latin typeface="+mn-lt"/>
                <a:cs typeface="Calibri"/>
              </a:rPr>
              <a:t>function:</a:t>
            </a:r>
            <a:endParaRPr sz="1200" dirty="0">
              <a:solidFill>
                <a:schemeClr val="bg1"/>
              </a:solidFill>
              <a:latin typeface="+mn-lt"/>
              <a:cs typeface="Calibri"/>
            </a:endParaRPr>
          </a:p>
        </p:txBody>
      </p:sp>
      <p:grpSp>
        <p:nvGrpSpPr>
          <p:cNvPr id="33" name="object 8">
            <a:extLst>
              <a:ext uri="{FF2B5EF4-FFF2-40B4-BE49-F238E27FC236}">
                <a16:creationId xmlns:a16="http://schemas.microsoft.com/office/drawing/2014/main" id="{241A9DAF-FFA7-41F4-0CD8-93209A6AEACE}"/>
              </a:ext>
            </a:extLst>
          </p:cNvPr>
          <p:cNvGrpSpPr/>
          <p:nvPr/>
        </p:nvGrpSpPr>
        <p:grpSpPr>
          <a:xfrm>
            <a:off x="2723224" y="3567579"/>
            <a:ext cx="4567376" cy="119642"/>
            <a:chOff x="4098416" y="3568062"/>
            <a:chExt cx="7041515" cy="76200"/>
          </a:xfrm>
          <a:solidFill>
            <a:srgbClr val="CCEDF9"/>
          </a:solidFill>
        </p:grpSpPr>
        <p:sp>
          <p:nvSpPr>
            <p:cNvPr id="34" name="object 9">
              <a:extLst>
                <a:ext uri="{FF2B5EF4-FFF2-40B4-BE49-F238E27FC236}">
                  <a16:creationId xmlns:a16="http://schemas.microsoft.com/office/drawing/2014/main" id="{2117B360-983F-4469-994B-2B8CEB83F86E}"/>
                </a:ext>
              </a:extLst>
            </p:cNvPr>
            <p:cNvSpPr/>
            <p:nvPr/>
          </p:nvSpPr>
          <p:spPr>
            <a:xfrm>
              <a:off x="4098416" y="3606164"/>
              <a:ext cx="1085215" cy="0"/>
            </a:xfrm>
            <a:custGeom>
              <a:avLst/>
              <a:gdLst/>
              <a:ahLst/>
              <a:cxnLst/>
              <a:rect l="l" t="t" r="r" b="b"/>
              <a:pathLst>
                <a:path w="1085214">
                  <a:moveTo>
                    <a:pt x="0" y="0"/>
                  </a:moveTo>
                  <a:lnTo>
                    <a:pt x="1084592" y="0"/>
                  </a:lnTo>
                </a:path>
              </a:pathLst>
            </a:custGeom>
            <a:grpFill/>
            <a:ln w="25146">
              <a:solidFill>
                <a:srgbClr val="00A3E0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35" name="object 10">
              <a:extLst>
                <a:ext uri="{FF2B5EF4-FFF2-40B4-BE49-F238E27FC236}">
                  <a16:creationId xmlns:a16="http://schemas.microsoft.com/office/drawing/2014/main" id="{F982EB9B-5556-7FF2-413B-BE06B84D6545}"/>
                </a:ext>
              </a:extLst>
            </p:cNvPr>
            <p:cNvSpPr/>
            <p:nvPr/>
          </p:nvSpPr>
          <p:spPr>
            <a:xfrm>
              <a:off x="5170308" y="356806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rgbClr val="00A3E0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36" name="object 11">
              <a:extLst>
                <a:ext uri="{FF2B5EF4-FFF2-40B4-BE49-F238E27FC236}">
                  <a16:creationId xmlns:a16="http://schemas.microsoft.com/office/drawing/2014/main" id="{E23236D0-2A58-4D04-E718-77F87409A549}"/>
                </a:ext>
              </a:extLst>
            </p:cNvPr>
            <p:cNvSpPr/>
            <p:nvPr/>
          </p:nvSpPr>
          <p:spPr>
            <a:xfrm>
              <a:off x="9818751" y="3606164"/>
              <a:ext cx="1257300" cy="0"/>
            </a:xfrm>
            <a:custGeom>
              <a:avLst/>
              <a:gdLst/>
              <a:ahLst/>
              <a:cxnLst/>
              <a:rect l="l" t="t" r="r" b="b"/>
              <a:pathLst>
                <a:path w="1257300">
                  <a:moveTo>
                    <a:pt x="0" y="0"/>
                  </a:moveTo>
                  <a:lnTo>
                    <a:pt x="1257300" y="0"/>
                  </a:lnTo>
                </a:path>
              </a:pathLst>
            </a:custGeom>
            <a:grpFill/>
            <a:ln w="25146">
              <a:solidFill>
                <a:srgbClr val="00A3E0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37" name="object 12">
              <a:extLst>
                <a:ext uri="{FF2B5EF4-FFF2-40B4-BE49-F238E27FC236}">
                  <a16:creationId xmlns:a16="http://schemas.microsoft.com/office/drawing/2014/main" id="{6E4BA176-79D0-0A4F-7DE4-5736D105F7A5}"/>
                </a:ext>
              </a:extLst>
            </p:cNvPr>
            <p:cNvSpPr/>
            <p:nvPr/>
          </p:nvSpPr>
          <p:spPr>
            <a:xfrm>
              <a:off x="11063352" y="356806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rgbClr val="00A3E0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pic>
        <p:nvPicPr>
          <p:cNvPr id="38" name="object 28">
            <a:extLst>
              <a:ext uri="{FF2B5EF4-FFF2-40B4-BE49-F238E27FC236}">
                <a16:creationId xmlns:a16="http://schemas.microsoft.com/office/drawing/2014/main" id="{AF6B3A1F-D30B-AD35-9B30-D57BF5D8BC5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 rot="21200722">
            <a:off x="5406330" y="290292"/>
            <a:ext cx="1680938" cy="84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427083"/>
      </p:ext>
    </p:extLst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A4FC9D-471E-A625-3E82-665CCEA5A5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13</a:t>
            </a:fld>
            <a:endParaRPr lang="en-GB" noProof="1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0DA0FDB-016B-4A09-2C2C-B7EA2E744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b="1" dirty="0"/>
              <a:t>Anatomy of a React Component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C523B-8C40-A55B-AA4E-E5A1464D34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lnSpc>
                <a:spcPts val="650"/>
              </a:lnSpc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2F65D78B-9F70-5C64-249E-F9BB79C4AD8E}"/>
              </a:ext>
            </a:extLst>
          </p:cNvPr>
          <p:cNvSpPr/>
          <p:nvPr/>
        </p:nvSpPr>
        <p:spPr>
          <a:xfrm>
            <a:off x="1037920" y="2060211"/>
            <a:ext cx="7068160" cy="1533450"/>
          </a:xfrm>
          <a:custGeom>
            <a:avLst/>
            <a:gdLst/>
            <a:ahLst/>
            <a:cxnLst/>
            <a:rect l="l" t="t" r="r" b="b"/>
            <a:pathLst>
              <a:path w="8886190" h="2124075">
                <a:moveTo>
                  <a:pt x="8885682" y="0"/>
                </a:moveTo>
                <a:lnTo>
                  <a:pt x="0" y="0"/>
                </a:lnTo>
                <a:lnTo>
                  <a:pt x="0" y="2123694"/>
                </a:lnTo>
                <a:lnTo>
                  <a:pt x="8885682" y="2123694"/>
                </a:lnTo>
                <a:lnTo>
                  <a:pt x="8885682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5E067036-B509-153D-9380-C614DB6443D5}"/>
              </a:ext>
            </a:extLst>
          </p:cNvPr>
          <p:cNvSpPr txBox="1"/>
          <p:nvPr/>
        </p:nvSpPr>
        <p:spPr>
          <a:xfrm>
            <a:off x="1173411" y="2174013"/>
            <a:ext cx="730377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C585C0"/>
                </a:solidFill>
                <a:latin typeface="Consolas"/>
                <a:cs typeface="Consolas"/>
              </a:rPr>
              <a:t>export</a:t>
            </a:r>
            <a:r>
              <a:rPr sz="1200" spc="-10" dirty="0">
                <a:solidFill>
                  <a:srgbClr val="C585C0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C585C0"/>
                </a:solidFill>
                <a:latin typeface="Consolas"/>
                <a:cs typeface="Consolas"/>
              </a:rPr>
              <a:t>default</a:t>
            </a:r>
            <a:r>
              <a:rPr sz="1200" spc="-10" dirty="0">
                <a:solidFill>
                  <a:srgbClr val="C585C0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559CD5"/>
                </a:solidFill>
                <a:latin typeface="Consolas"/>
                <a:cs typeface="Consolas"/>
              </a:rPr>
              <a:t>function</a:t>
            </a:r>
            <a:r>
              <a:rPr sz="1200" spc="-1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DCDCAA"/>
                </a:solidFill>
                <a:latin typeface="Consolas"/>
                <a:cs typeface="Consolas"/>
              </a:rPr>
              <a:t>MyComponent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(</a:t>
            </a:r>
            <a:r>
              <a:rPr sz="1200" spc="-5" dirty="0">
                <a:solidFill>
                  <a:srgbClr val="9CDCFD"/>
                </a:solidFill>
                <a:latin typeface="Consolas"/>
                <a:cs typeface="Consolas"/>
              </a:rPr>
              <a:t>props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)</a:t>
            </a:r>
            <a:r>
              <a:rPr sz="12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endParaRPr sz="1200" dirty="0">
              <a:latin typeface="Consolas"/>
              <a:cs typeface="Consolas"/>
            </a:endParaRPr>
          </a:p>
          <a:p>
            <a:pPr marL="263525">
              <a:lnSpc>
                <a:spcPct val="100000"/>
              </a:lnSpc>
            </a:pPr>
            <a:r>
              <a:rPr sz="1200" spc="-5" dirty="0">
                <a:solidFill>
                  <a:srgbClr val="C585C0"/>
                </a:solidFill>
                <a:latin typeface="Consolas"/>
                <a:cs typeface="Consolas"/>
              </a:rPr>
              <a:t>return</a:t>
            </a:r>
            <a:r>
              <a:rPr sz="1200" spc="-10" dirty="0">
                <a:solidFill>
                  <a:srgbClr val="C585C0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spc="-5" dirty="0">
                <a:solidFill>
                  <a:srgbClr val="559CD5"/>
                </a:solidFill>
                <a:latin typeface="Consolas"/>
                <a:cs typeface="Consolas"/>
              </a:rPr>
              <a:t>div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Hello,</a:t>
            </a:r>
            <a:r>
              <a:rPr sz="12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world!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My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 name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is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559CD5"/>
                </a:solidFill>
                <a:latin typeface="Consolas"/>
                <a:cs typeface="Consolas"/>
              </a:rPr>
              <a:t>{</a:t>
            </a:r>
            <a:r>
              <a:rPr sz="1200" spc="-5" dirty="0">
                <a:solidFill>
                  <a:srgbClr val="9CDCFD"/>
                </a:solidFill>
                <a:latin typeface="Consolas"/>
                <a:cs typeface="Consolas"/>
              </a:rPr>
              <a:t>props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.</a:t>
            </a:r>
            <a:r>
              <a:rPr sz="1200" spc="-5" dirty="0">
                <a:solidFill>
                  <a:srgbClr val="9CDCFD"/>
                </a:solidFill>
                <a:latin typeface="Consolas"/>
                <a:cs typeface="Consolas"/>
              </a:rPr>
              <a:t>name</a:t>
            </a:r>
            <a:r>
              <a:rPr sz="1200" spc="-5" dirty="0">
                <a:solidFill>
                  <a:srgbClr val="559CD5"/>
                </a:solidFill>
                <a:latin typeface="Consolas"/>
                <a:cs typeface="Consolas"/>
              </a:rPr>
              <a:t>}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1200" spc="-5" dirty="0">
                <a:solidFill>
                  <a:srgbClr val="559CD5"/>
                </a:solidFill>
                <a:latin typeface="Consolas"/>
                <a:cs typeface="Consolas"/>
              </a:rPr>
              <a:t>div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;</a:t>
            </a:r>
            <a:endParaRPr sz="12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1200" dirty="0">
              <a:latin typeface="Consolas"/>
              <a:cs typeface="Consolas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BCCFFE48-34F6-3F3C-2216-628782B7B6CC}"/>
              </a:ext>
            </a:extLst>
          </p:cNvPr>
          <p:cNvSpPr txBox="1"/>
          <p:nvPr/>
        </p:nvSpPr>
        <p:spPr>
          <a:xfrm>
            <a:off x="1173411" y="3271293"/>
            <a:ext cx="52965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559CD5"/>
                </a:solidFill>
                <a:latin typeface="Consolas"/>
                <a:cs typeface="Consolas"/>
              </a:rPr>
              <a:t>const</a:t>
            </a:r>
            <a:r>
              <a:rPr sz="1200" spc="-20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9CDCFD"/>
                </a:solidFill>
                <a:latin typeface="Consolas"/>
                <a:cs typeface="Consolas"/>
              </a:rPr>
              <a:t>html 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200" spc="-1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1200" spc="-5" dirty="0">
                <a:solidFill>
                  <a:srgbClr val="4EC8AF"/>
                </a:solidFill>
                <a:latin typeface="Consolas"/>
                <a:cs typeface="Consolas"/>
              </a:rPr>
              <a:t>MyComponent </a:t>
            </a:r>
            <a:r>
              <a:rPr sz="1200" spc="-5" dirty="0">
                <a:solidFill>
                  <a:srgbClr val="9CDCFD"/>
                </a:solidFill>
                <a:latin typeface="Consolas"/>
                <a:cs typeface="Consolas"/>
              </a:rPr>
              <a:t>name</a:t>
            </a:r>
            <a:r>
              <a:rPr sz="1200" spc="-5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1200" spc="-5" dirty="0">
                <a:solidFill>
                  <a:srgbClr val="CE9178"/>
                </a:solidFill>
                <a:latin typeface="Consolas"/>
                <a:cs typeface="Consolas"/>
              </a:rPr>
              <a:t>"aaron"</a:t>
            </a:r>
            <a:r>
              <a:rPr sz="1200" spc="-1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r>
              <a:rPr sz="1200" dirty="0">
                <a:solidFill>
                  <a:srgbClr val="D3D3D3"/>
                </a:solidFill>
                <a:latin typeface="Consolas"/>
                <a:cs typeface="Consolas"/>
              </a:rPr>
              <a:t>;</a:t>
            </a:r>
            <a:endParaRPr sz="1200" dirty="0">
              <a:latin typeface="Consolas"/>
              <a:cs typeface="Consola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4F0E5E-F741-B547-C899-01BCC8C6E2C7}"/>
              </a:ext>
            </a:extLst>
          </p:cNvPr>
          <p:cNvSpPr txBox="1"/>
          <p:nvPr/>
        </p:nvSpPr>
        <p:spPr bwMode="ltGray">
          <a:xfrm>
            <a:off x="958290" y="1109493"/>
            <a:ext cx="2077517" cy="47123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algn="ctr" eaLnBrk="0" hangingPunct="0"/>
            <a:r>
              <a:rPr lang="en-US" sz="1200" dirty="0">
                <a:solidFill>
                  <a:srgbClr val="00A3E0"/>
                </a:solidFill>
                <a:latin typeface="+mn-lt"/>
              </a:rPr>
              <a:t>The component is just  a function.</a:t>
            </a:r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B56B6F64-4F73-F24F-C37A-2190C3E454EA}"/>
              </a:ext>
            </a:extLst>
          </p:cNvPr>
          <p:cNvSpPr txBox="1"/>
          <p:nvPr/>
        </p:nvSpPr>
        <p:spPr>
          <a:xfrm>
            <a:off x="3637019" y="848772"/>
            <a:ext cx="320103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51130" algn="ctr">
              <a:lnSpc>
                <a:spcPct val="100000"/>
              </a:lnSpc>
              <a:spcBef>
                <a:spcPts val="95"/>
              </a:spcBef>
            </a:pPr>
            <a:r>
              <a:rPr sz="1200" spc="-5" dirty="0">
                <a:solidFill>
                  <a:srgbClr val="00A3E0"/>
                </a:solidFill>
                <a:latin typeface="+mn-lt"/>
                <a:cs typeface="Calibri"/>
              </a:rPr>
              <a:t>Inputs</a:t>
            </a:r>
            <a:r>
              <a:rPr sz="1200" spc="-10" dirty="0">
                <a:solidFill>
                  <a:srgbClr val="00A3E0"/>
                </a:solidFill>
                <a:latin typeface="+mn-lt"/>
                <a:cs typeface="Calibri"/>
              </a:rPr>
              <a:t> are</a:t>
            </a:r>
            <a:r>
              <a:rPr sz="1200" dirty="0">
                <a:solidFill>
                  <a:srgbClr val="00A3E0"/>
                </a:solidFill>
                <a:latin typeface="+mn-lt"/>
                <a:cs typeface="Calibri"/>
              </a:rPr>
              <a:t> </a:t>
            </a:r>
            <a:r>
              <a:rPr sz="1200" spc="-5" dirty="0">
                <a:solidFill>
                  <a:srgbClr val="00A3E0"/>
                </a:solidFill>
                <a:latin typeface="+mn-lt"/>
                <a:cs typeface="Calibri"/>
              </a:rPr>
              <a:t>passed</a:t>
            </a:r>
            <a:r>
              <a:rPr sz="1200" spc="10" dirty="0">
                <a:solidFill>
                  <a:srgbClr val="00A3E0"/>
                </a:solidFill>
                <a:latin typeface="+mn-lt"/>
                <a:cs typeface="Calibri"/>
              </a:rPr>
              <a:t> </a:t>
            </a:r>
            <a:r>
              <a:rPr sz="1200" spc="-10" dirty="0">
                <a:solidFill>
                  <a:srgbClr val="00A3E0"/>
                </a:solidFill>
                <a:latin typeface="+mn-lt"/>
                <a:cs typeface="Calibri"/>
              </a:rPr>
              <a:t>through</a:t>
            </a:r>
            <a:r>
              <a:rPr sz="1200" spc="-15" dirty="0">
                <a:solidFill>
                  <a:srgbClr val="00A3E0"/>
                </a:solidFill>
                <a:latin typeface="+mn-lt"/>
                <a:cs typeface="Calibri"/>
              </a:rPr>
              <a:t> </a:t>
            </a:r>
            <a:r>
              <a:rPr sz="1200" spc="-5" dirty="0">
                <a:solidFill>
                  <a:srgbClr val="00A3E0"/>
                </a:solidFill>
                <a:latin typeface="+mn-lt"/>
                <a:cs typeface="Calibri"/>
              </a:rPr>
              <a:t>a </a:t>
            </a:r>
            <a:r>
              <a:rPr sz="1200" dirty="0">
                <a:solidFill>
                  <a:srgbClr val="00A3E0"/>
                </a:solidFill>
                <a:latin typeface="+mn-lt"/>
                <a:cs typeface="Calibri"/>
              </a:rPr>
              <a:t> </a:t>
            </a:r>
            <a:r>
              <a:rPr sz="1200" spc="-5" dirty="0">
                <a:solidFill>
                  <a:srgbClr val="00A3E0"/>
                </a:solidFill>
                <a:latin typeface="+mn-lt"/>
                <a:cs typeface="Calibri"/>
              </a:rPr>
              <a:t>single</a:t>
            </a:r>
            <a:r>
              <a:rPr sz="1200" spc="5" dirty="0">
                <a:solidFill>
                  <a:srgbClr val="00A3E0"/>
                </a:solidFill>
                <a:latin typeface="+mn-lt"/>
                <a:cs typeface="Calibri"/>
              </a:rPr>
              <a:t> </a:t>
            </a:r>
            <a:r>
              <a:rPr sz="1200" spc="-10" dirty="0">
                <a:solidFill>
                  <a:srgbClr val="00A3E0"/>
                </a:solidFill>
                <a:latin typeface="+mn-lt"/>
                <a:cs typeface="Calibri"/>
              </a:rPr>
              <a:t>argument</a:t>
            </a:r>
            <a:r>
              <a:rPr sz="1200" spc="10" dirty="0">
                <a:solidFill>
                  <a:srgbClr val="00A3E0"/>
                </a:solidFill>
                <a:latin typeface="+mn-lt"/>
                <a:cs typeface="Calibri"/>
              </a:rPr>
              <a:t> </a:t>
            </a:r>
            <a:r>
              <a:rPr sz="1200" spc="-10" dirty="0">
                <a:solidFill>
                  <a:srgbClr val="00A3E0"/>
                </a:solidFill>
                <a:latin typeface="+mn-lt"/>
                <a:cs typeface="Calibri"/>
              </a:rPr>
              <a:t>called</a:t>
            </a:r>
            <a:r>
              <a:rPr sz="1200" spc="15" dirty="0">
                <a:solidFill>
                  <a:srgbClr val="00A3E0"/>
                </a:solidFill>
                <a:latin typeface="+mn-lt"/>
                <a:cs typeface="Calibri"/>
              </a:rPr>
              <a:t> </a:t>
            </a:r>
            <a:r>
              <a:rPr sz="1200" spc="-15" dirty="0">
                <a:solidFill>
                  <a:srgbClr val="00A3E0"/>
                </a:solidFill>
                <a:latin typeface="+mn-lt"/>
                <a:cs typeface="Calibri"/>
              </a:rPr>
              <a:t>“props”</a:t>
            </a:r>
            <a:endParaRPr sz="1200" dirty="0">
              <a:solidFill>
                <a:srgbClr val="00A3E0"/>
              </a:solidFill>
              <a:latin typeface="+mn-lt"/>
              <a:cs typeface="Calibri"/>
            </a:endParaRPr>
          </a:p>
        </p:txBody>
      </p:sp>
      <p:sp>
        <p:nvSpPr>
          <p:cNvPr id="13" name="object 21">
            <a:extLst>
              <a:ext uri="{FF2B5EF4-FFF2-40B4-BE49-F238E27FC236}">
                <a16:creationId xmlns:a16="http://schemas.microsoft.com/office/drawing/2014/main" id="{8C32B105-553D-A043-D825-A23A1DDCC387}"/>
              </a:ext>
            </a:extLst>
          </p:cNvPr>
          <p:cNvSpPr txBox="1"/>
          <p:nvPr/>
        </p:nvSpPr>
        <p:spPr>
          <a:xfrm>
            <a:off x="7158609" y="1230287"/>
            <a:ext cx="14928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lang="de-DE"/>
            </a:defPPr>
            <a:lvl1pPr marL="12700" marR="5080" indent="151130" algn="ctr">
              <a:lnSpc>
                <a:spcPct val="100000"/>
              </a:lnSpc>
              <a:spcBef>
                <a:spcPts val="95"/>
              </a:spcBef>
              <a:defRPr sz="1200" spc="-5">
                <a:solidFill>
                  <a:srgbClr val="00A3E0"/>
                </a:solidFill>
                <a:latin typeface="+mn-lt"/>
                <a:cs typeface="Calibri"/>
              </a:defRPr>
            </a:lvl1pPr>
          </a:lstStyle>
          <a:p>
            <a:r>
              <a:rPr dirty="0"/>
              <a:t>The function  outputs HTML</a:t>
            </a:r>
          </a:p>
        </p:txBody>
      </p:sp>
      <p:sp>
        <p:nvSpPr>
          <p:cNvPr id="14" name="object 20">
            <a:extLst>
              <a:ext uri="{FF2B5EF4-FFF2-40B4-BE49-F238E27FC236}">
                <a16:creationId xmlns:a16="http://schemas.microsoft.com/office/drawing/2014/main" id="{C9068E66-130E-5BEE-56E4-278A2E1CC35F}"/>
              </a:ext>
            </a:extLst>
          </p:cNvPr>
          <p:cNvSpPr txBox="1"/>
          <p:nvPr/>
        </p:nvSpPr>
        <p:spPr>
          <a:xfrm>
            <a:off x="1037920" y="3806619"/>
            <a:ext cx="30314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lang="de-DE"/>
            </a:defPPr>
            <a:lvl1pPr marL="12700" marR="5080" indent="151130" algn="ctr">
              <a:lnSpc>
                <a:spcPct val="100000"/>
              </a:lnSpc>
              <a:spcBef>
                <a:spcPts val="95"/>
              </a:spcBef>
              <a:defRPr sz="1200" spc="-5">
                <a:solidFill>
                  <a:srgbClr val="00A3E0"/>
                </a:solidFill>
                <a:latin typeface="+mn-lt"/>
                <a:cs typeface="Calibri"/>
              </a:defRPr>
            </a:lvl1pPr>
          </a:lstStyle>
          <a:p>
            <a:r>
              <a:rPr dirty="0"/>
              <a:t>The function is </a:t>
            </a:r>
            <a:r>
              <a:rPr b="1" dirty="0"/>
              <a:t>executed</a:t>
            </a:r>
            <a:r>
              <a:rPr dirty="0"/>
              <a:t> as if  it was an HTML tag</a:t>
            </a:r>
          </a:p>
        </p:txBody>
      </p:sp>
      <p:sp>
        <p:nvSpPr>
          <p:cNvPr id="15" name="object 23">
            <a:extLst>
              <a:ext uri="{FF2B5EF4-FFF2-40B4-BE49-F238E27FC236}">
                <a16:creationId xmlns:a16="http://schemas.microsoft.com/office/drawing/2014/main" id="{466BF02B-B1A1-DEEF-70EA-059F63F4AED7}"/>
              </a:ext>
            </a:extLst>
          </p:cNvPr>
          <p:cNvSpPr txBox="1"/>
          <p:nvPr/>
        </p:nvSpPr>
        <p:spPr>
          <a:xfrm>
            <a:off x="5074592" y="3755648"/>
            <a:ext cx="26162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lang="de-DE"/>
            </a:defPPr>
            <a:lvl1pPr marL="12700" marR="5080" indent="151130" algn="ctr">
              <a:lnSpc>
                <a:spcPct val="100000"/>
              </a:lnSpc>
              <a:spcBef>
                <a:spcPts val="95"/>
              </a:spcBef>
              <a:defRPr sz="1200" spc="-5">
                <a:solidFill>
                  <a:srgbClr val="00A3E0"/>
                </a:solidFill>
                <a:latin typeface="+mn-lt"/>
                <a:cs typeface="Calibri"/>
              </a:defRPr>
            </a:lvl1pPr>
          </a:lstStyle>
          <a:p>
            <a:r>
              <a:rPr dirty="0"/>
              <a:t>Parameters are passed in  as HTML attributes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40099A9-D489-742E-7E55-D054E1B3534F}"/>
              </a:ext>
            </a:extLst>
          </p:cNvPr>
          <p:cNvCxnSpPr>
            <a:stCxn id="11" idx="2"/>
          </p:cNvCxnSpPr>
          <p:nvPr/>
        </p:nvCxnSpPr>
        <p:spPr bwMode="auto">
          <a:xfrm>
            <a:off x="1997049" y="1580724"/>
            <a:ext cx="556616" cy="561536"/>
          </a:xfrm>
          <a:prstGeom prst="straightConnector1">
            <a:avLst/>
          </a:prstGeom>
          <a:noFill/>
          <a:ln w="12700">
            <a:solidFill>
              <a:srgbClr val="C00000"/>
            </a:solidFill>
            <a:round/>
            <a:headEnd/>
            <a:tailEnd type="triangle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7E9E2F6-1DB6-805E-F649-D64203CFCF37}"/>
              </a:ext>
            </a:extLst>
          </p:cNvPr>
          <p:cNvCxnSpPr>
            <a:stCxn id="12" idx="2"/>
          </p:cNvCxnSpPr>
          <p:nvPr/>
        </p:nvCxnSpPr>
        <p:spPr bwMode="auto">
          <a:xfrm flipH="1">
            <a:off x="4440326" y="1230287"/>
            <a:ext cx="797211" cy="912648"/>
          </a:xfrm>
          <a:prstGeom prst="straightConnector1">
            <a:avLst/>
          </a:prstGeom>
          <a:noFill/>
          <a:ln w="12700">
            <a:solidFill>
              <a:srgbClr val="C00000"/>
            </a:solidFill>
            <a:round/>
            <a:headEnd/>
            <a:tailEnd type="triangle"/>
          </a:ln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36C0B8C-778A-99FB-A5CD-7C97FFBD38FC}"/>
              </a:ext>
            </a:extLst>
          </p:cNvPr>
          <p:cNvCxnSpPr>
            <a:stCxn id="13" idx="2"/>
          </p:cNvCxnSpPr>
          <p:nvPr/>
        </p:nvCxnSpPr>
        <p:spPr bwMode="auto">
          <a:xfrm flipH="1">
            <a:off x="6108195" y="1611802"/>
            <a:ext cx="1796857" cy="845622"/>
          </a:xfrm>
          <a:prstGeom prst="straightConnector1">
            <a:avLst/>
          </a:prstGeom>
          <a:noFill/>
          <a:ln w="12700">
            <a:solidFill>
              <a:srgbClr val="C00000"/>
            </a:solidFill>
            <a:round/>
            <a:headEnd/>
            <a:tailEnd type="triangle"/>
          </a:ln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ACDEF70-2645-600B-B9EE-D350476F21E1}"/>
              </a:ext>
            </a:extLst>
          </p:cNvPr>
          <p:cNvCxnSpPr>
            <a:stCxn id="14" idx="0"/>
          </p:cNvCxnSpPr>
          <p:nvPr/>
        </p:nvCxnSpPr>
        <p:spPr bwMode="auto">
          <a:xfrm flipV="1">
            <a:off x="2553665" y="3468783"/>
            <a:ext cx="135491" cy="337836"/>
          </a:xfrm>
          <a:prstGeom prst="straightConnector1">
            <a:avLst/>
          </a:prstGeom>
          <a:noFill/>
          <a:ln w="12700">
            <a:solidFill>
              <a:srgbClr val="C00000"/>
            </a:solidFill>
            <a:round/>
            <a:headEnd/>
            <a:tailEnd type="triangle"/>
          </a:ln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43F6649-B144-3803-8475-AE695B76CA99}"/>
              </a:ext>
            </a:extLst>
          </p:cNvPr>
          <p:cNvCxnSpPr>
            <a:stCxn id="15" idx="0"/>
          </p:cNvCxnSpPr>
          <p:nvPr/>
        </p:nvCxnSpPr>
        <p:spPr bwMode="auto">
          <a:xfrm flipH="1" flipV="1">
            <a:off x="5074592" y="2590669"/>
            <a:ext cx="1308100" cy="1164979"/>
          </a:xfrm>
          <a:prstGeom prst="straightConnector1">
            <a:avLst/>
          </a:prstGeom>
          <a:noFill/>
          <a:ln w="12700">
            <a:solidFill>
              <a:srgbClr val="C00000"/>
            </a:solidFill>
            <a:round/>
            <a:headEnd/>
            <a:tailEnd type="triangle"/>
          </a:ln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153466A-F2B0-3257-0A23-4B4110558121}"/>
              </a:ext>
            </a:extLst>
          </p:cNvPr>
          <p:cNvCxnSpPr>
            <a:stCxn id="15" idx="0"/>
          </p:cNvCxnSpPr>
          <p:nvPr/>
        </p:nvCxnSpPr>
        <p:spPr bwMode="auto">
          <a:xfrm flipH="1" flipV="1">
            <a:off x="4224178" y="3526345"/>
            <a:ext cx="2158514" cy="229303"/>
          </a:xfrm>
          <a:prstGeom prst="straightConnector1">
            <a:avLst/>
          </a:prstGeom>
          <a:noFill/>
          <a:ln w="12700">
            <a:solidFill>
              <a:srgbClr val="C00000"/>
            </a:solidFill>
            <a:round/>
            <a:headEnd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2117899074"/>
      </p:ext>
    </p:extLst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D85D74-A25B-324F-1048-4C525B567B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905" y="631636"/>
            <a:ext cx="7342187" cy="1317673"/>
          </a:xfrm>
        </p:spPr>
        <p:txBody>
          <a:bodyPr/>
          <a:lstStyle/>
          <a:p>
            <a:pPr algn="ctr"/>
            <a:r>
              <a:rPr lang="en-US" sz="2800" dirty="0">
                <a:latin typeface="+mj-lt"/>
              </a:rPr>
              <a:t>Component Rendering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D3CA7A-579B-83F0-C3AA-188070BAE8D0}"/>
              </a:ext>
            </a:extLst>
          </p:cNvPr>
          <p:cNvSpPr txBox="1"/>
          <p:nvPr/>
        </p:nvSpPr>
        <p:spPr bwMode="ltGray">
          <a:xfrm>
            <a:off x="1927554" y="2129897"/>
            <a:ext cx="5288890" cy="257873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marL="342900" indent="-342900" eaLnBrk="0" hangingPunct="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+mn-lt"/>
              </a:rPr>
              <a:t>When a component function </a:t>
            </a:r>
            <a:r>
              <a:rPr lang="en-US" i="1" dirty="0">
                <a:solidFill>
                  <a:schemeClr val="bg1"/>
                </a:solidFill>
                <a:latin typeface="+mn-lt"/>
              </a:rPr>
              <a:t>executes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, we say it “</a:t>
            </a:r>
            <a:r>
              <a:rPr lang="en-US" i="1" dirty="0">
                <a:solidFill>
                  <a:schemeClr val="bg1"/>
                </a:solidFill>
                <a:latin typeface="+mn-lt"/>
              </a:rPr>
              <a:t>renders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”.</a:t>
            </a:r>
          </a:p>
          <a:p>
            <a:pPr marL="342900" indent="-342900" eaLnBrk="0" hangingPunct="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+mn-lt"/>
              </a:rPr>
              <a:t>Assume components may re-render at any time.</a:t>
            </a:r>
          </a:p>
          <a:p>
            <a:pPr marL="342900" indent="-342900" eaLnBrk="0" hangingPunct="0">
              <a:lnSpc>
                <a:spcPct val="150000"/>
              </a:lnSpc>
              <a:buFont typeface="+mj-lt"/>
              <a:buAutoNum type="arabicPeriod"/>
            </a:pPr>
            <a:endParaRPr lang="en-US" dirty="0">
              <a:solidFill>
                <a:schemeClr val="bg1"/>
              </a:solidFill>
              <a:latin typeface="+mn-lt"/>
            </a:endParaRPr>
          </a:p>
          <a:p>
            <a:pPr marL="342900" indent="-342900" eaLnBrk="0" hangingPunct="0">
              <a:lnSpc>
                <a:spcPct val="150000"/>
              </a:lnSpc>
              <a:buFont typeface="+mj-lt"/>
              <a:buAutoNum type="arabicPeriod"/>
            </a:pPr>
            <a:endParaRPr lang="en-US" dirty="0">
              <a:solidFill>
                <a:schemeClr val="bg1"/>
              </a:solidFill>
              <a:latin typeface="+mn-lt"/>
            </a:endParaRPr>
          </a:p>
          <a:p>
            <a:pPr marL="342900" indent="-342900" eaLnBrk="0" hangingPunct="0">
              <a:lnSpc>
                <a:spcPct val="150000"/>
              </a:lnSpc>
              <a:buFont typeface="+mj-lt"/>
              <a:buAutoNum type="arabicPeriod"/>
            </a:pPr>
            <a:endParaRPr lang="en-US" dirty="0">
              <a:solidFill>
                <a:schemeClr val="bg1"/>
              </a:solidFill>
              <a:latin typeface="+mn-lt"/>
            </a:endParaRPr>
          </a:p>
          <a:p>
            <a:pPr algn="ctr" eaLnBrk="0" hangingPunct="0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+mn-lt"/>
              </a:rPr>
              <a:t>Our job is to ensure that</a:t>
            </a:r>
          </a:p>
          <a:p>
            <a:pPr algn="ctr" eaLnBrk="0" hangingPunct="0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+mn-lt"/>
              </a:rPr>
              <a:t>every time the component re-renders,  </a:t>
            </a:r>
          </a:p>
          <a:p>
            <a:pPr algn="ctr" eaLnBrk="0" hangingPunct="0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+mn-lt"/>
              </a:rPr>
              <a:t>the correct output is produced.</a:t>
            </a:r>
          </a:p>
        </p:txBody>
      </p:sp>
    </p:spTree>
    <p:extLst>
      <p:ext uri="{BB962C8B-B14F-4D97-AF65-F5344CB8AC3E}">
        <p14:creationId xmlns:p14="http://schemas.microsoft.com/office/powerpoint/2010/main" val="3422202550"/>
      </p:ext>
    </p:extLst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98A0183-E99A-6EDA-E0ED-B818A71AFD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“In React, </a:t>
            </a:r>
            <a:r>
              <a:rPr lang="en-US" b="1" i="1" dirty="0"/>
              <a:t>everything is a component</a:t>
            </a:r>
            <a:r>
              <a:rPr lang="en-US" dirty="0"/>
              <a:t>”</a:t>
            </a:r>
            <a:endParaRPr lang="en-GB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491D0B5-3B8C-74E3-6F69-0BA924855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8 May 2024, Speaker name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FD186113-C121-1E64-7082-36DAC77750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0027934"/>
      </p:ext>
    </p:extLst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BD5982-F4A1-4BDC-2B63-5208CA2528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0058" y="1005320"/>
            <a:ext cx="7342187" cy="618655"/>
          </a:xfrm>
        </p:spPr>
        <p:txBody>
          <a:bodyPr/>
          <a:lstStyle/>
          <a:p>
            <a:r>
              <a:rPr lang="en-US" dirty="0"/>
              <a:t>Todo Application</a:t>
            </a:r>
          </a:p>
        </p:txBody>
      </p:sp>
      <p:sp>
        <p:nvSpPr>
          <p:cNvPr id="3" name="object 19">
            <a:extLst>
              <a:ext uri="{FF2B5EF4-FFF2-40B4-BE49-F238E27FC236}">
                <a16:creationId xmlns:a16="http://schemas.microsoft.com/office/drawing/2014/main" id="{C3B4010D-8153-9EA4-33D9-0E3025B55F5D}"/>
              </a:ext>
            </a:extLst>
          </p:cNvPr>
          <p:cNvSpPr txBox="1"/>
          <p:nvPr/>
        </p:nvSpPr>
        <p:spPr>
          <a:xfrm>
            <a:off x="916939" y="2839161"/>
            <a:ext cx="5607685" cy="443711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200" spc="-20" dirty="0">
                <a:solidFill>
                  <a:schemeClr val="bg1"/>
                </a:solidFill>
                <a:latin typeface="+mn-lt"/>
                <a:cs typeface="Calibri"/>
              </a:rPr>
              <a:t>First</a:t>
            </a:r>
            <a:r>
              <a:rPr sz="1200" spc="-40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sz="1200" spc="-15" dirty="0">
                <a:solidFill>
                  <a:schemeClr val="bg1"/>
                </a:solidFill>
                <a:latin typeface="+mn-lt"/>
                <a:cs typeface="Calibri"/>
              </a:rPr>
              <a:t>step:</a:t>
            </a:r>
            <a:endParaRPr sz="1200" dirty="0">
              <a:solidFill>
                <a:schemeClr val="bg1"/>
              </a:solidFill>
              <a:latin typeface="+mn-lt"/>
              <a:cs typeface="Calibri"/>
            </a:endParaRPr>
          </a:p>
          <a:p>
            <a:pPr marL="641350" indent="-171450">
              <a:lnSpc>
                <a:spcPct val="100000"/>
              </a:lnSpc>
              <a:spcBef>
                <a:spcPts val="235"/>
              </a:spcBef>
              <a:buClr>
                <a:schemeClr val="bg1"/>
              </a:buClr>
              <a:buSzPct val="64583"/>
              <a:buFont typeface="Arial" panose="020B0604020202020204" pitchFamily="34" charset="0"/>
              <a:buChar char="•"/>
              <a:tabLst>
                <a:tab pos="926465" algn="l"/>
                <a:tab pos="927100" algn="l"/>
              </a:tabLst>
            </a:pPr>
            <a:r>
              <a:rPr lang="en-US" sz="1200" spc="-10" dirty="0">
                <a:solidFill>
                  <a:schemeClr val="bg1"/>
                </a:solidFill>
                <a:latin typeface="+mn-lt"/>
                <a:cs typeface="Calibri"/>
              </a:rPr>
              <a:t>M</a:t>
            </a:r>
            <a:r>
              <a:rPr sz="1200" spc="-10" dirty="0">
                <a:solidFill>
                  <a:schemeClr val="bg1"/>
                </a:solidFill>
                <a:latin typeface="+mn-lt"/>
                <a:cs typeface="Calibri"/>
              </a:rPr>
              <a:t>ockup</a:t>
            </a:r>
            <a:r>
              <a:rPr sz="1200" spc="-40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sz="1200" dirty="0">
                <a:solidFill>
                  <a:schemeClr val="bg1"/>
                </a:solidFill>
                <a:latin typeface="+mn-lt"/>
                <a:cs typeface="Calibri"/>
              </a:rPr>
              <a:t>/</a:t>
            </a:r>
            <a:r>
              <a:rPr sz="1200" spc="-35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lang="en-US" sz="1200" spc="-35" dirty="0">
                <a:solidFill>
                  <a:schemeClr val="bg1"/>
                </a:solidFill>
                <a:latin typeface="+mn-lt"/>
                <a:cs typeface="Calibri"/>
              </a:rPr>
              <a:t>W</a:t>
            </a:r>
            <a:r>
              <a:rPr sz="1200" spc="-15" dirty="0">
                <a:solidFill>
                  <a:schemeClr val="bg1"/>
                </a:solidFill>
                <a:latin typeface="+mn-lt"/>
                <a:cs typeface="Calibri"/>
              </a:rPr>
              <a:t>ireframe</a:t>
            </a:r>
            <a:endParaRPr sz="1200" dirty="0">
              <a:solidFill>
                <a:schemeClr val="bg1"/>
              </a:solidFill>
              <a:latin typeface="+mn-lt"/>
              <a:cs typeface="Calibri"/>
            </a:endParaRPr>
          </a:p>
        </p:txBody>
      </p:sp>
      <p:sp>
        <p:nvSpPr>
          <p:cNvPr id="4" name="object 21">
            <a:extLst>
              <a:ext uri="{FF2B5EF4-FFF2-40B4-BE49-F238E27FC236}">
                <a16:creationId xmlns:a16="http://schemas.microsoft.com/office/drawing/2014/main" id="{86D142F3-E677-B801-6355-CFA3705814B8}"/>
              </a:ext>
            </a:extLst>
          </p:cNvPr>
          <p:cNvSpPr txBox="1"/>
          <p:nvPr/>
        </p:nvSpPr>
        <p:spPr>
          <a:xfrm>
            <a:off x="916939" y="2093250"/>
            <a:ext cx="12585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chemeClr val="bg1"/>
                </a:solidFill>
                <a:latin typeface="+mn-lt"/>
                <a:cs typeface="Calibri"/>
              </a:rPr>
              <a:t>Big</a:t>
            </a:r>
            <a:r>
              <a:rPr sz="1200" spc="-85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sz="1200" spc="-5" dirty="0">
                <a:solidFill>
                  <a:schemeClr val="bg1"/>
                </a:solidFill>
                <a:latin typeface="+mn-lt"/>
                <a:cs typeface="Calibri"/>
              </a:rPr>
              <a:t>idea:</a:t>
            </a:r>
            <a:endParaRPr sz="1200" dirty="0">
              <a:solidFill>
                <a:schemeClr val="bg1"/>
              </a:solidFill>
              <a:latin typeface="+mn-lt"/>
              <a:cs typeface="Calibri"/>
            </a:endParaRPr>
          </a:p>
        </p:txBody>
      </p:sp>
      <p:sp>
        <p:nvSpPr>
          <p:cNvPr id="5" name="object 22">
            <a:extLst>
              <a:ext uri="{FF2B5EF4-FFF2-40B4-BE49-F238E27FC236}">
                <a16:creationId xmlns:a16="http://schemas.microsoft.com/office/drawing/2014/main" id="{E9B87634-C703-1F63-E48A-F99CD78D9478}"/>
              </a:ext>
            </a:extLst>
          </p:cNvPr>
          <p:cNvSpPr txBox="1"/>
          <p:nvPr/>
        </p:nvSpPr>
        <p:spPr>
          <a:xfrm>
            <a:off x="1374139" y="2348155"/>
            <a:ext cx="26511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Clr>
                <a:schemeClr val="bg1"/>
              </a:buClr>
              <a:buSzPct val="64583"/>
              <a:buFont typeface="Arial" panose="020B0604020202020204" pitchFamily="34" charset="0"/>
              <a:buChar char="•"/>
              <a:tabLst>
                <a:tab pos="469265" algn="l"/>
                <a:tab pos="469900" algn="l"/>
              </a:tabLst>
            </a:pPr>
            <a:r>
              <a:rPr sz="1200" dirty="0">
                <a:solidFill>
                  <a:schemeClr val="bg1"/>
                </a:solidFill>
                <a:latin typeface="+mn-lt"/>
                <a:cs typeface="Calibri"/>
              </a:rPr>
              <a:t>A</a:t>
            </a:r>
            <a:r>
              <a:rPr sz="1200" spc="-30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lang="en-US" sz="1200" spc="-10" dirty="0">
                <a:solidFill>
                  <a:schemeClr val="bg1"/>
                </a:solidFill>
                <a:latin typeface="+mn-lt"/>
                <a:cs typeface="Calibri"/>
              </a:rPr>
              <a:t>Digital</a:t>
            </a:r>
            <a:r>
              <a:rPr lang="en-US" sz="1200" spc="-35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lang="en-US" sz="1200" spc="-10" dirty="0">
                <a:solidFill>
                  <a:schemeClr val="bg1"/>
                </a:solidFill>
                <a:latin typeface="+mn-lt"/>
                <a:cs typeface="Calibri"/>
              </a:rPr>
              <a:t>To-do</a:t>
            </a:r>
            <a:r>
              <a:rPr lang="en-US" sz="1200" spc="-25" dirty="0">
                <a:solidFill>
                  <a:schemeClr val="bg1"/>
                </a:solidFill>
                <a:latin typeface="+mn-lt"/>
                <a:cs typeface="Calibri"/>
              </a:rPr>
              <a:t> </a:t>
            </a:r>
            <a:r>
              <a:rPr lang="en-US" sz="1200" spc="-10" dirty="0">
                <a:solidFill>
                  <a:schemeClr val="bg1"/>
                </a:solidFill>
                <a:latin typeface="+mn-lt"/>
                <a:cs typeface="Calibri"/>
              </a:rPr>
              <a:t>List</a:t>
            </a:r>
            <a:endParaRPr sz="1200" dirty="0">
              <a:solidFill>
                <a:schemeClr val="bg1"/>
              </a:solidFill>
              <a:latin typeface="+mn-lt"/>
              <a:cs typeface="Calibri"/>
            </a:endParaRPr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D39FEE78-08C3-EC69-CE5F-42754EA14DF3}"/>
              </a:ext>
            </a:extLst>
          </p:cNvPr>
          <p:cNvGrpSpPr/>
          <p:nvPr/>
        </p:nvGrpSpPr>
        <p:grpSpPr>
          <a:xfrm>
            <a:off x="5719013" y="1008330"/>
            <a:ext cx="2508048" cy="3622798"/>
            <a:chOff x="6592061" y="593551"/>
            <a:chExt cx="4162425" cy="5740400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E75E6F86-1EDE-BF5C-8E1A-CD05FF15C22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90412" y="593551"/>
              <a:ext cx="2663612" cy="5740199"/>
            </a:xfrm>
            <a:prstGeom prst="rect">
              <a:avLst/>
            </a:prstGeom>
          </p:spPr>
        </p:pic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3218C026-6621-6ADE-235D-149B82F704AC}"/>
                </a:ext>
              </a:extLst>
            </p:cNvPr>
            <p:cNvSpPr/>
            <p:nvPr/>
          </p:nvSpPr>
          <p:spPr>
            <a:xfrm>
              <a:off x="6604634" y="850282"/>
              <a:ext cx="1404620" cy="732155"/>
            </a:xfrm>
            <a:custGeom>
              <a:avLst/>
              <a:gdLst/>
              <a:ahLst/>
              <a:cxnLst/>
              <a:rect l="l" t="t" r="r" b="b"/>
              <a:pathLst>
                <a:path w="1404620" h="732155">
                  <a:moveTo>
                    <a:pt x="0" y="732154"/>
                  </a:moveTo>
                  <a:lnTo>
                    <a:pt x="1404175" y="0"/>
                  </a:lnTo>
                </a:path>
              </a:pathLst>
            </a:custGeom>
            <a:ln w="25145">
              <a:solidFill>
                <a:srgbClr val="256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BC0947A8-DB03-EF35-12C4-8122CC3E5BB9}"/>
                </a:ext>
              </a:extLst>
            </p:cNvPr>
            <p:cNvSpPr/>
            <p:nvPr/>
          </p:nvSpPr>
          <p:spPr>
            <a:xfrm>
              <a:off x="7968189" y="797435"/>
              <a:ext cx="142240" cy="115570"/>
            </a:xfrm>
            <a:custGeom>
              <a:avLst/>
              <a:gdLst/>
              <a:ahLst/>
              <a:cxnLst/>
              <a:rect l="l" t="t" r="r" b="b"/>
              <a:pathLst>
                <a:path w="142240" h="115569">
                  <a:moveTo>
                    <a:pt x="141973" y="0"/>
                  </a:moveTo>
                  <a:lnTo>
                    <a:pt x="0" y="2413"/>
                  </a:lnTo>
                  <a:lnTo>
                    <a:pt x="58724" y="115023"/>
                  </a:lnTo>
                  <a:lnTo>
                    <a:pt x="141973" y="0"/>
                  </a:lnTo>
                  <a:close/>
                </a:path>
              </a:pathLst>
            </a:custGeom>
            <a:solidFill>
              <a:srgbClr val="256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0E17861E-7384-BD4A-C348-9C3F6EA6C919}"/>
                </a:ext>
              </a:extLst>
            </p:cNvPr>
            <p:cNvSpPr/>
            <p:nvPr/>
          </p:nvSpPr>
          <p:spPr>
            <a:xfrm>
              <a:off x="6604634" y="1637511"/>
              <a:ext cx="1405255" cy="761365"/>
            </a:xfrm>
            <a:custGeom>
              <a:avLst/>
              <a:gdLst/>
              <a:ahLst/>
              <a:cxnLst/>
              <a:rect l="l" t="t" r="r" b="b"/>
              <a:pathLst>
                <a:path w="1405254" h="761364">
                  <a:moveTo>
                    <a:pt x="0" y="761276"/>
                  </a:moveTo>
                  <a:lnTo>
                    <a:pt x="1405026" y="0"/>
                  </a:lnTo>
                </a:path>
              </a:pathLst>
            </a:custGeom>
            <a:ln w="25146">
              <a:solidFill>
                <a:srgbClr val="2700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92350C0B-8C43-1F7F-C01D-2918CB9ADE90}"/>
                </a:ext>
              </a:extLst>
            </p:cNvPr>
            <p:cNvSpPr/>
            <p:nvPr/>
          </p:nvSpPr>
          <p:spPr>
            <a:xfrm>
              <a:off x="7968253" y="1583060"/>
              <a:ext cx="142240" cy="116839"/>
            </a:xfrm>
            <a:custGeom>
              <a:avLst/>
              <a:gdLst/>
              <a:ahLst/>
              <a:cxnLst/>
              <a:rect l="l" t="t" r="r" b="b"/>
              <a:pathLst>
                <a:path w="142240" h="116839">
                  <a:moveTo>
                    <a:pt x="141909" y="0"/>
                  </a:moveTo>
                  <a:lnTo>
                    <a:pt x="0" y="4673"/>
                  </a:lnTo>
                  <a:lnTo>
                    <a:pt x="60502" y="116332"/>
                  </a:lnTo>
                  <a:lnTo>
                    <a:pt x="141909" y="0"/>
                  </a:lnTo>
                  <a:close/>
                </a:path>
              </a:pathLst>
            </a:custGeom>
            <a:solidFill>
              <a:srgbClr val="2700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9">
              <a:extLst>
                <a:ext uri="{FF2B5EF4-FFF2-40B4-BE49-F238E27FC236}">
                  <a16:creationId xmlns:a16="http://schemas.microsoft.com/office/drawing/2014/main" id="{4AF1A1D0-E19B-3354-B7A9-6E334FA24C58}"/>
                </a:ext>
              </a:extLst>
            </p:cNvPr>
            <p:cNvSpPr/>
            <p:nvPr/>
          </p:nvSpPr>
          <p:spPr>
            <a:xfrm>
              <a:off x="6604634" y="3020098"/>
              <a:ext cx="1413510" cy="1040130"/>
            </a:xfrm>
            <a:custGeom>
              <a:avLst/>
              <a:gdLst/>
              <a:ahLst/>
              <a:cxnLst/>
              <a:rect l="l" t="t" r="r" b="b"/>
              <a:pathLst>
                <a:path w="1413509" h="1040129">
                  <a:moveTo>
                    <a:pt x="0" y="1039774"/>
                  </a:moveTo>
                  <a:lnTo>
                    <a:pt x="1413459" y="0"/>
                  </a:lnTo>
                </a:path>
              </a:pathLst>
            </a:custGeom>
            <a:ln w="25146">
              <a:solidFill>
                <a:srgbClr val="BC0B1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3FA7F3CE-9974-7BF0-3F98-73F91C529AEB}"/>
                </a:ext>
              </a:extLst>
            </p:cNvPr>
            <p:cNvSpPr/>
            <p:nvPr/>
          </p:nvSpPr>
          <p:spPr>
            <a:xfrm>
              <a:off x="7970234" y="2952375"/>
              <a:ext cx="140335" cy="127000"/>
            </a:xfrm>
            <a:custGeom>
              <a:avLst/>
              <a:gdLst/>
              <a:ahLst/>
              <a:cxnLst/>
              <a:rect l="l" t="t" r="r" b="b"/>
              <a:pathLst>
                <a:path w="140334" h="127000">
                  <a:moveTo>
                    <a:pt x="139928" y="0"/>
                  </a:moveTo>
                  <a:lnTo>
                    <a:pt x="0" y="24104"/>
                  </a:lnTo>
                  <a:lnTo>
                    <a:pt x="75260" y="126403"/>
                  </a:lnTo>
                  <a:lnTo>
                    <a:pt x="139928" y="0"/>
                  </a:lnTo>
                  <a:close/>
                </a:path>
              </a:pathLst>
            </a:custGeom>
            <a:solidFill>
              <a:srgbClr val="BC0B1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3F06A6DF-2DB1-E9C8-ED45-168489AF04C3}"/>
                </a:ext>
              </a:extLst>
            </p:cNvPr>
            <p:cNvSpPr/>
            <p:nvPr/>
          </p:nvSpPr>
          <p:spPr>
            <a:xfrm>
              <a:off x="6604634" y="4543301"/>
              <a:ext cx="1502410" cy="640715"/>
            </a:xfrm>
            <a:custGeom>
              <a:avLst/>
              <a:gdLst/>
              <a:ahLst/>
              <a:cxnLst/>
              <a:rect l="l" t="t" r="r" b="b"/>
              <a:pathLst>
                <a:path w="1502409" h="640714">
                  <a:moveTo>
                    <a:pt x="0" y="640435"/>
                  </a:moveTo>
                  <a:lnTo>
                    <a:pt x="1501990" y="0"/>
                  </a:lnTo>
                </a:path>
              </a:pathLst>
            </a:custGeom>
            <a:ln w="25146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2">
              <a:extLst>
                <a:ext uri="{FF2B5EF4-FFF2-40B4-BE49-F238E27FC236}">
                  <a16:creationId xmlns:a16="http://schemas.microsoft.com/office/drawing/2014/main" id="{E31A6DD0-2849-B484-C13D-01B5069E8EBE}"/>
                </a:ext>
              </a:extLst>
            </p:cNvPr>
            <p:cNvSpPr/>
            <p:nvPr/>
          </p:nvSpPr>
          <p:spPr>
            <a:xfrm>
              <a:off x="8070028" y="4489867"/>
              <a:ext cx="142240" cy="116839"/>
            </a:xfrm>
            <a:custGeom>
              <a:avLst/>
              <a:gdLst/>
              <a:ahLst/>
              <a:cxnLst/>
              <a:rect l="l" t="t" r="r" b="b"/>
              <a:pathLst>
                <a:path w="142240" h="116839">
                  <a:moveTo>
                    <a:pt x="0" y="0"/>
                  </a:moveTo>
                  <a:lnTo>
                    <a:pt x="49822" y="116827"/>
                  </a:lnTo>
                  <a:lnTo>
                    <a:pt x="141732" y="8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3">
              <a:extLst>
                <a:ext uri="{FF2B5EF4-FFF2-40B4-BE49-F238E27FC236}">
                  <a16:creationId xmlns:a16="http://schemas.microsoft.com/office/drawing/2014/main" id="{5FA2E290-E0A3-9E3B-8FDC-C972B7C96C3E}"/>
                </a:ext>
              </a:extLst>
            </p:cNvPr>
            <p:cNvSpPr/>
            <p:nvPr/>
          </p:nvSpPr>
          <p:spPr>
            <a:xfrm>
              <a:off x="6604634" y="4997975"/>
              <a:ext cx="1494155" cy="186055"/>
            </a:xfrm>
            <a:custGeom>
              <a:avLst/>
              <a:gdLst/>
              <a:ahLst/>
              <a:cxnLst/>
              <a:rect l="l" t="t" r="r" b="b"/>
              <a:pathLst>
                <a:path w="1494154" h="186054">
                  <a:moveTo>
                    <a:pt x="0" y="185940"/>
                  </a:moveTo>
                  <a:lnTo>
                    <a:pt x="1493697" y="0"/>
                  </a:lnTo>
                </a:path>
              </a:pathLst>
            </a:custGeom>
            <a:ln w="25146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4">
              <a:extLst>
                <a:ext uri="{FF2B5EF4-FFF2-40B4-BE49-F238E27FC236}">
                  <a16:creationId xmlns:a16="http://schemas.microsoft.com/office/drawing/2014/main" id="{E08109E8-B2EA-703C-F3F5-CE83AEC11742}"/>
                </a:ext>
              </a:extLst>
            </p:cNvPr>
            <p:cNvSpPr/>
            <p:nvPr/>
          </p:nvSpPr>
          <p:spPr>
            <a:xfrm>
              <a:off x="8077884" y="4936545"/>
              <a:ext cx="133985" cy="126364"/>
            </a:xfrm>
            <a:custGeom>
              <a:avLst/>
              <a:gdLst/>
              <a:ahLst/>
              <a:cxnLst/>
              <a:rect l="l" t="t" r="r" b="b"/>
              <a:pathLst>
                <a:path w="133984" h="126364">
                  <a:moveTo>
                    <a:pt x="0" y="0"/>
                  </a:moveTo>
                  <a:lnTo>
                    <a:pt x="15697" y="126022"/>
                  </a:lnTo>
                  <a:lnTo>
                    <a:pt x="133870" y="47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5">
              <a:extLst>
                <a:ext uri="{FF2B5EF4-FFF2-40B4-BE49-F238E27FC236}">
                  <a16:creationId xmlns:a16="http://schemas.microsoft.com/office/drawing/2014/main" id="{8F853856-0394-F794-A570-231BC0FFD829}"/>
                </a:ext>
              </a:extLst>
            </p:cNvPr>
            <p:cNvSpPr/>
            <p:nvPr/>
          </p:nvSpPr>
          <p:spPr>
            <a:xfrm>
              <a:off x="6604634" y="5183505"/>
              <a:ext cx="1494155" cy="186055"/>
            </a:xfrm>
            <a:custGeom>
              <a:avLst/>
              <a:gdLst/>
              <a:ahLst/>
              <a:cxnLst/>
              <a:rect l="l" t="t" r="r" b="b"/>
              <a:pathLst>
                <a:path w="1494154" h="186054">
                  <a:moveTo>
                    <a:pt x="0" y="0"/>
                  </a:moveTo>
                  <a:lnTo>
                    <a:pt x="1493697" y="185940"/>
                  </a:lnTo>
                </a:path>
              </a:pathLst>
            </a:custGeom>
            <a:ln w="25146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6">
              <a:extLst>
                <a:ext uri="{FF2B5EF4-FFF2-40B4-BE49-F238E27FC236}">
                  <a16:creationId xmlns:a16="http://schemas.microsoft.com/office/drawing/2014/main" id="{26C0B26B-1265-6C47-4777-1BF01BCB114E}"/>
                </a:ext>
              </a:extLst>
            </p:cNvPr>
            <p:cNvSpPr/>
            <p:nvPr/>
          </p:nvSpPr>
          <p:spPr>
            <a:xfrm>
              <a:off x="8077884" y="5304853"/>
              <a:ext cx="133985" cy="126364"/>
            </a:xfrm>
            <a:custGeom>
              <a:avLst/>
              <a:gdLst/>
              <a:ahLst/>
              <a:cxnLst/>
              <a:rect l="l" t="t" r="r" b="b"/>
              <a:pathLst>
                <a:path w="133984" h="126364">
                  <a:moveTo>
                    <a:pt x="15697" y="0"/>
                  </a:moveTo>
                  <a:lnTo>
                    <a:pt x="0" y="126022"/>
                  </a:lnTo>
                  <a:lnTo>
                    <a:pt x="133870" y="78701"/>
                  </a:lnTo>
                  <a:lnTo>
                    <a:pt x="15697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17">
            <a:extLst>
              <a:ext uri="{FF2B5EF4-FFF2-40B4-BE49-F238E27FC236}">
                <a16:creationId xmlns:a16="http://schemas.microsoft.com/office/drawing/2014/main" id="{BBADFDE4-AF2C-715D-357D-DEEE9684776F}"/>
              </a:ext>
            </a:extLst>
          </p:cNvPr>
          <p:cNvSpPr txBox="1"/>
          <p:nvPr/>
        </p:nvSpPr>
        <p:spPr>
          <a:xfrm>
            <a:off x="4900483" y="1488099"/>
            <a:ext cx="7239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solidFill>
                  <a:srgbClr val="256C00"/>
                </a:solidFill>
                <a:latin typeface="Consolas"/>
                <a:cs typeface="Consolas"/>
              </a:rPr>
              <a:t>T</a:t>
            </a:r>
            <a:r>
              <a:rPr sz="2000" b="1" spc="-5" dirty="0">
                <a:solidFill>
                  <a:srgbClr val="256C00"/>
                </a:solidFill>
                <a:latin typeface="Consolas"/>
                <a:cs typeface="Consolas"/>
              </a:rPr>
              <a:t>i</a:t>
            </a:r>
            <a:r>
              <a:rPr sz="2000" b="1" spc="-10" dirty="0">
                <a:solidFill>
                  <a:srgbClr val="256C00"/>
                </a:solidFill>
                <a:latin typeface="Consolas"/>
                <a:cs typeface="Consolas"/>
              </a:rPr>
              <a:t>t</a:t>
            </a:r>
            <a:r>
              <a:rPr sz="2000" b="1" dirty="0">
                <a:solidFill>
                  <a:srgbClr val="256C00"/>
                </a:solidFill>
                <a:latin typeface="Consolas"/>
                <a:cs typeface="Consolas"/>
              </a:rPr>
              <a:t>l</a:t>
            </a:r>
            <a:r>
              <a:rPr sz="2000" b="1" spc="-5" dirty="0">
                <a:solidFill>
                  <a:srgbClr val="256C00"/>
                </a:solidFill>
                <a:latin typeface="Consolas"/>
                <a:cs typeface="Consolas"/>
              </a:rPr>
              <a:t>e</a:t>
            </a:r>
            <a:endParaRPr sz="2000" dirty="0">
              <a:latin typeface="Consolas"/>
              <a:cs typeface="Consolas"/>
            </a:endParaRPr>
          </a:p>
        </p:txBody>
      </p:sp>
      <p:sp>
        <p:nvSpPr>
          <p:cNvPr id="21" name="object 18">
            <a:extLst>
              <a:ext uri="{FF2B5EF4-FFF2-40B4-BE49-F238E27FC236}">
                <a16:creationId xmlns:a16="http://schemas.microsoft.com/office/drawing/2014/main" id="{D0686BA4-1B81-7055-BEC6-E8A67F9012FB}"/>
              </a:ext>
            </a:extLst>
          </p:cNvPr>
          <p:cNvSpPr txBox="1"/>
          <p:nvPr/>
        </p:nvSpPr>
        <p:spPr>
          <a:xfrm>
            <a:off x="4481383" y="2072959"/>
            <a:ext cx="11430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270068"/>
                </a:solidFill>
                <a:latin typeface="Consolas"/>
                <a:cs typeface="Consolas"/>
              </a:rPr>
              <a:t>TodoForm</a:t>
            </a:r>
            <a:endParaRPr sz="2000" dirty="0">
              <a:latin typeface="Consolas"/>
              <a:cs typeface="Consolas"/>
            </a:endParaRPr>
          </a:p>
        </p:txBody>
      </p:sp>
      <p:sp>
        <p:nvSpPr>
          <p:cNvPr id="22" name="object 20">
            <a:extLst>
              <a:ext uri="{FF2B5EF4-FFF2-40B4-BE49-F238E27FC236}">
                <a16:creationId xmlns:a16="http://schemas.microsoft.com/office/drawing/2014/main" id="{34FB2B0A-B525-D632-A92D-FF9F0F14C0B3}"/>
              </a:ext>
            </a:extLst>
          </p:cNvPr>
          <p:cNvSpPr txBox="1"/>
          <p:nvPr/>
        </p:nvSpPr>
        <p:spPr>
          <a:xfrm>
            <a:off x="5040818" y="3731208"/>
            <a:ext cx="5835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solidFill>
                  <a:srgbClr val="666666"/>
                </a:solidFill>
                <a:latin typeface="Consolas"/>
                <a:cs typeface="Consolas"/>
              </a:rPr>
              <a:t>T</a:t>
            </a:r>
            <a:r>
              <a:rPr sz="2000" b="1" spc="-5" dirty="0">
                <a:solidFill>
                  <a:srgbClr val="666666"/>
                </a:solidFill>
                <a:latin typeface="Consolas"/>
                <a:cs typeface="Consolas"/>
              </a:rPr>
              <a:t>o</a:t>
            </a:r>
            <a:r>
              <a:rPr sz="2000" b="1" spc="-10" dirty="0">
                <a:solidFill>
                  <a:srgbClr val="666666"/>
                </a:solidFill>
                <a:latin typeface="Consolas"/>
                <a:cs typeface="Consolas"/>
              </a:rPr>
              <a:t>d</a:t>
            </a:r>
            <a:r>
              <a:rPr sz="2000" b="1" spc="-5" dirty="0">
                <a:solidFill>
                  <a:srgbClr val="666666"/>
                </a:solidFill>
                <a:latin typeface="Consolas"/>
                <a:cs typeface="Consolas"/>
              </a:rPr>
              <a:t>o</a:t>
            </a:r>
            <a:endParaRPr sz="2000" dirty="0">
              <a:latin typeface="Consolas"/>
              <a:cs typeface="Consolas"/>
            </a:endParaRPr>
          </a:p>
        </p:txBody>
      </p:sp>
      <p:sp>
        <p:nvSpPr>
          <p:cNvPr id="23" name="object 20">
            <a:extLst>
              <a:ext uri="{FF2B5EF4-FFF2-40B4-BE49-F238E27FC236}">
                <a16:creationId xmlns:a16="http://schemas.microsoft.com/office/drawing/2014/main" id="{4205874C-2BDC-D098-A4E5-6B2BA8943C1B}"/>
              </a:ext>
            </a:extLst>
          </p:cNvPr>
          <p:cNvSpPr txBox="1"/>
          <p:nvPr/>
        </p:nvSpPr>
        <p:spPr>
          <a:xfrm>
            <a:off x="4345229" y="3029646"/>
            <a:ext cx="1290213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95"/>
              </a:spcBef>
            </a:pPr>
            <a:r>
              <a:rPr sz="2000" b="1" spc="-10" dirty="0" err="1">
                <a:solidFill>
                  <a:srgbClr val="BC0B14"/>
                </a:solidFill>
                <a:latin typeface="Consolas"/>
                <a:cs typeface="Consolas"/>
              </a:rPr>
              <a:t>T</a:t>
            </a:r>
            <a:r>
              <a:rPr sz="2000" b="1" spc="-5" dirty="0" err="1">
                <a:solidFill>
                  <a:srgbClr val="BC0B14"/>
                </a:solidFill>
                <a:latin typeface="Consolas"/>
                <a:cs typeface="Consolas"/>
              </a:rPr>
              <a:t>o</a:t>
            </a:r>
            <a:r>
              <a:rPr sz="2000" b="1" spc="-10" dirty="0" err="1">
                <a:solidFill>
                  <a:srgbClr val="BC0B14"/>
                </a:solidFill>
                <a:latin typeface="Consolas"/>
                <a:cs typeface="Consolas"/>
              </a:rPr>
              <a:t>d</a:t>
            </a:r>
            <a:r>
              <a:rPr sz="2000" b="1" spc="-5" dirty="0" err="1">
                <a:solidFill>
                  <a:srgbClr val="BC0B14"/>
                </a:solidFill>
                <a:latin typeface="Consolas"/>
                <a:cs typeface="Consolas"/>
              </a:rPr>
              <a:t>o</a:t>
            </a:r>
            <a:r>
              <a:rPr lang="en-US" sz="2000" b="1" spc="-5" dirty="0" err="1">
                <a:solidFill>
                  <a:srgbClr val="BC0B14"/>
                </a:solidFill>
                <a:latin typeface="Consolas"/>
                <a:cs typeface="Consolas"/>
              </a:rPr>
              <a:t>List</a:t>
            </a:r>
            <a:endParaRPr sz="2000" dirty="0">
              <a:solidFill>
                <a:srgbClr val="BC0B14"/>
              </a:solidFill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468718628"/>
      </p:ext>
    </p:extLst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87E02C8-63F9-B1A2-1399-8E43DF5279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4687" y="916081"/>
            <a:ext cx="7342187" cy="1062354"/>
          </a:xfrm>
        </p:spPr>
        <p:txBody>
          <a:bodyPr/>
          <a:lstStyle/>
          <a:p>
            <a:r>
              <a:rPr lang="en-US" dirty="0"/>
              <a:t>Creating a New React App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9A5627-6174-1812-D024-4147E698D4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DA9C78-696D-8518-D93D-15A3BA392E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4686" y="2135668"/>
            <a:ext cx="7342187" cy="872164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spc="-10" dirty="0">
                <a:latin typeface="Calibri"/>
                <a:cs typeface="Calibri"/>
              </a:rPr>
              <a:t>Creating</a:t>
            </a:r>
            <a:r>
              <a:rPr lang="en-US" sz="1600" spc="-2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a </a:t>
            </a:r>
            <a:r>
              <a:rPr lang="en-US" sz="1600" spc="-10" dirty="0">
                <a:latin typeface="Calibri"/>
                <a:cs typeface="Calibri"/>
              </a:rPr>
              <a:t>new </a:t>
            </a:r>
            <a:r>
              <a:rPr lang="en-US" sz="1600" spc="-15" dirty="0">
                <a:latin typeface="Calibri"/>
                <a:cs typeface="Calibri"/>
              </a:rPr>
              <a:t>React</a:t>
            </a:r>
            <a:r>
              <a:rPr lang="en-US" sz="1600" spc="-5" dirty="0">
                <a:latin typeface="Calibri"/>
                <a:cs typeface="Calibri"/>
              </a:rPr>
              <a:t> app</a:t>
            </a:r>
            <a:r>
              <a:rPr lang="en-US" sz="1600" dirty="0">
                <a:latin typeface="Calibri"/>
                <a:cs typeface="Calibri"/>
              </a:rPr>
              <a:t> </a:t>
            </a:r>
            <a:r>
              <a:rPr lang="en-US" sz="1600" spc="-5" dirty="0">
                <a:latin typeface="Calibri"/>
                <a:cs typeface="Calibri"/>
              </a:rPr>
              <a:t>is</a:t>
            </a:r>
            <a:r>
              <a:rPr lang="en-US" sz="1600" dirty="0">
                <a:latin typeface="Calibri"/>
                <a:cs typeface="Calibri"/>
              </a:rPr>
              <a:t> </a:t>
            </a:r>
            <a:r>
              <a:rPr lang="en-US" sz="1600" spc="-5" dirty="0">
                <a:latin typeface="Calibri"/>
                <a:cs typeface="Calibri"/>
              </a:rPr>
              <a:t>simple!</a:t>
            </a:r>
            <a:endParaRPr lang="en-US" sz="1600" dirty="0">
              <a:latin typeface="Calibri"/>
              <a:cs typeface="Calibri"/>
            </a:endParaRPr>
          </a:p>
          <a:p>
            <a:pPr marL="927100" indent="-457200">
              <a:lnSpc>
                <a:spcPct val="100000"/>
              </a:lnSpc>
              <a:spcBef>
                <a:spcPts val="2065"/>
              </a:spcBef>
              <a:buClr>
                <a:srgbClr val="1E2A78"/>
              </a:buClr>
              <a:buAutoNum type="arabicPeriod"/>
              <a:tabLst>
                <a:tab pos="926465" algn="l"/>
                <a:tab pos="927100" algn="l"/>
              </a:tabLst>
            </a:pPr>
            <a:r>
              <a:rPr lang="en-US" sz="1600" spc="-15" dirty="0">
                <a:latin typeface="Calibri"/>
                <a:cs typeface="Calibri"/>
              </a:rPr>
              <a:t>Install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spc="-5" dirty="0">
                <a:latin typeface="Calibri"/>
                <a:cs typeface="Calibri"/>
              </a:rPr>
              <a:t>Node.js</a:t>
            </a:r>
            <a:endParaRPr lang="en-US" sz="1600" dirty="0">
              <a:latin typeface="Calibri"/>
              <a:cs typeface="Calibri"/>
            </a:endParaRPr>
          </a:p>
          <a:p>
            <a:pPr marL="927100" indent="-457200">
              <a:lnSpc>
                <a:spcPct val="100000"/>
              </a:lnSpc>
              <a:spcBef>
                <a:spcPts val="2070"/>
              </a:spcBef>
              <a:buClr>
                <a:srgbClr val="1E2A78"/>
              </a:buClr>
              <a:buAutoNum type="arabicPeriod"/>
              <a:tabLst>
                <a:tab pos="926465" algn="l"/>
                <a:tab pos="927100" algn="l"/>
                <a:tab pos="1840864" algn="l"/>
              </a:tabLst>
            </a:pPr>
            <a:r>
              <a:rPr lang="en-US" sz="1600" spc="-5" dirty="0">
                <a:latin typeface="Calibri"/>
                <a:cs typeface="Calibri"/>
              </a:rPr>
              <a:t>Run:	</a:t>
            </a:r>
            <a:r>
              <a:rPr lang="en-US" sz="1600" b="1" spc="-5" dirty="0" err="1">
                <a:latin typeface="Consolas"/>
                <a:cs typeface="Consolas"/>
              </a:rPr>
              <a:t>npx</a:t>
            </a:r>
            <a:r>
              <a:rPr lang="en-US" sz="1600" b="1" spc="-10" dirty="0">
                <a:latin typeface="Consolas"/>
                <a:cs typeface="Consolas"/>
              </a:rPr>
              <a:t> create-react-app</a:t>
            </a:r>
            <a:r>
              <a:rPr lang="en-US" sz="1600" b="1" spc="-15" dirty="0">
                <a:latin typeface="Consolas"/>
                <a:cs typeface="Consolas"/>
              </a:rPr>
              <a:t> </a:t>
            </a:r>
            <a:r>
              <a:rPr lang="en-US" sz="1600" b="1" spc="-5" dirty="0">
                <a:solidFill>
                  <a:srgbClr val="00A3E0"/>
                </a:solidFill>
                <a:latin typeface="Consolas"/>
                <a:cs typeface="Consolas"/>
              </a:rPr>
              <a:t>app-name</a:t>
            </a:r>
            <a:endParaRPr lang="en-US" sz="1600" dirty="0">
              <a:solidFill>
                <a:srgbClr val="00A3E0"/>
              </a:solidFill>
              <a:latin typeface="Consolas"/>
              <a:cs typeface="Consolas"/>
            </a:endParaRPr>
          </a:p>
          <a:p>
            <a:pPr marL="927100" indent="-457200">
              <a:lnSpc>
                <a:spcPct val="100000"/>
              </a:lnSpc>
              <a:spcBef>
                <a:spcPts val="2065"/>
              </a:spcBef>
              <a:buClr>
                <a:srgbClr val="1E2A78"/>
              </a:buClr>
              <a:buAutoNum type="arabicPeriod"/>
              <a:tabLst>
                <a:tab pos="926465" algn="l"/>
                <a:tab pos="927100" algn="l"/>
                <a:tab pos="5498465" algn="l"/>
              </a:tabLst>
            </a:pPr>
            <a:r>
              <a:rPr lang="en-US" sz="1600" spc="-10" dirty="0">
                <a:latin typeface="Calibri"/>
                <a:cs typeface="Calibri"/>
              </a:rPr>
              <a:t>New</a:t>
            </a:r>
            <a:r>
              <a:rPr lang="en-US" sz="1600" spc="10" dirty="0">
                <a:latin typeface="Calibri"/>
                <a:cs typeface="Calibri"/>
              </a:rPr>
              <a:t> </a:t>
            </a:r>
            <a:r>
              <a:rPr lang="en-US" sz="1600" spc="-5" dirty="0">
                <a:latin typeface="Calibri"/>
                <a:cs typeface="Calibri"/>
              </a:rPr>
              <a:t>app</a:t>
            </a:r>
            <a:r>
              <a:rPr lang="en-US" sz="1600" spc="20" dirty="0">
                <a:latin typeface="Calibri"/>
                <a:cs typeface="Calibri"/>
              </a:rPr>
              <a:t> </a:t>
            </a:r>
            <a:r>
              <a:rPr lang="en-US" sz="1600" spc="-20" dirty="0">
                <a:latin typeface="Calibri"/>
                <a:cs typeface="Calibri"/>
              </a:rPr>
              <a:t>created</a:t>
            </a:r>
            <a:r>
              <a:rPr lang="en-US" sz="1600" spc="5" dirty="0">
                <a:latin typeface="Calibri"/>
                <a:cs typeface="Calibri"/>
              </a:rPr>
              <a:t> </a:t>
            </a:r>
            <a:r>
              <a:rPr lang="en-US" sz="1600" spc="-5" dirty="0">
                <a:latin typeface="Calibri"/>
                <a:cs typeface="Calibri"/>
              </a:rPr>
              <a:t>in</a:t>
            </a:r>
            <a:r>
              <a:rPr lang="en-US" sz="1600" spc="20" dirty="0">
                <a:latin typeface="Calibri"/>
                <a:cs typeface="Calibri"/>
              </a:rPr>
              <a:t> </a:t>
            </a:r>
            <a:r>
              <a:rPr lang="en-US" sz="1600" spc="-15" dirty="0">
                <a:latin typeface="Calibri"/>
                <a:cs typeface="Calibri"/>
              </a:rPr>
              <a:t>folder:	</a:t>
            </a:r>
            <a:r>
              <a:rPr lang="en-US" sz="1600" b="1" spc="-10" dirty="0">
                <a:latin typeface="Consolas"/>
                <a:cs typeface="Consolas"/>
              </a:rPr>
              <a:t>./</a:t>
            </a:r>
            <a:r>
              <a:rPr lang="en-US" sz="1600" b="1" spc="-10" dirty="0">
                <a:solidFill>
                  <a:srgbClr val="00A3E0"/>
                </a:solidFill>
                <a:latin typeface="Consolas"/>
                <a:cs typeface="Consolas"/>
              </a:rPr>
              <a:t>app-name</a:t>
            </a:r>
            <a:endParaRPr lang="en-US" sz="1600" dirty="0">
              <a:solidFill>
                <a:srgbClr val="00A3E0"/>
              </a:solidFill>
              <a:latin typeface="Consolas"/>
              <a:cs typeface="Consola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757561"/>
      </p:ext>
    </p:extLst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BD5982-F4A1-4BDC-2B63-5208CA2528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5386" y="282791"/>
            <a:ext cx="7342187" cy="618655"/>
          </a:xfrm>
        </p:spPr>
        <p:txBody>
          <a:bodyPr/>
          <a:lstStyle/>
          <a:p>
            <a:r>
              <a:rPr lang="en-US" dirty="0"/>
              <a:t>Anatomy of a New React App</a:t>
            </a:r>
          </a:p>
        </p:txBody>
      </p:sp>
      <p:grpSp>
        <p:nvGrpSpPr>
          <p:cNvPr id="24" name="object 3">
            <a:extLst>
              <a:ext uri="{FF2B5EF4-FFF2-40B4-BE49-F238E27FC236}">
                <a16:creationId xmlns:a16="http://schemas.microsoft.com/office/drawing/2014/main" id="{C44941B6-2171-4F16-2973-D0AA2AEA304A}"/>
              </a:ext>
            </a:extLst>
          </p:cNvPr>
          <p:cNvGrpSpPr/>
          <p:nvPr/>
        </p:nvGrpSpPr>
        <p:grpSpPr>
          <a:xfrm>
            <a:off x="4145524" y="1153424"/>
            <a:ext cx="3426619" cy="3371469"/>
            <a:chOff x="7232142" y="1825752"/>
            <a:chExt cx="4121785" cy="4351020"/>
          </a:xfrm>
        </p:grpSpPr>
        <p:pic>
          <p:nvPicPr>
            <p:cNvPr id="25" name="object 4">
              <a:extLst>
                <a:ext uri="{FF2B5EF4-FFF2-40B4-BE49-F238E27FC236}">
                  <a16:creationId xmlns:a16="http://schemas.microsoft.com/office/drawing/2014/main" id="{7EE379C1-945A-F8FD-2BEC-A2167DE2B2B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75270" y="1825752"/>
              <a:ext cx="3478528" cy="4351019"/>
            </a:xfrm>
            <a:prstGeom prst="rect">
              <a:avLst/>
            </a:prstGeom>
          </p:spPr>
        </p:pic>
        <p:sp>
          <p:nvSpPr>
            <p:cNvPr id="26" name="object 5">
              <a:extLst>
                <a:ext uri="{FF2B5EF4-FFF2-40B4-BE49-F238E27FC236}">
                  <a16:creationId xmlns:a16="http://schemas.microsoft.com/office/drawing/2014/main" id="{90770080-0C09-4F2B-F1E0-37E2BAAE8966}"/>
                </a:ext>
              </a:extLst>
            </p:cNvPr>
            <p:cNvSpPr/>
            <p:nvPr/>
          </p:nvSpPr>
          <p:spPr>
            <a:xfrm>
              <a:off x="7244715" y="3264235"/>
              <a:ext cx="701040" cy="115570"/>
            </a:xfrm>
            <a:custGeom>
              <a:avLst/>
              <a:gdLst/>
              <a:ahLst/>
              <a:cxnLst/>
              <a:rect l="l" t="t" r="r" b="b"/>
              <a:pathLst>
                <a:path w="701040" h="115570">
                  <a:moveTo>
                    <a:pt x="0" y="114973"/>
                  </a:moveTo>
                  <a:lnTo>
                    <a:pt x="701014" y="0"/>
                  </a:lnTo>
                </a:path>
              </a:pathLst>
            </a:custGeom>
            <a:ln w="2514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6">
              <a:extLst>
                <a:ext uri="{FF2B5EF4-FFF2-40B4-BE49-F238E27FC236}">
                  <a16:creationId xmlns:a16="http://schemas.microsoft.com/office/drawing/2014/main" id="{9810881F-7C98-1CB7-7BB4-29682352F7D7}"/>
                </a:ext>
              </a:extLst>
            </p:cNvPr>
            <p:cNvSpPr/>
            <p:nvPr/>
          </p:nvSpPr>
          <p:spPr>
            <a:xfrm>
              <a:off x="7922921" y="3203637"/>
              <a:ext cx="135890" cy="125730"/>
            </a:xfrm>
            <a:custGeom>
              <a:avLst/>
              <a:gdLst/>
              <a:ahLst/>
              <a:cxnLst/>
              <a:rect l="l" t="t" r="r" b="b"/>
              <a:pathLst>
                <a:path w="135890" h="125729">
                  <a:moveTo>
                    <a:pt x="0" y="0"/>
                  </a:moveTo>
                  <a:lnTo>
                    <a:pt x="20561" y="125323"/>
                  </a:lnTo>
                  <a:lnTo>
                    <a:pt x="135610" y="42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7">
              <a:extLst>
                <a:ext uri="{FF2B5EF4-FFF2-40B4-BE49-F238E27FC236}">
                  <a16:creationId xmlns:a16="http://schemas.microsoft.com/office/drawing/2014/main" id="{F3958031-E5F5-AAA2-3FFD-2B2F27858EDD}"/>
                </a:ext>
              </a:extLst>
            </p:cNvPr>
            <p:cNvSpPr/>
            <p:nvPr/>
          </p:nvSpPr>
          <p:spPr>
            <a:xfrm>
              <a:off x="7976235" y="2898266"/>
              <a:ext cx="1452880" cy="723900"/>
            </a:xfrm>
            <a:custGeom>
              <a:avLst/>
              <a:gdLst/>
              <a:ahLst/>
              <a:cxnLst/>
              <a:rect l="l" t="t" r="r" b="b"/>
              <a:pathLst>
                <a:path w="1452879" h="723900">
                  <a:moveTo>
                    <a:pt x="0" y="0"/>
                  </a:moveTo>
                  <a:lnTo>
                    <a:pt x="1452372" y="0"/>
                  </a:lnTo>
                  <a:lnTo>
                    <a:pt x="1452372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ln w="1295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8">
              <a:extLst>
                <a:ext uri="{FF2B5EF4-FFF2-40B4-BE49-F238E27FC236}">
                  <a16:creationId xmlns:a16="http://schemas.microsoft.com/office/drawing/2014/main" id="{74CEC204-9EC5-4172-8400-1D8E8094F0FD}"/>
                </a:ext>
              </a:extLst>
            </p:cNvPr>
            <p:cNvSpPr/>
            <p:nvPr/>
          </p:nvSpPr>
          <p:spPr>
            <a:xfrm>
              <a:off x="7244715" y="2052447"/>
              <a:ext cx="889635" cy="393065"/>
            </a:xfrm>
            <a:custGeom>
              <a:avLst/>
              <a:gdLst/>
              <a:ahLst/>
              <a:cxnLst/>
              <a:rect l="l" t="t" r="r" b="b"/>
              <a:pathLst>
                <a:path w="889634" h="393064">
                  <a:moveTo>
                    <a:pt x="0" y="0"/>
                  </a:moveTo>
                  <a:lnTo>
                    <a:pt x="889266" y="392798"/>
                  </a:lnTo>
                </a:path>
              </a:pathLst>
            </a:custGeom>
            <a:ln w="25146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9">
              <a:extLst>
                <a:ext uri="{FF2B5EF4-FFF2-40B4-BE49-F238E27FC236}">
                  <a16:creationId xmlns:a16="http://schemas.microsoft.com/office/drawing/2014/main" id="{6B58797F-BA52-8FF0-258F-596E29E524DA}"/>
                </a:ext>
              </a:extLst>
            </p:cNvPr>
            <p:cNvSpPr/>
            <p:nvPr/>
          </p:nvSpPr>
          <p:spPr>
            <a:xfrm>
              <a:off x="8096710" y="2382027"/>
              <a:ext cx="142240" cy="116205"/>
            </a:xfrm>
            <a:custGeom>
              <a:avLst/>
              <a:gdLst/>
              <a:ahLst/>
              <a:cxnLst/>
              <a:rect l="l" t="t" r="r" b="b"/>
              <a:pathLst>
                <a:path w="142240" h="116205">
                  <a:moveTo>
                    <a:pt x="51320" y="0"/>
                  </a:moveTo>
                  <a:lnTo>
                    <a:pt x="0" y="116166"/>
                  </a:lnTo>
                  <a:lnTo>
                    <a:pt x="141833" y="109410"/>
                  </a:lnTo>
                  <a:lnTo>
                    <a:pt x="51320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10">
              <a:extLst>
                <a:ext uri="{FF2B5EF4-FFF2-40B4-BE49-F238E27FC236}">
                  <a16:creationId xmlns:a16="http://schemas.microsoft.com/office/drawing/2014/main" id="{61E228C6-2242-15BF-C632-106AF25D3C65}"/>
                </a:ext>
              </a:extLst>
            </p:cNvPr>
            <p:cNvSpPr/>
            <p:nvPr/>
          </p:nvSpPr>
          <p:spPr>
            <a:xfrm>
              <a:off x="7244715" y="5472123"/>
              <a:ext cx="709930" cy="195580"/>
            </a:xfrm>
            <a:custGeom>
              <a:avLst/>
              <a:gdLst/>
              <a:ahLst/>
              <a:cxnLst/>
              <a:rect l="l" t="t" r="r" b="b"/>
              <a:pathLst>
                <a:path w="709929" h="195579">
                  <a:moveTo>
                    <a:pt x="0" y="195059"/>
                  </a:moveTo>
                  <a:lnTo>
                    <a:pt x="709447" y="0"/>
                  </a:lnTo>
                </a:path>
              </a:pathLst>
            </a:custGeom>
            <a:ln w="25146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11">
              <a:extLst>
                <a:ext uri="{FF2B5EF4-FFF2-40B4-BE49-F238E27FC236}">
                  <a16:creationId xmlns:a16="http://schemas.microsoft.com/office/drawing/2014/main" id="{060A263A-00E7-214B-C015-3B535FB762A4}"/>
                </a:ext>
              </a:extLst>
            </p:cNvPr>
            <p:cNvSpPr/>
            <p:nvPr/>
          </p:nvSpPr>
          <p:spPr>
            <a:xfrm>
              <a:off x="7925092" y="5414270"/>
              <a:ext cx="139700" cy="122555"/>
            </a:xfrm>
            <a:custGeom>
              <a:avLst/>
              <a:gdLst/>
              <a:ahLst/>
              <a:cxnLst/>
              <a:rect l="l" t="t" r="r" b="b"/>
              <a:pathLst>
                <a:path w="139700" h="122554">
                  <a:moveTo>
                    <a:pt x="0" y="0"/>
                  </a:moveTo>
                  <a:lnTo>
                    <a:pt x="33667" y="122453"/>
                  </a:lnTo>
                  <a:lnTo>
                    <a:pt x="139280" y="27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12">
              <a:extLst>
                <a:ext uri="{FF2B5EF4-FFF2-40B4-BE49-F238E27FC236}">
                  <a16:creationId xmlns:a16="http://schemas.microsoft.com/office/drawing/2014/main" id="{894AE0C4-497C-7DED-54B1-6686EF96691F}"/>
                </a:ext>
              </a:extLst>
            </p:cNvPr>
            <p:cNvSpPr/>
            <p:nvPr/>
          </p:nvSpPr>
          <p:spPr>
            <a:xfrm>
              <a:off x="7976235" y="5197221"/>
              <a:ext cx="1647825" cy="489584"/>
            </a:xfrm>
            <a:custGeom>
              <a:avLst/>
              <a:gdLst/>
              <a:ahLst/>
              <a:cxnLst/>
              <a:rect l="l" t="t" r="r" b="b"/>
              <a:pathLst>
                <a:path w="1647825" h="489585">
                  <a:moveTo>
                    <a:pt x="0" y="0"/>
                  </a:moveTo>
                  <a:lnTo>
                    <a:pt x="1647444" y="0"/>
                  </a:lnTo>
                  <a:lnTo>
                    <a:pt x="1647444" y="489203"/>
                  </a:lnTo>
                  <a:lnTo>
                    <a:pt x="0" y="489203"/>
                  </a:lnTo>
                  <a:lnTo>
                    <a:pt x="0" y="0"/>
                  </a:lnTo>
                  <a:close/>
                </a:path>
              </a:pathLst>
            </a:custGeom>
            <a:ln w="12954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13">
              <a:extLst>
                <a:ext uri="{FF2B5EF4-FFF2-40B4-BE49-F238E27FC236}">
                  <a16:creationId xmlns:a16="http://schemas.microsoft.com/office/drawing/2014/main" id="{EC493012-7956-C5BF-5706-F383ADC5CCF1}"/>
                </a:ext>
              </a:extLst>
            </p:cNvPr>
            <p:cNvSpPr/>
            <p:nvPr/>
          </p:nvSpPr>
          <p:spPr>
            <a:xfrm>
              <a:off x="7246239" y="4090117"/>
              <a:ext cx="721995" cy="464184"/>
            </a:xfrm>
            <a:custGeom>
              <a:avLst/>
              <a:gdLst/>
              <a:ahLst/>
              <a:cxnLst/>
              <a:rect l="l" t="t" r="r" b="b"/>
              <a:pathLst>
                <a:path w="721995" h="464185">
                  <a:moveTo>
                    <a:pt x="0" y="464070"/>
                  </a:moveTo>
                  <a:lnTo>
                    <a:pt x="721982" y="0"/>
                  </a:lnTo>
                </a:path>
              </a:pathLst>
            </a:custGeom>
            <a:ln w="25146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14">
              <a:extLst>
                <a:ext uri="{FF2B5EF4-FFF2-40B4-BE49-F238E27FC236}">
                  <a16:creationId xmlns:a16="http://schemas.microsoft.com/office/drawing/2014/main" id="{A654A967-5C69-E876-9E28-FF6C99857478}"/>
                </a:ext>
              </a:extLst>
            </p:cNvPr>
            <p:cNvSpPr/>
            <p:nvPr/>
          </p:nvSpPr>
          <p:spPr>
            <a:xfrm>
              <a:off x="7923212" y="4028318"/>
              <a:ext cx="141605" cy="122555"/>
            </a:xfrm>
            <a:custGeom>
              <a:avLst/>
              <a:gdLst/>
              <a:ahLst/>
              <a:cxnLst/>
              <a:rect l="l" t="t" r="r" b="b"/>
              <a:pathLst>
                <a:path w="141604" h="122554">
                  <a:moveTo>
                    <a:pt x="141160" y="0"/>
                  </a:moveTo>
                  <a:lnTo>
                    <a:pt x="0" y="15252"/>
                  </a:lnTo>
                  <a:lnTo>
                    <a:pt x="68668" y="122085"/>
                  </a:lnTo>
                  <a:lnTo>
                    <a:pt x="141160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15">
              <a:extLst>
                <a:ext uri="{FF2B5EF4-FFF2-40B4-BE49-F238E27FC236}">
                  <a16:creationId xmlns:a16="http://schemas.microsoft.com/office/drawing/2014/main" id="{49A9A7C4-CD56-A7CA-6CBB-11AD90FB80B2}"/>
                </a:ext>
              </a:extLst>
            </p:cNvPr>
            <p:cNvSpPr/>
            <p:nvPr/>
          </p:nvSpPr>
          <p:spPr>
            <a:xfrm>
              <a:off x="7976235" y="3639692"/>
              <a:ext cx="1452880" cy="489584"/>
            </a:xfrm>
            <a:custGeom>
              <a:avLst/>
              <a:gdLst/>
              <a:ahLst/>
              <a:cxnLst/>
              <a:rect l="l" t="t" r="r" b="b"/>
              <a:pathLst>
                <a:path w="1452879" h="489585">
                  <a:moveTo>
                    <a:pt x="0" y="0"/>
                  </a:moveTo>
                  <a:lnTo>
                    <a:pt x="1452372" y="0"/>
                  </a:lnTo>
                  <a:lnTo>
                    <a:pt x="1452372" y="489203"/>
                  </a:lnTo>
                  <a:lnTo>
                    <a:pt x="0" y="489203"/>
                  </a:lnTo>
                  <a:lnTo>
                    <a:pt x="0" y="0"/>
                  </a:lnTo>
                  <a:close/>
                </a:path>
              </a:pathLst>
            </a:custGeom>
            <a:ln w="12954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16">
            <a:extLst>
              <a:ext uri="{FF2B5EF4-FFF2-40B4-BE49-F238E27FC236}">
                <a16:creationId xmlns:a16="http://schemas.microsoft.com/office/drawing/2014/main" id="{C04AFC96-263D-31D3-7BFF-1452C642CAB8}"/>
              </a:ext>
            </a:extLst>
          </p:cNvPr>
          <p:cNvSpPr txBox="1"/>
          <p:nvPr/>
        </p:nvSpPr>
        <p:spPr>
          <a:xfrm>
            <a:off x="547600" y="1163941"/>
            <a:ext cx="3450590" cy="31694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985" indent="397510" algn="r">
              <a:lnSpc>
                <a:spcPct val="100000"/>
              </a:lnSpc>
              <a:spcBef>
                <a:spcPts val="95"/>
              </a:spcBef>
            </a:pPr>
            <a:r>
              <a:rPr sz="1200" b="1" spc="-5" dirty="0">
                <a:solidFill>
                  <a:srgbClr val="6F2F9F"/>
                </a:solidFill>
                <a:latin typeface="Consolas"/>
                <a:cs typeface="Consolas"/>
              </a:rPr>
              <a:t>p</a:t>
            </a:r>
            <a:r>
              <a:rPr sz="1200" b="1" spc="-10" dirty="0">
                <a:solidFill>
                  <a:srgbClr val="6F2F9F"/>
                </a:solidFill>
                <a:latin typeface="Consolas"/>
                <a:cs typeface="Consolas"/>
              </a:rPr>
              <a:t>u</a:t>
            </a:r>
            <a:r>
              <a:rPr sz="1200" b="1" spc="-5" dirty="0">
                <a:solidFill>
                  <a:srgbClr val="6F2F9F"/>
                </a:solidFill>
                <a:latin typeface="Consolas"/>
                <a:cs typeface="Consolas"/>
              </a:rPr>
              <a:t>b</a:t>
            </a:r>
            <a:r>
              <a:rPr sz="1200" b="1" spc="-10" dirty="0">
                <a:solidFill>
                  <a:srgbClr val="6F2F9F"/>
                </a:solidFill>
                <a:latin typeface="Consolas"/>
                <a:cs typeface="Consolas"/>
              </a:rPr>
              <a:t>l</a:t>
            </a:r>
            <a:r>
              <a:rPr sz="1200" b="1" spc="-5" dirty="0">
                <a:solidFill>
                  <a:srgbClr val="6F2F9F"/>
                </a:solidFill>
                <a:latin typeface="Consolas"/>
                <a:cs typeface="Consolas"/>
              </a:rPr>
              <a:t>ic</a:t>
            </a:r>
            <a:r>
              <a:rPr sz="1200" b="1" spc="-640" dirty="0">
                <a:solidFill>
                  <a:srgbClr val="6F2F9F"/>
                </a:solidFill>
                <a:latin typeface="Consolas"/>
                <a:cs typeface="Consolas"/>
              </a:rPr>
              <a:t> </a:t>
            </a:r>
            <a:r>
              <a:rPr sz="1200" spc="-5" dirty="0">
                <a:solidFill>
                  <a:srgbClr val="6F2F9F"/>
                </a:solidFill>
                <a:latin typeface="Calibri"/>
                <a:cs typeface="Calibri"/>
              </a:rPr>
              <a:t>ho</a:t>
            </a:r>
            <a:r>
              <a:rPr sz="1200" spc="-10" dirty="0">
                <a:solidFill>
                  <a:srgbClr val="6F2F9F"/>
                </a:solidFill>
                <a:latin typeface="Calibri"/>
                <a:cs typeface="Calibri"/>
              </a:rPr>
              <a:t>l</a:t>
            </a:r>
            <a:r>
              <a:rPr sz="1200" spc="-5" dirty="0">
                <a:solidFill>
                  <a:srgbClr val="6F2F9F"/>
                </a:solidFill>
                <a:latin typeface="Calibri"/>
                <a:cs typeface="Calibri"/>
              </a:rPr>
              <a:t>ds</a:t>
            </a:r>
            <a:r>
              <a:rPr sz="12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1200" spc="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200" spc="-5" dirty="0">
                <a:solidFill>
                  <a:srgbClr val="6F2F9F"/>
                </a:solidFill>
                <a:latin typeface="Calibri"/>
                <a:cs typeface="Calibri"/>
              </a:rPr>
              <a:t>n</a:t>
            </a:r>
            <a:r>
              <a:rPr sz="1200" spc="-10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200" spc="-5" dirty="0">
                <a:solidFill>
                  <a:srgbClr val="6F2F9F"/>
                </a:solidFill>
                <a:latin typeface="Calibri"/>
                <a:cs typeface="Calibri"/>
              </a:rPr>
              <a:t>t</a:t>
            </a:r>
            <a:r>
              <a:rPr sz="1200" spc="-10" dirty="0">
                <a:solidFill>
                  <a:srgbClr val="6F2F9F"/>
                </a:solidFill>
                <a:latin typeface="Calibri"/>
                <a:cs typeface="Calibri"/>
              </a:rPr>
              <a:t>i</a:t>
            </a:r>
            <a:r>
              <a:rPr sz="1200" spc="-5" dirty="0">
                <a:solidFill>
                  <a:srgbClr val="6F2F9F"/>
                </a:solidFill>
                <a:latin typeface="Calibri"/>
                <a:cs typeface="Calibri"/>
              </a:rPr>
              <a:t>al</a:t>
            </a:r>
            <a:r>
              <a:rPr sz="1200" spc="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6F2F9F"/>
                </a:solidFill>
                <a:latin typeface="Calibri"/>
                <a:cs typeface="Calibri"/>
              </a:rPr>
              <a:t>h</a:t>
            </a:r>
            <a:r>
              <a:rPr sz="1200" spc="-5" dirty="0">
                <a:solidFill>
                  <a:srgbClr val="6F2F9F"/>
                </a:solidFill>
                <a:latin typeface="Calibri"/>
                <a:cs typeface="Calibri"/>
              </a:rPr>
              <a:t>t</a:t>
            </a:r>
            <a:r>
              <a:rPr sz="1200" spc="-10" dirty="0">
                <a:solidFill>
                  <a:srgbClr val="6F2F9F"/>
                </a:solidFill>
                <a:latin typeface="Calibri"/>
                <a:cs typeface="Calibri"/>
              </a:rPr>
              <a:t>m</a:t>
            </a:r>
            <a:r>
              <a:rPr sz="1200" spc="-5" dirty="0">
                <a:solidFill>
                  <a:srgbClr val="6F2F9F"/>
                </a:solidFill>
                <a:latin typeface="Calibri"/>
                <a:cs typeface="Calibri"/>
              </a:rPr>
              <a:t>l  document</a:t>
            </a:r>
            <a:r>
              <a:rPr sz="1200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1200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6F2F9F"/>
                </a:solidFill>
                <a:latin typeface="Calibri"/>
                <a:cs typeface="Calibri"/>
              </a:rPr>
              <a:t>other</a:t>
            </a:r>
            <a:r>
              <a:rPr sz="1200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200" spc="-15" dirty="0">
                <a:solidFill>
                  <a:srgbClr val="6F2F9F"/>
                </a:solidFill>
                <a:latin typeface="Calibri"/>
                <a:cs typeface="Calibri"/>
              </a:rPr>
              <a:t>static</a:t>
            </a:r>
            <a:r>
              <a:rPr sz="1200" spc="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6F2F9F"/>
                </a:solidFill>
                <a:latin typeface="Calibri"/>
                <a:cs typeface="Calibri"/>
              </a:rPr>
              <a:t>assets</a:t>
            </a:r>
            <a:endParaRPr sz="1200" dirty="0">
              <a:latin typeface="Calibri"/>
              <a:cs typeface="Calibri"/>
            </a:endParaRPr>
          </a:p>
          <a:p>
            <a:pPr algn="r">
              <a:lnSpc>
                <a:spcPct val="100000"/>
              </a:lnSpc>
            </a:pPr>
            <a:endParaRPr sz="1200" dirty="0">
              <a:latin typeface="Calibri"/>
              <a:cs typeface="Calibri"/>
            </a:endParaRPr>
          </a:p>
          <a:p>
            <a:pPr algn="r">
              <a:lnSpc>
                <a:spcPct val="100000"/>
              </a:lnSpc>
              <a:spcBef>
                <a:spcPts val="35"/>
              </a:spcBef>
            </a:pPr>
            <a:endParaRPr lang="en-US" sz="1200" dirty="0">
              <a:latin typeface="Calibri"/>
              <a:cs typeface="Calibri"/>
            </a:endParaRPr>
          </a:p>
          <a:p>
            <a:pPr algn="r">
              <a:lnSpc>
                <a:spcPct val="100000"/>
              </a:lnSpc>
              <a:spcBef>
                <a:spcPts val="35"/>
              </a:spcBef>
            </a:pPr>
            <a:endParaRPr sz="1100" dirty="0">
              <a:latin typeface="Calibri"/>
              <a:cs typeface="Calibri"/>
            </a:endParaRPr>
          </a:p>
          <a:p>
            <a:pPr marL="1502410" marR="6985" indent="-57150" algn="r">
              <a:lnSpc>
                <a:spcPct val="100000"/>
              </a:lnSpc>
            </a:pPr>
            <a:r>
              <a:rPr sz="1200" b="1" spc="-10" dirty="0">
                <a:solidFill>
                  <a:srgbClr val="FF0000"/>
                </a:solidFill>
                <a:latin typeface="Consolas"/>
                <a:cs typeface="Consolas"/>
              </a:rPr>
              <a:t>A</a:t>
            </a:r>
            <a:r>
              <a:rPr sz="1200" b="1" spc="-5" dirty="0">
                <a:solidFill>
                  <a:srgbClr val="FF0000"/>
                </a:solidFill>
                <a:latin typeface="Consolas"/>
                <a:cs typeface="Consolas"/>
              </a:rPr>
              <a:t>pp</a:t>
            </a:r>
            <a:r>
              <a:rPr sz="1200" b="1" spc="-64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200" spc="-5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12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2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0000"/>
                </a:solidFill>
                <a:latin typeface="Calibri"/>
                <a:cs typeface="Calibri"/>
              </a:rPr>
              <a:t>bo</a:t>
            </a:r>
            <a:r>
              <a:rPr sz="1200" spc="-10" dirty="0">
                <a:solidFill>
                  <a:srgbClr val="FF0000"/>
                </a:solidFill>
                <a:latin typeface="Calibri"/>
                <a:cs typeface="Calibri"/>
              </a:rPr>
              <a:t>il</a:t>
            </a:r>
            <a:r>
              <a:rPr sz="1200" spc="-5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1200" spc="-10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1200" spc="-5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200" spc="-10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sz="1200" spc="-2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200" spc="-3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200" spc="-5" dirty="0">
                <a:solidFill>
                  <a:srgbClr val="FF0000"/>
                </a:solidFill>
                <a:latin typeface="Calibri"/>
                <a:cs typeface="Calibri"/>
              </a:rPr>
              <a:t>e  </a:t>
            </a:r>
            <a:r>
              <a:rPr sz="1200" spc="-15" dirty="0">
                <a:solidFill>
                  <a:srgbClr val="FF0000"/>
                </a:solidFill>
                <a:latin typeface="Calibri"/>
                <a:cs typeface="Calibri"/>
              </a:rPr>
              <a:t>starter</a:t>
            </a:r>
            <a:r>
              <a:rPr sz="1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Calibri"/>
                <a:cs typeface="Calibri"/>
              </a:rPr>
              <a:t>component</a:t>
            </a:r>
            <a:endParaRPr sz="1200" dirty="0">
              <a:latin typeface="Calibri"/>
              <a:cs typeface="Calibri"/>
            </a:endParaRPr>
          </a:p>
          <a:p>
            <a:pPr algn="r">
              <a:lnSpc>
                <a:spcPct val="100000"/>
              </a:lnSpc>
            </a:pPr>
            <a:endParaRPr sz="1200" dirty="0">
              <a:latin typeface="Calibri"/>
              <a:cs typeface="Calibri"/>
            </a:endParaRPr>
          </a:p>
          <a:p>
            <a:pPr algn="r">
              <a:lnSpc>
                <a:spcPct val="100000"/>
              </a:lnSpc>
              <a:spcBef>
                <a:spcPts val="50"/>
              </a:spcBef>
            </a:pPr>
            <a:endParaRPr lang="en-US" sz="1200" dirty="0">
              <a:latin typeface="Calibri"/>
              <a:cs typeface="Calibri"/>
            </a:endParaRPr>
          </a:p>
          <a:p>
            <a:pPr algn="r">
              <a:lnSpc>
                <a:spcPct val="100000"/>
              </a:lnSpc>
              <a:spcBef>
                <a:spcPts val="50"/>
              </a:spcBef>
            </a:pPr>
            <a:endParaRPr sz="1200" dirty="0">
              <a:latin typeface="Calibri"/>
              <a:cs typeface="Calibri"/>
            </a:endParaRPr>
          </a:p>
          <a:p>
            <a:pPr marL="1585595" marR="5080" indent="119380" algn="r">
              <a:lnSpc>
                <a:spcPct val="100000"/>
              </a:lnSpc>
            </a:pPr>
            <a:r>
              <a:rPr sz="1200" b="1" spc="-10" dirty="0">
                <a:solidFill>
                  <a:srgbClr val="00AF50"/>
                </a:solidFill>
                <a:latin typeface="Consolas"/>
                <a:cs typeface="Consolas"/>
              </a:rPr>
              <a:t>i</a:t>
            </a:r>
            <a:r>
              <a:rPr sz="1200" b="1" spc="-5" dirty="0">
                <a:solidFill>
                  <a:srgbClr val="00AF50"/>
                </a:solidFill>
                <a:latin typeface="Consolas"/>
                <a:cs typeface="Consolas"/>
              </a:rPr>
              <a:t>n</a:t>
            </a:r>
            <a:r>
              <a:rPr sz="1200" b="1" spc="-10" dirty="0">
                <a:solidFill>
                  <a:srgbClr val="00AF50"/>
                </a:solidFill>
                <a:latin typeface="Consolas"/>
                <a:cs typeface="Consolas"/>
              </a:rPr>
              <a:t>d</a:t>
            </a:r>
            <a:r>
              <a:rPr sz="1200" b="1" spc="-5" dirty="0">
                <a:solidFill>
                  <a:srgbClr val="00AF50"/>
                </a:solidFill>
                <a:latin typeface="Consolas"/>
                <a:cs typeface="Consolas"/>
              </a:rPr>
              <a:t>e</a:t>
            </a:r>
            <a:r>
              <a:rPr sz="1200" b="1" spc="-10" dirty="0">
                <a:solidFill>
                  <a:srgbClr val="00AF50"/>
                </a:solidFill>
                <a:latin typeface="Consolas"/>
                <a:cs typeface="Consolas"/>
              </a:rPr>
              <a:t>x</a:t>
            </a:r>
            <a:r>
              <a:rPr sz="1200" b="1" spc="-5" dirty="0">
                <a:solidFill>
                  <a:srgbClr val="00AF50"/>
                </a:solidFill>
                <a:latin typeface="Consolas"/>
                <a:cs typeface="Consolas"/>
              </a:rPr>
              <a:t>.</a:t>
            </a:r>
            <a:r>
              <a:rPr sz="1200" b="1" spc="-10" dirty="0">
                <a:solidFill>
                  <a:srgbClr val="00AF50"/>
                </a:solidFill>
                <a:latin typeface="Consolas"/>
                <a:cs typeface="Consolas"/>
              </a:rPr>
              <a:t>j</a:t>
            </a:r>
            <a:r>
              <a:rPr sz="1200" b="1" spc="-5" dirty="0">
                <a:solidFill>
                  <a:srgbClr val="00AF50"/>
                </a:solidFill>
                <a:latin typeface="Consolas"/>
                <a:cs typeface="Consolas"/>
              </a:rPr>
              <a:t>s</a:t>
            </a:r>
            <a:r>
              <a:rPr sz="1200" b="1" spc="-63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00AF50"/>
                </a:solidFill>
                <a:latin typeface="Calibri"/>
                <a:cs typeface="Calibri"/>
              </a:rPr>
              <a:t>binds  React </a:t>
            </a:r>
            <a:r>
              <a:rPr sz="1200" spc="-15" dirty="0">
                <a:solidFill>
                  <a:srgbClr val="00AF50"/>
                </a:solidFill>
                <a:latin typeface="Calibri"/>
                <a:cs typeface="Calibri"/>
              </a:rPr>
              <a:t>to</a:t>
            </a:r>
            <a:r>
              <a:rPr sz="1200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AF50"/>
                </a:solidFill>
                <a:latin typeface="Calibri"/>
                <a:cs typeface="Calibri"/>
              </a:rPr>
              <a:t>the</a:t>
            </a:r>
            <a:r>
              <a:rPr sz="1200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AF50"/>
                </a:solidFill>
                <a:latin typeface="Calibri"/>
                <a:cs typeface="Calibri"/>
              </a:rPr>
              <a:t>DOM</a:t>
            </a:r>
            <a:endParaRPr sz="1200" dirty="0">
              <a:latin typeface="Calibri"/>
              <a:cs typeface="Calibri"/>
            </a:endParaRPr>
          </a:p>
          <a:p>
            <a:pPr algn="r">
              <a:lnSpc>
                <a:spcPct val="100000"/>
              </a:lnSpc>
            </a:pPr>
            <a:endParaRPr lang="en-US" sz="1200" dirty="0">
              <a:latin typeface="Calibri"/>
              <a:cs typeface="Calibri"/>
            </a:endParaRPr>
          </a:p>
          <a:p>
            <a:pPr algn="r">
              <a:lnSpc>
                <a:spcPct val="100000"/>
              </a:lnSpc>
            </a:pPr>
            <a:endParaRPr sz="1200" dirty="0">
              <a:latin typeface="Calibri"/>
              <a:cs typeface="Calibri"/>
            </a:endParaRPr>
          </a:p>
          <a:p>
            <a:pPr marL="1470660" marR="6350" indent="-840105" algn="r">
              <a:lnSpc>
                <a:spcPct val="100000"/>
              </a:lnSpc>
              <a:spcBef>
                <a:spcPts val="1530"/>
              </a:spcBef>
            </a:pPr>
            <a:r>
              <a:rPr sz="1200" b="1" spc="-5" dirty="0">
                <a:solidFill>
                  <a:srgbClr val="00AFEF"/>
                </a:solidFill>
                <a:latin typeface="Consolas"/>
                <a:cs typeface="Consolas"/>
              </a:rPr>
              <a:t>p</a:t>
            </a:r>
            <a:r>
              <a:rPr sz="1200" b="1" spc="-10" dirty="0">
                <a:solidFill>
                  <a:srgbClr val="00AFEF"/>
                </a:solidFill>
                <a:latin typeface="Consolas"/>
                <a:cs typeface="Consolas"/>
              </a:rPr>
              <a:t>a</a:t>
            </a:r>
            <a:r>
              <a:rPr sz="1200" b="1" spc="-5" dirty="0">
                <a:solidFill>
                  <a:srgbClr val="00AFEF"/>
                </a:solidFill>
                <a:latin typeface="Consolas"/>
                <a:cs typeface="Consolas"/>
              </a:rPr>
              <a:t>c</a:t>
            </a:r>
            <a:r>
              <a:rPr sz="1200" b="1" spc="-10" dirty="0">
                <a:solidFill>
                  <a:srgbClr val="00AFEF"/>
                </a:solidFill>
                <a:latin typeface="Consolas"/>
                <a:cs typeface="Consolas"/>
              </a:rPr>
              <a:t>k</a:t>
            </a:r>
            <a:r>
              <a:rPr sz="1200" b="1" spc="-5" dirty="0">
                <a:solidFill>
                  <a:srgbClr val="00AFEF"/>
                </a:solidFill>
                <a:latin typeface="Consolas"/>
                <a:cs typeface="Consolas"/>
              </a:rPr>
              <a:t>a</a:t>
            </a:r>
            <a:r>
              <a:rPr sz="1200" b="1" spc="-10" dirty="0">
                <a:solidFill>
                  <a:srgbClr val="00AFEF"/>
                </a:solidFill>
                <a:latin typeface="Consolas"/>
                <a:cs typeface="Consolas"/>
              </a:rPr>
              <a:t>g</a:t>
            </a:r>
            <a:r>
              <a:rPr sz="1200" b="1" spc="-5" dirty="0">
                <a:solidFill>
                  <a:srgbClr val="00AFEF"/>
                </a:solidFill>
                <a:latin typeface="Consolas"/>
                <a:cs typeface="Consolas"/>
              </a:rPr>
              <a:t>e</a:t>
            </a:r>
            <a:r>
              <a:rPr sz="1200" b="1" spc="-10" dirty="0">
                <a:solidFill>
                  <a:srgbClr val="00AFEF"/>
                </a:solidFill>
                <a:latin typeface="Consolas"/>
                <a:cs typeface="Consolas"/>
              </a:rPr>
              <a:t>.</a:t>
            </a:r>
            <a:r>
              <a:rPr sz="1200" b="1" spc="-5" dirty="0">
                <a:solidFill>
                  <a:srgbClr val="00AFEF"/>
                </a:solidFill>
                <a:latin typeface="Consolas"/>
                <a:cs typeface="Consolas"/>
              </a:rPr>
              <a:t>js</a:t>
            </a:r>
            <a:r>
              <a:rPr sz="1200" b="1" spc="-10" dirty="0">
                <a:solidFill>
                  <a:srgbClr val="00AFEF"/>
                </a:solidFill>
                <a:latin typeface="Consolas"/>
                <a:cs typeface="Consolas"/>
              </a:rPr>
              <a:t>o</a:t>
            </a:r>
            <a:r>
              <a:rPr sz="1200" b="1" spc="-5" dirty="0">
                <a:solidFill>
                  <a:srgbClr val="00AFEF"/>
                </a:solidFill>
                <a:latin typeface="Consolas"/>
                <a:cs typeface="Consolas"/>
              </a:rPr>
              <a:t>n</a:t>
            </a:r>
            <a:r>
              <a:rPr sz="1200" b="1" spc="-635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1200" spc="-25" dirty="0">
                <a:solidFill>
                  <a:srgbClr val="00AFEF"/>
                </a:solidFill>
                <a:latin typeface="Calibri"/>
                <a:cs typeface="Calibri"/>
              </a:rPr>
              <a:t>c</a:t>
            </a:r>
            <a:r>
              <a:rPr sz="1200" spc="-5" dirty="0">
                <a:solidFill>
                  <a:srgbClr val="00AFEF"/>
                </a:solidFill>
                <a:latin typeface="Calibri"/>
                <a:cs typeface="Calibri"/>
              </a:rPr>
              <a:t>o</a:t>
            </a:r>
            <a:r>
              <a:rPr sz="1200" spc="-20" dirty="0">
                <a:solidFill>
                  <a:srgbClr val="00AFEF"/>
                </a:solidFill>
                <a:latin typeface="Calibri"/>
                <a:cs typeface="Calibri"/>
              </a:rPr>
              <a:t>n</a:t>
            </a:r>
            <a:r>
              <a:rPr sz="1200" spc="-5" dirty="0">
                <a:solidFill>
                  <a:srgbClr val="00AFEF"/>
                </a:solidFill>
                <a:latin typeface="Calibri"/>
                <a:cs typeface="Calibri"/>
              </a:rPr>
              <a:t>f</a:t>
            </a:r>
            <a:r>
              <a:rPr sz="1200" spc="-10" dirty="0">
                <a:solidFill>
                  <a:srgbClr val="00AFEF"/>
                </a:solidFill>
                <a:latin typeface="Calibri"/>
                <a:cs typeface="Calibri"/>
              </a:rPr>
              <a:t>i</a:t>
            </a:r>
            <a:r>
              <a:rPr sz="1200" spc="-5" dirty="0">
                <a:solidFill>
                  <a:srgbClr val="00AFEF"/>
                </a:solidFill>
                <a:latin typeface="Calibri"/>
                <a:cs typeface="Calibri"/>
              </a:rPr>
              <a:t>gu</a:t>
            </a:r>
            <a:r>
              <a:rPr sz="1200" spc="-35" dirty="0">
                <a:solidFill>
                  <a:srgbClr val="00AFEF"/>
                </a:solidFill>
                <a:latin typeface="Calibri"/>
                <a:cs typeface="Calibri"/>
              </a:rPr>
              <a:t>r</a:t>
            </a:r>
            <a:r>
              <a:rPr sz="1200" spc="-5" dirty="0">
                <a:solidFill>
                  <a:srgbClr val="00AFEF"/>
                </a:solidFill>
                <a:latin typeface="Calibri"/>
                <a:cs typeface="Calibri"/>
              </a:rPr>
              <a:t>es  npm</a:t>
            </a:r>
            <a:r>
              <a:rPr sz="1200" spc="-9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00AFEF"/>
                </a:solidFill>
                <a:latin typeface="Calibri"/>
                <a:cs typeface="Calibri"/>
              </a:rPr>
              <a:t>dependencies</a:t>
            </a:r>
            <a:endParaRPr sz="1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6740214"/>
      </p:ext>
    </p:extLst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7AD09D3-B369-88CF-1A1E-E114FAA24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b="1" dirty="0"/>
              <a:t>Component Hierarchy</a:t>
            </a:r>
            <a:endParaRPr lang="en-US" b="1" dirty="0"/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id="{261640C1-FF3E-CD1A-0E1A-C68010F06832}"/>
              </a:ext>
            </a:extLst>
          </p:cNvPr>
          <p:cNvGrpSpPr/>
          <p:nvPr/>
        </p:nvGrpSpPr>
        <p:grpSpPr>
          <a:xfrm>
            <a:off x="4571190" y="552088"/>
            <a:ext cx="3175215" cy="4201550"/>
            <a:chOff x="7204709" y="593551"/>
            <a:chExt cx="4162425" cy="5740400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E6415E23-970F-FC16-F81E-AEFB4041B3A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02348" y="593551"/>
              <a:ext cx="2664273" cy="5740199"/>
            </a:xfrm>
            <a:prstGeom prst="rect">
              <a:avLst/>
            </a:prstGeom>
          </p:spPr>
        </p:pic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8E601370-CF9B-E5B9-95FD-F114B0504734}"/>
                </a:ext>
              </a:extLst>
            </p:cNvPr>
            <p:cNvSpPr/>
            <p:nvPr/>
          </p:nvSpPr>
          <p:spPr>
            <a:xfrm>
              <a:off x="7217282" y="850282"/>
              <a:ext cx="1404620" cy="732155"/>
            </a:xfrm>
            <a:custGeom>
              <a:avLst/>
              <a:gdLst/>
              <a:ahLst/>
              <a:cxnLst/>
              <a:rect l="l" t="t" r="r" b="b"/>
              <a:pathLst>
                <a:path w="1404620" h="732155">
                  <a:moveTo>
                    <a:pt x="0" y="732154"/>
                  </a:moveTo>
                  <a:lnTo>
                    <a:pt x="1404175" y="0"/>
                  </a:lnTo>
                </a:path>
              </a:pathLst>
            </a:custGeom>
            <a:ln w="25145">
              <a:solidFill>
                <a:srgbClr val="256C00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15AA4FC1-B3FF-5BEA-E518-E62AFDCD6A2B}"/>
                </a:ext>
              </a:extLst>
            </p:cNvPr>
            <p:cNvSpPr/>
            <p:nvPr/>
          </p:nvSpPr>
          <p:spPr>
            <a:xfrm>
              <a:off x="8580837" y="797435"/>
              <a:ext cx="142240" cy="115570"/>
            </a:xfrm>
            <a:custGeom>
              <a:avLst/>
              <a:gdLst/>
              <a:ahLst/>
              <a:cxnLst/>
              <a:rect l="l" t="t" r="r" b="b"/>
              <a:pathLst>
                <a:path w="142240" h="115569">
                  <a:moveTo>
                    <a:pt x="141973" y="0"/>
                  </a:moveTo>
                  <a:lnTo>
                    <a:pt x="0" y="2413"/>
                  </a:lnTo>
                  <a:lnTo>
                    <a:pt x="58724" y="115023"/>
                  </a:lnTo>
                  <a:lnTo>
                    <a:pt x="141973" y="0"/>
                  </a:lnTo>
                  <a:close/>
                </a:path>
              </a:pathLst>
            </a:custGeom>
            <a:solidFill>
              <a:srgbClr val="256C00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857984B3-B680-A054-501A-282A8220DAA2}"/>
                </a:ext>
              </a:extLst>
            </p:cNvPr>
            <p:cNvSpPr/>
            <p:nvPr/>
          </p:nvSpPr>
          <p:spPr>
            <a:xfrm>
              <a:off x="7217282" y="1637511"/>
              <a:ext cx="1405255" cy="761365"/>
            </a:xfrm>
            <a:custGeom>
              <a:avLst/>
              <a:gdLst/>
              <a:ahLst/>
              <a:cxnLst/>
              <a:rect l="l" t="t" r="r" b="b"/>
              <a:pathLst>
                <a:path w="1405254" h="761364">
                  <a:moveTo>
                    <a:pt x="0" y="761276"/>
                  </a:moveTo>
                  <a:lnTo>
                    <a:pt x="1405026" y="0"/>
                  </a:lnTo>
                </a:path>
              </a:pathLst>
            </a:custGeom>
            <a:ln w="25146">
              <a:solidFill>
                <a:srgbClr val="270068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58951EB2-A05F-5C9C-B3BE-2447D2EC47BE}"/>
                </a:ext>
              </a:extLst>
            </p:cNvPr>
            <p:cNvSpPr/>
            <p:nvPr/>
          </p:nvSpPr>
          <p:spPr>
            <a:xfrm>
              <a:off x="8580900" y="1583060"/>
              <a:ext cx="142240" cy="116839"/>
            </a:xfrm>
            <a:custGeom>
              <a:avLst/>
              <a:gdLst/>
              <a:ahLst/>
              <a:cxnLst/>
              <a:rect l="l" t="t" r="r" b="b"/>
              <a:pathLst>
                <a:path w="142240" h="116839">
                  <a:moveTo>
                    <a:pt x="141909" y="0"/>
                  </a:moveTo>
                  <a:lnTo>
                    <a:pt x="0" y="4673"/>
                  </a:lnTo>
                  <a:lnTo>
                    <a:pt x="60502" y="116332"/>
                  </a:lnTo>
                  <a:lnTo>
                    <a:pt x="141909" y="0"/>
                  </a:lnTo>
                  <a:close/>
                </a:path>
              </a:pathLst>
            </a:custGeom>
            <a:solidFill>
              <a:srgbClr val="270068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1" name="object 9">
              <a:extLst>
                <a:ext uri="{FF2B5EF4-FFF2-40B4-BE49-F238E27FC236}">
                  <a16:creationId xmlns:a16="http://schemas.microsoft.com/office/drawing/2014/main" id="{91687EA7-64E7-0D54-6BE8-5ABEE19FD5BD}"/>
                </a:ext>
              </a:extLst>
            </p:cNvPr>
            <p:cNvSpPr/>
            <p:nvPr/>
          </p:nvSpPr>
          <p:spPr>
            <a:xfrm>
              <a:off x="7217282" y="3020098"/>
              <a:ext cx="1413510" cy="1040130"/>
            </a:xfrm>
            <a:custGeom>
              <a:avLst/>
              <a:gdLst/>
              <a:ahLst/>
              <a:cxnLst/>
              <a:rect l="l" t="t" r="r" b="b"/>
              <a:pathLst>
                <a:path w="1413509" h="1040129">
                  <a:moveTo>
                    <a:pt x="0" y="1039774"/>
                  </a:moveTo>
                  <a:lnTo>
                    <a:pt x="1413459" y="0"/>
                  </a:lnTo>
                </a:path>
              </a:pathLst>
            </a:custGeom>
            <a:ln w="25146">
              <a:solidFill>
                <a:srgbClr val="BC0B14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2" name="object 10">
              <a:extLst>
                <a:ext uri="{FF2B5EF4-FFF2-40B4-BE49-F238E27FC236}">
                  <a16:creationId xmlns:a16="http://schemas.microsoft.com/office/drawing/2014/main" id="{37E8E70B-CC17-D42B-825C-D174E5990702}"/>
                </a:ext>
              </a:extLst>
            </p:cNvPr>
            <p:cNvSpPr/>
            <p:nvPr/>
          </p:nvSpPr>
          <p:spPr>
            <a:xfrm>
              <a:off x="8582882" y="2952375"/>
              <a:ext cx="140335" cy="127000"/>
            </a:xfrm>
            <a:custGeom>
              <a:avLst/>
              <a:gdLst/>
              <a:ahLst/>
              <a:cxnLst/>
              <a:rect l="l" t="t" r="r" b="b"/>
              <a:pathLst>
                <a:path w="140334" h="127000">
                  <a:moveTo>
                    <a:pt x="139928" y="0"/>
                  </a:moveTo>
                  <a:lnTo>
                    <a:pt x="0" y="24104"/>
                  </a:lnTo>
                  <a:lnTo>
                    <a:pt x="75260" y="126403"/>
                  </a:lnTo>
                  <a:lnTo>
                    <a:pt x="139928" y="0"/>
                  </a:lnTo>
                  <a:close/>
                </a:path>
              </a:pathLst>
            </a:custGeom>
            <a:solidFill>
              <a:srgbClr val="BC0B14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3" name="object 11">
              <a:extLst>
                <a:ext uri="{FF2B5EF4-FFF2-40B4-BE49-F238E27FC236}">
                  <a16:creationId xmlns:a16="http://schemas.microsoft.com/office/drawing/2014/main" id="{E809C643-7FB2-AE3D-0A0D-AEFEE2A37456}"/>
                </a:ext>
              </a:extLst>
            </p:cNvPr>
            <p:cNvSpPr/>
            <p:nvPr/>
          </p:nvSpPr>
          <p:spPr>
            <a:xfrm>
              <a:off x="7217282" y="4543301"/>
              <a:ext cx="1502410" cy="640715"/>
            </a:xfrm>
            <a:custGeom>
              <a:avLst/>
              <a:gdLst/>
              <a:ahLst/>
              <a:cxnLst/>
              <a:rect l="l" t="t" r="r" b="b"/>
              <a:pathLst>
                <a:path w="1502409" h="640714">
                  <a:moveTo>
                    <a:pt x="0" y="640435"/>
                  </a:moveTo>
                  <a:lnTo>
                    <a:pt x="1501990" y="0"/>
                  </a:lnTo>
                </a:path>
              </a:pathLst>
            </a:custGeom>
            <a:ln w="25146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4" name="object 12">
              <a:extLst>
                <a:ext uri="{FF2B5EF4-FFF2-40B4-BE49-F238E27FC236}">
                  <a16:creationId xmlns:a16="http://schemas.microsoft.com/office/drawing/2014/main" id="{6C37FEA1-5A77-2479-9EDB-9B11D7F2E323}"/>
                </a:ext>
              </a:extLst>
            </p:cNvPr>
            <p:cNvSpPr/>
            <p:nvPr/>
          </p:nvSpPr>
          <p:spPr>
            <a:xfrm>
              <a:off x="8682676" y="4489867"/>
              <a:ext cx="142240" cy="116839"/>
            </a:xfrm>
            <a:custGeom>
              <a:avLst/>
              <a:gdLst/>
              <a:ahLst/>
              <a:cxnLst/>
              <a:rect l="l" t="t" r="r" b="b"/>
              <a:pathLst>
                <a:path w="142240" h="116839">
                  <a:moveTo>
                    <a:pt x="0" y="0"/>
                  </a:moveTo>
                  <a:lnTo>
                    <a:pt x="49822" y="116827"/>
                  </a:lnTo>
                  <a:lnTo>
                    <a:pt x="141732" y="8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5" name="object 13">
              <a:extLst>
                <a:ext uri="{FF2B5EF4-FFF2-40B4-BE49-F238E27FC236}">
                  <a16:creationId xmlns:a16="http://schemas.microsoft.com/office/drawing/2014/main" id="{C1D14C93-6ED2-97E2-75E1-EF85E80C336F}"/>
                </a:ext>
              </a:extLst>
            </p:cNvPr>
            <p:cNvSpPr/>
            <p:nvPr/>
          </p:nvSpPr>
          <p:spPr>
            <a:xfrm>
              <a:off x="7217282" y="4997975"/>
              <a:ext cx="1494155" cy="186055"/>
            </a:xfrm>
            <a:custGeom>
              <a:avLst/>
              <a:gdLst/>
              <a:ahLst/>
              <a:cxnLst/>
              <a:rect l="l" t="t" r="r" b="b"/>
              <a:pathLst>
                <a:path w="1494154" h="186054">
                  <a:moveTo>
                    <a:pt x="0" y="185940"/>
                  </a:moveTo>
                  <a:lnTo>
                    <a:pt x="1493697" y="0"/>
                  </a:lnTo>
                </a:path>
              </a:pathLst>
            </a:custGeom>
            <a:ln w="25146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E1F48105-56DF-F79C-E351-9E5443F0D15C}"/>
                </a:ext>
              </a:extLst>
            </p:cNvPr>
            <p:cNvSpPr/>
            <p:nvPr/>
          </p:nvSpPr>
          <p:spPr>
            <a:xfrm>
              <a:off x="8690532" y="4936546"/>
              <a:ext cx="133985" cy="126364"/>
            </a:xfrm>
            <a:custGeom>
              <a:avLst/>
              <a:gdLst/>
              <a:ahLst/>
              <a:cxnLst/>
              <a:rect l="l" t="t" r="r" b="b"/>
              <a:pathLst>
                <a:path w="133984" h="126364">
                  <a:moveTo>
                    <a:pt x="0" y="0"/>
                  </a:moveTo>
                  <a:lnTo>
                    <a:pt x="15697" y="126022"/>
                  </a:lnTo>
                  <a:lnTo>
                    <a:pt x="133870" y="47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7" name="object 15">
              <a:extLst>
                <a:ext uri="{FF2B5EF4-FFF2-40B4-BE49-F238E27FC236}">
                  <a16:creationId xmlns:a16="http://schemas.microsoft.com/office/drawing/2014/main" id="{E762EBC8-8B28-6FD9-E913-75378007B70B}"/>
                </a:ext>
              </a:extLst>
            </p:cNvPr>
            <p:cNvSpPr/>
            <p:nvPr/>
          </p:nvSpPr>
          <p:spPr>
            <a:xfrm>
              <a:off x="7217282" y="5183504"/>
              <a:ext cx="1494155" cy="186055"/>
            </a:xfrm>
            <a:custGeom>
              <a:avLst/>
              <a:gdLst/>
              <a:ahLst/>
              <a:cxnLst/>
              <a:rect l="l" t="t" r="r" b="b"/>
              <a:pathLst>
                <a:path w="1494154" h="186054">
                  <a:moveTo>
                    <a:pt x="0" y="0"/>
                  </a:moveTo>
                  <a:lnTo>
                    <a:pt x="1493697" y="185940"/>
                  </a:lnTo>
                </a:path>
              </a:pathLst>
            </a:custGeom>
            <a:ln w="25146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8" name="object 16">
              <a:extLst>
                <a:ext uri="{FF2B5EF4-FFF2-40B4-BE49-F238E27FC236}">
                  <a16:creationId xmlns:a16="http://schemas.microsoft.com/office/drawing/2014/main" id="{AD18F523-18AD-94AE-9D4F-7579F9C282D3}"/>
                </a:ext>
              </a:extLst>
            </p:cNvPr>
            <p:cNvSpPr/>
            <p:nvPr/>
          </p:nvSpPr>
          <p:spPr>
            <a:xfrm>
              <a:off x="8690532" y="5304853"/>
              <a:ext cx="133985" cy="126364"/>
            </a:xfrm>
            <a:custGeom>
              <a:avLst/>
              <a:gdLst/>
              <a:ahLst/>
              <a:cxnLst/>
              <a:rect l="l" t="t" r="r" b="b"/>
              <a:pathLst>
                <a:path w="133984" h="126364">
                  <a:moveTo>
                    <a:pt x="15697" y="0"/>
                  </a:moveTo>
                  <a:lnTo>
                    <a:pt x="0" y="126022"/>
                  </a:lnTo>
                  <a:lnTo>
                    <a:pt x="133870" y="78701"/>
                  </a:lnTo>
                  <a:lnTo>
                    <a:pt x="15697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sp>
        <p:nvSpPr>
          <p:cNvPr id="19" name="object 17">
            <a:extLst>
              <a:ext uri="{FF2B5EF4-FFF2-40B4-BE49-F238E27FC236}">
                <a16:creationId xmlns:a16="http://schemas.microsoft.com/office/drawing/2014/main" id="{B9A6DD31-4064-0877-79B6-63DC27EE5BF2}"/>
              </a:ext>
            </a:extLst>
          </p:cNvPr>
          <p:cNvSpPr txBox="1"/>
          <p:nvPr/>
        </p:nvSpPr>
        <p:spPr>
          <a:xfrm>
            <a:off x="3430370" y="1193241"/>
            <a:ext cx="932270" cy="7841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1200" b="1" spc="-5" dirty="0">
                <a:solidFill>
                  <a:srgbClr val="256C00"/>
                </a:solidFill>
                <a:latin typeface="Consolas"/>
                <a:cs typeface="Consolas"/>
              </a:rPr>
              <a:t>Title</a:t>
            </a:r>
            <a:endParaRPr sz="12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200" dirty="0">
              <a:latin typeface="Consolas"/>
              <a:cs typeface="Consolas"/>
            </a:endParaRPr>
          </a:p>
          <a:p>
            <a:pPr marR="5080" algn="r">
              <a:lnSpc>
                <a:spcPct val="100000"/>
              </a:lnSpc>
              <a:spcBef>
                <a:spcPts val="1685"/>
              </a:spcBef>
            </a:pPr>
            <a:r>
              <a:rPr sz="1200" b="1" spc="-5" dirty="0">
                <a:solidFill>
                  <a:srgbClr val="270068"/>
                </a:solidFill>
                <a:latin typeface="Consolas"/>
                <a:cs typeface="Consolas"/>
              </a:rPr>
              <a:t>TodoForm</a:t>
            </a:r>
            <a:endParaRPr sz="1200" dirty="0">
              <a:latin typeface="Consolas"/>
              <a:cs typeface="Consolas"/>
            </a:endParaRPr>
          </a:p>
        </p:txBody>
      </p:sp>
      <p:sp>
        <p:nvSpPr>
          <p:cNvPr id="20" name="object 18">
            <a:extLst>
              <a:ext uri="{FF2B5EF4-FFF2-40B4-BE49-F238E27FC236}">
                <a16:creationId xmlns:a16="http://schemas.microsoft.com/office/drawing/2014/main" id="{3752709A-E517-C75F-D19D-ABA40275AF18}"/>
              </a:ext>
            </a:extLst>
          </p:cNvPr>
          <p:cNvSpPr txBox="1"/>
          <p:nvPr/>
        </p:nvSpPr>
        <p:spPr>
          <a:xfrm>
            <a:off x="3648511" y="3013581"/>
            <a:ext cx="93227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5" dirty="0">
                <a:solidFill>
                  <a:srgbClr val="BC0B14"/>
                </a:solidFill>
                <a:latin typeface="Consolas"/>
                <a:cs typeface="Consolas"/>
              </a:rPr>
              <a:t>TodoList</a:t>
            </a:r>
            <a:endParaRPr sz="1200" dirty="0">
              <a:latin typeface="Consolas"/>
              <a:cs typeface="Consolas"/>
            </a:endParaRPr>
          </a:p>
        </p:txBody>
      </p:sp>
      <p:sp>
        <p:nvSpPr>
          <p:cNvPr id="21" name="object 19">
            <a:extLst>
              <a:ext uri="{FF2B5EF4-FFF2-40B4-BE49-F238E27FC236}">
                <a16:creationId xmlns:a16="http://schemas.microsoft.com/office/drawing/2014/main" id="{EB5C4DB7-96D6-6755-9C28-EB57402144CC}"/>
              </a:ext>
            </a:extLst>
          </p:cNvPr>
          <p:cNvSpPr txBox="1"/>
          <p:nvPr/>
        </p:nvSpPr>
        <p:spPr>
          <a:xfrm>
            <a:off x="4018544" y="3791524"/>
            <a:ext cx="475976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solidFill>
                  <a:srgbClr val="666666"/>
                </a:solidFill>
                <a:latin typeface="Consolas"/>
                <a:cs typeface="Consolas"/>
              </a:rPr>
              <a:t>T</a:t>
            </a:r>
            <a:r>
              <a:rPr sz="1200" b="1" spc="-5" dirty="0">
                <a:solidFill>
                  <a:srgbClr val="666666"/>
                </a:solidFill>
                <a:latin typeface="Consolas"/>
                <a:cs typeface="Consolas"/>
              </a:rPr>
              <a:t>o</a:t>
            </a:r>
            <a:r>
              <a:rPr sz="1200" b="1" spc="-10" dirty="0">
                <a:solidFill>
                  <a:srgbClr val="666666"/>
                </a:solidFill>
                <a:latin typeface="Consolas"/>
                <a:cs typeface="Consolas"/>
              </a:rPr>
              <a:t>d</a:t>
            </a:r>
            <a:r>
              <a:rPr sz="1200" b="1" spc="-5" dirty="0">
                <a:solidFill>
                  <a:srgbClr val="666666"/>
                </a:solidFill>
                <a:latin typeface="Consolas"/>
                <a:cs typeface="Consolas"/>
              </a:rPr>
              <a:t>o</a:t>
            </a:r>
            <a:endParaRPr sz="1200" dirty="0">
              <a:latin typeface="Consolas"/>
              <a:cs typeface="Consolas"/>
            </a:endParaRPr>
          </a:p>
        </p:txBody>
      </p:sp>
      <p:sp>
        <p:nvSpPr>
          <p:cNvPr id="24" name="object 20">
            <a:extLst>
              <a:ext uri="{FF2B5EF4-FFF2-40B4-BE49-F238E27FC236}">
                <a16:creationId xmlns:a16="http://schemas.microsoft.com/office/drawing/2014/main" id="{FF7B8209-7B93-966F-193E-1BCFA21BD8CC}"/>
              </a:ext>
            </a:extLst>
          </p:cNvPr>
          <p:cNvSpPr txBox="1"/>
          <p:nvPr/>
        </p:nvSpPr>
        <p:spPr>
          <a:xfrm>
            <a:off x="235412" y="2332556"/>
            <a:ext cx="72390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solidFill>
                  <a:srgbClr val="256C00"/>
                </a:solidFill>
                <a:latin typeface="Consolas"/>
                <a:cs typeface="Consolas"/>
              </a:rPr>
              <a:t>T</a:t>
            </a:r>
            <a:r>
              <a:rPr sz="1200" b="1" spc="-5" dirty="0">
                <a:solidFill>
                  <a:srgbClr val="256C00"/>
                </a:solidFill>
                <a:latin typeface="Consolas"/>
                <a:cs typeface="Consolas"/>
              </a:rPr>
              <a:t>i</a:t>
            </a:r>
            <a:r>
              <a:rPr sz="1200" b="1" spc="-10" dirty="0">
                <a:solidFill>
                  <a:srgbClr val="256C00"/>
                </a:solidFill>
                <a:latin typeface="Consolas"/>
                <a:cs typeface="Consolas"/>
              </a:rPr>
              <a:t>t</a:t>
            </a:r>
            <a:r>
              <a:rPr sz="1200" b="1" dirty="0">
                <a:solidFill>
                  <a:srgbClr val="256C00"/>
                </a:solidFill>
                <a:latin typeface="Consolas"/>
                <a:cs typeface="Consolas"/>
              </a:rPr>
              <a:t>l</a:t>
            </a:r>
            <a:r>
              <a:rPr sz="1200" b="1" spc="-5" dirty="0">
                <a:solidFill>
                  <a:srgbClr val="256C00"/>
                </a:solidFill>
                <a:latin typeface="Consolas"/>
                <a:cs typeface="Consolas"/>
              </a:rPr>
              <a:t>e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330E355B-127F-D045-3D4E-D2A1A4B6C179}"/>
              </a:ext>
            </a:extLst>
          </p:cNvPr>
          <p:cNvSpPr txBox="1"/>
          <p:nvPr/>
        </p:nvSpPr>
        <p:spPr>
          <a:xfrm>
            <a:off x="2603868" y="2332810"/>
            <a:ext cx="114300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5" dirty="0">
                <a:solidFill>
                  <a:srgbClr val="270068"/>
                </a:solidFill>
                <a:latin typeface="Consolas"/>
                <a:cs typeface="Consolas"/>
              </a:rPr>
              <a:t>TodoForm</a:t>
            </a:r>
            <a:endParaRPr sz="1200" dirty="0">
              <a:latin typeface="Consolas"/>
              <a:cs typeface="Consolas"/>
            </a:endParaRPr>
          </a:p>
        </p:txBody>
      </p:sp>
      <p:sp>
        <p:nvSpPr>
          <p:cNvPr id="26" name="object 22">
            <a:extLst>
              <a:ext uri="{FF2B5EF4-FFF2-40B4-BE49-F238E27FC236}">
                <a16:creationId xmlns:a16="http://schemas.microsoft.com/office/drawing/2014/main" id="{075A3638-7948-4366-16DE-FFCAD43C66E4}"/>
              </a:ext>
            </a:extLst>
          </p:cNvPr>
          <p:cNvSpPr txBox="1"/>
          <p:nvPr/>
        </p:nvSpPr>
        <p:spPr>
          <a:xfrm>
            <a:off x="1224635" y="2332556"/>
            <a:ext cx="114300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5" dirty="0">
                <a:solidFill>
                  <a:srgbClr val="BC0B14"/>
                </a:solidFill>
                <a:latin typeface="Consolas"/>
                <a:cs typeface="Consolas"/>
              </a:rPr>
              <a:t>TodoList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27" name="object 23">
            <a:extLst>
              <a:ext uri="{FF2B5EF4-FFF2-40B4-BE49-F238E27FC236}">
                <a16:creationId xmlns:a16="http://schemas.microsoft.com/office/drawing/2014/main" id="{32F614F7-1903-BD3D-D8BB-F5A4AB10B78B}"/>
              </a:ext>
            </a:extLst>
          </p:cNvPr>
          <p:cNvSpPr txBox="1"/>
          <p:nvPr/>
        </p:nvSpPr>
        <p:spPr>
          <a:xfrm>
            <a:off x="251931" y="3350907"/>
            <a:ext cx="58356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solidFill>
                  <a:srgbClr val="666666"/>
                </a:solidFill>
                <a:latin typeface="Consolas"/>
                <a:cs typeface="Consolas"/>
              </a:rPr>
              <a:t>T</a:t>
            </a:r>
            <a:r>
              <a:rPr sz="1200" b="1" spc="-5" dirty="0">
                <a:solidFill>
                  <a:srgbClr val="666666"/>
                </a:solidFill>
                <a:latin typeface="Consolas"/>
                <a:cs typeface="Consolas"/>
              </a:rPr>
              <a:t>o</a:t>
            </a:r>
            <a:r>
              <a:rPr sz="1200" b="1" spc="-10" dirty="0">
                <a:solidFill>
                  <a:srgbClr val="666666"/>
                </a:solidFill>
                <a:latin typeface="Consolas"/>
                <a:cs typeface="Consolas"/>
              </a:rPr>
              <a:t>d</a:t>
            </a:r>
            <a:r>
              <a:rPr sz="1200" b="1" spc="-5" dirty="0">
                <a:solidFill>
                  <a:srgbClr val="666666"/>
                </a:solidFill>
                <a:latin typeface="Consolas"/>
                <a:cs typeface="Consolas"/>
              </a:rPr>
              <a:t>o</a:t>
            </a:r>
            <a:endParaRPr sz="1200" dirty="0">
              <a:latin typeface="Consolas"/>
              <a:cs typeface="Consolas"/>
            </a:endParaRPr>
          </a:p>
        </p:txBody>
      </p:sp>
      <p:sp>
        <p:nvSpPr>
          <p:cNvPr id="28" name="object 24">
            <a:extLst>
              <a:ext uri="{FF2B5EF4-FFF2-40B4-BE49-F238E27FC236}">
                <a16:creationId xmlns:a16="http://schemas.microsoft.com/office/drawing/2014/main" id="{5EC9869A-9368-DF7B-08BB-8BDC11822D7E}"/>
              </a:ext>
            </a:extLst>
          </p:cNvPr>
          <p:cNvSpPr txBox="1"/>
          <p:nvPr/>
        </p:nvSpPr>
        <p:spPr>
          <a:xfrm>
            <a:off x="1368038" y="3344589"/>
            <a:ext cx="58356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solidFill>
                  <a:srgbClr val="666666"/>
                </a:solidFill>
                <a:latin typeface="Consolas"/>
                <a:cs typeface="Consolas"/>
              </a:rPr>
              <a:t>T</a:t>
            </a:r>
            <a:r>
              <a:rPr sz="1200" b="1" spc="-5" dirty="0">
                <a:solidFill>
                  <a:srgbClr val="666666"/>
                </a:solidFill>
                <a:latin typeface="Consolas"/>
                <a:cs typeface="Consolas"/>
              </a:rPr>
              <a:t>o</a:t>
            </a:r>
            <a:r>
              <a:rPr sz="1200" b="1" spc="-10" dirty="0">
                <a:solidFill>
                  <a:srgbClr val="666666"/>
                </a:solidFill>
                <a:latin typeface="Consolas"/>
                <a:cs typeface="Consolas"/>
              </a:rPr>
              <a:t>d</a:t>
            </a:r>
            <a:r>
              <a:rPr sz="1200" b="1" spc="-5" dirty="0">
                <a:solidFill>
                  <a:srgbClr val="666666"/>
                </a:solidFill>
                <a:latin typeface="Consolas"/>
                <a:cs typeface="Consolas"/>
              </a:rPr>
              <a:t>o</a:t>
            </a:r>
            <a:endParaRPr sz="1200" dirty="0">
              <a:latin typeface="Consolas"/>
              <a:cs typeface="Consolas"/>
            </a:endParaRPr>
          </a:p>
        </p:txBody>
      </p:sp>
      <p:sp>
        <p:nvSpPr>
          <p:cNvPr id="29" name="object 25">
            <a:extLst>
              <a:ext uri="{FF2B5EF4-FFF2-40B4-BE49-F238E27FC236}">
                <a16:creationId xmlns:a16="http://schemas.microsoft.com/office/drawing/2014/main" id="{C96F1BCA-344A-8C86-2339-DA94FDD7AC85}"/>
              </a:ext>
            </a:extLst>
          </p:cNvPr>
          <p:cNvSpPr txBox="1"/>
          <p:nvPr/>
        </p:nvSpPr>
        <p:spPr>
          <a:xfrm>
            <a:off x="2546237" y="3345470"/>
            <a:ext cx="58356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5" dirty="0">
                <a:solidFill>
                  <a:srgbClr val="666666"/>
                </a:solidFill>
                <a:latin typeface="Consolas"/>
                <a:cs typeface="Consolas"/>
              </a:rPr>
              <a:t>T</a:t>
            </a:r>
            <a:r>
              <a:rPr sz="1200" b="1" spc="-10" dirty="0">
                <a:solidFill>
                  <a:srgbClr val="666666"/>
                </a:solidFill>
                <a:latin typeface="Consolas"/>
                <a:cs typeface="Consolas"/>
              </a:rPr>
              <a:t>od</a:t>
            </a:r>
            <a:r>
              <a:rPr sz="1200" b="1" spc="-5" dirty="0">
                <a:solidFill>
                  <a:srgbClr val="666666"/>
                </a:solidFill>
                <a:latin typeface="Consolas"/>
                <a:cs typeface="Consolas"/>
              </a:rPr>
              <a:t>o</a:t>
            </a:r>
            <a:endParaRPr sz="1200" dirty="0">
              <a:latin typeface="Consolas"/>
              <a:cs typeface="Consolas"/>
            </a:endParaRPr>
          </a:p>
        </p:txBody>
      </p:sp>
      <p:sp>
        <p:nvSpPr>
          <p:cNvPr id="30" name="object 26">
            <a:extLst>
              <a:ext uri="{FF2B5EF4-FFF2-40B4-BE49-F238E27FC236}">
                <a16:creationId xmlns:a16="http://schemas.microsoft.com/office/drawing/2014/main" id="{9F2E29C1-5C95-DD1D-37CE-4D5D8C7538E9}"/>
              </a:ext>
            </a:extLst>
          </p:cNvPr>
          <p:cNvSpPr txBox="1"/>
          <p:nvPr/>
        </p:nvSpPr>
        <p:spPr>
          <a:xfrm>
            <a:off x="1454791" y="1316190"/>
            <a:ext cx="44450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solidFill>
                  <a:srgbClr val="2D75B6"/>
                </a:solidFill>
                <a:latin typeface="Consolas"/>
                <a:cs typeface="Consolas"/>
              </a:rPr>
              <a:t>A</a:t>
            </a:r>
            <a:r>
              <a:rPr sz="1200" b="1" spc="-5" dirty="0">
                <a:solidFill>
                  <a:srgbClr val="2D75B6"/>
                </a:solidFill>
                <a:latin typeface="Consolas"/>
                <a:cs typeface="Consolas"/>
              </a:rPr>
              <a:t>pp</a:t>
            </a:r>
            <a:endParaRPr sz="1200" dirty="0">
              <a:latin typeface="Consolas"/>
              <a:cs typeface="Consolas"/>
            </a:endParaRPr>
          </a:p>
        </p:txBody>
      </p:sp>
      <p:grpSp>
        <p:nvGrpSpPr>
          <p:cNvPr id="31" name="object 27">
            <a:extLst>
              <a:ext uri="{FF2B5EF4-FFF2-40B4-BE49-F238E27FC236}">
                <a16:creationId xmlns:a16="http://schemas.microsoft.com/office/drawing/2014/main" id="{E9F3BB08-3191-4642-DC75-A9E7D58332AE}"/>
              </a:ext>
            </a:extLst>
          </p:cNvPr>
          <p:cNvGrpSpPr/>
          <p:nvPr/>
        </p:nvGrpSpPr>
        <p:grpSpPr>
          <a:xfrm>
            <a:off x="464115" y="1583362"/>
            <a:ext cx="2357323" cy="737844"/>
            <a:chOff x="1221483" y="2878073"/>
            <a:chExt cx="2942590" cy="803275"/>
          </a:xfrm>
        </p:grpSpPr>
        <p:sp>
          <p:nvSpPr>
            <p:cNvPr id="32" name="object 28">
              <a:extLst>
                <a:ext uri="{FF2B5EF4-FFF2-40B4-BE49-F238E27FC236}">
                  <a16:creationId xmlns:a16="http://schemas.microsoft.com/office/drawing/2014/main" id="{BC5D3279-D1F0-6146-5005-FCE8BBA6BC35}"/>
                </a:ext>
              </a:extLst>
            </p:cNvPr>
            <p:cNvSpPr/>
            <p:nvPr/>
          </p:nvSpPr>
          <p:spPr>
            <a:xfrm>
              <a:off x="1234056" y="2890646"/>
              <a:ext cx="1356360" cy="777875"/>
            </a:xfrm>
            <a:custGeom>
              <a:avLst/>
              <a:gdLst/>
              <a:ahLst/>
              <a:cxnLst/>
              <a:rect l="l" t="t" r="r" b="b"/>
              <a:pathLst>
                <a:path w="1356360" h="777875">
                  <a:moveTo>
                    <a:pt x="1355890" y="0"/>
                  </a:moveTo>
                  <a:lnTo>
                    <a:pt x="0" y="777481"/>
                  </a:lnTo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33" name="object 29">
              <a:extLst>
                <a:ext uri="{FF2B5EF4-FFF2-40B4-BE49-F238E27FC236}">
                  <a16:creationId xmlns:a16="http://schemas.microsoft.com/office/drawing/2014/main" id="{4F28DB5F-5A69-D46A-FBD7-E31EABD7A72B}"/>
                </a:ext>
              </a:extLst>
            </p:cNvPr>
            <p:cNvSpPr/>
            <p:nvPr/>
          </p:nvSpPr>
          <p:spPr>
            <a:xfrm>
              <a:off x="2590419" y="2890646"/>
              <a:ext cx="1561465" cy="777875"/>
            </a:xfrm>
            <a:custGeom>
              <a:avLst/>
              <a:gdLst/>
              <a:ahLst/>
              <a:cxnLst/>
              <a:rect l="l" t="t" r="r" b="b"/>
              <a:pathLst>
                <a:path w="1561464" h="777875">
                  <a:moveTo>
                    <a:pt x="0" y="0"/>
                  </a:moveTo>
                  <a:lnTo>
                    <a:pt x="0" y="777481"/>
                  </a:lnTo>
                </a:path>
                <a:path w="1561464" h="777875">
                  <a:moveTo>
                    <a:pt x="0" y="0"/>
                  </a:moveTo>
                  <a:lnTo>
                    <a:pt x="1560944" y="777811"/>
                  </a:lnTo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grpSp>
        <p:nvGrpSpPr>
          <p:cNvPr id="34" name="object 30">
            <a:extLst>
              <a:ext uri="{FF2B5EF4-FFF2-40B4-BE49-F238E27FC236}">
                <a16:creationId xmlns:a16="http://schemas.microsoft.com/office/drawing/2014/main" id="{40DB7311-EDDA-FD39-EDF5-31265A9AB7F7}"/>
              </a:ext>
            </a:extLst>
          </p:cNvPr>
          <p:cNvGrpSpPr/>
          <p:nvPr/>
        </p:nvGrpSpPr>
        <p:grpSpPr>
          <a:xfrm>
            <a:off x="418411" y="2610326"/>
            <a:ext cx="2284730" cy="741045"/>
            <a:chOff x="1459993" y="4055364"/>
            <a:chExt cx="2284730" cy="741045"/>
          </a:xfrm>
        </p:grpSpPr>
        <p:sp>
          <p:nvSpPr>
            <p:cNvPr id="35" name="object 31">
              <a:extLst>
                <a:ext uri="{FF2B5EF4-FFF2-40B4-BE49-F238E27FC236}">
                  <a16:creationId xmlns:a16="http://schemas.microsoft.com/office/drawing/2014/main" id="{6DA34226-A22E-C701-3F9B-DF634C36CD93}"/>
                </a:ext>
              </a:extLst>
            </p:cNvPr>
            <p:cNvSpPr/>
            <p:nvPr/>
          </p:nvSpPr>
          <p:spPr>
            <a:xfrm>
              <a:off x="1472566" y="4067937"/>
              <a:ext cx="1117600" cy="716280"/>
            </a:xfrm>
            <a:custGeom>
              <a:avLst/>
              <a:gdLst/>
              <a:ahLst/>
              <a:cxnLst/>
              <a:rect l="l" t="t" r="r" b="b"/>
              <a:pathLst>
                <a:path w="1117600" h="716279">
                  <a:moveTo>
                    <a:pt x="1117511" y="0"/>
                  </a:moveTo>
                  <a:lnTo>
                    <a:pt x="0" y="715746"/>
                  </a:lnTo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36" name="object 32">
              <a:extLst>
                <a:ext uri="{FF2B5EF4-FFF2-40B4-BE49-F238E27FC236}">
                  <a16:creationId xmlns:a16="http://schemas.microsoft.com/office/drawing/2014/main" id="{BCCFF56A-4816-D146-BB8A-40BCB50F42FB}"/>
                </a:ext>
              </a:extLst>
            </p:cNvPr>
            <p:cNvSpPr/>
            <p:nvPr/>
          </p:nvSpPr>
          <p:spPr>
            <a:xfrm>
              <a:off x="2590420" y="4067937"/>
              <a:ext cx="1141730" cy="708025"/>
            </a:xfrm>
            <a:custGeom>
              <a:avLst/>
              <a:gdLst/>
              <a:ahLst/>
              <a:cxnLst/>
              <a:rect l="l" t="t" r="r" b="b"/>
              <a:pathLst>
                <a:path w="1141729" h="708025">
                  <a:moveTo>
                    <a:pt x="0" y="0"/>
                  </a:moveTo>
                  <a:lnTo>
                    <a:pt x="0" y="707720"/>
                  </a:lnTo>
                </a:path>
                <a:path w="1141729" h="708025">
                  <a:moveTo>
                    <a:pt x="0" y="0"/>
                  </a:moveTo>
                  <a:lnTo>
                    <a:pt x="1141196" y="707720"/>
                  </a:lnTo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</p:spTree>
    <p:extLst>
      <p:ext uri="{BB962C8B-B14F-4D97-AF65-F5344CB8AC3E}">
        <p14:creationId xmlns:p14="http://schemas.microsoft.com/office/powerpoint/2010/main" val="2214761905"/>
      </p:ext>
    </p:extLst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7FA479-F5E8-1DB9-A54F-0A915CB05F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More on Hooks: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77F38D-B96B-F578-CA92-8CE612CE6F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099031-52C1-6246-846D-4D742B2864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Custom Hooks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useMemo</a:t>
            </a:r>
            <a:r>
              <a:rPr lang="en-US" dirty="0"/>
              <a:t> and </a:t>
            </a:r>
            <a:r>
              <a:rPr lang="en-US" dirty="0" err="1"/>
              <a:t>useCallback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useReducer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530861"/>
      </p:ext>
    </p:extLst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3">
            <a:extLst>
              <a:ext uri="{FF2B5EF4-FFF2-40B4-BE49-F238E27FC236}">
                <a16:creationId xmlns:a16="http://schemas.microsoft.com/office/drawing/2014/main" id="{96BA7F6A-9417-46E2-805A-F6BAAE945B12}"/>
              </a:ext>
            </a:extLst>
          </p:cNvPr>
          <p:cNvGrpSpPr/>
          <p:nvPr/>
        </p:nvGrpSpPr>
        <p:grpSpPr>
          <a:xfrm>
            <a:off x="2383127" y="443344"/>
            <a:ext cx="5548600" cy="4468091"/>
            <a:chOff x="1016838" y="1621536"/>
            <a:chExt cx="5948680" cy="2714625"/>
          </a:xfrm>
        </p:grpSpPr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AA751648-3D17-F845-763A-98B46631BB5D}"/>
                </a:ext>
              </a:extLst>
            </p:cNvPr>
            <p:cNvSpPr/>
            <p:nvPr/>
          </p:nvSpPr>
          <p:spPr>
            <a:xfrm>
              <a:off x="1025804" y="1630502"/>
              <a:ext cx="5930265" cy="2695575"/>
            </a:xfrm>
            <a:custGeom>
              <a:avLst/>
              <a:gdLst/>
              <a:ahLst/>
              <a:cxnLst/>
              <a:rect l="l" t="t" r="r" b="b"/>
              <a:pathLst>
                <a:path w="5930265" h="2695575">
                  <a:moveTo>
                    <a:pt x="5929807" y="2358237"/>
                  </a:moveTo>
                  <a:lnTo>
                    <a:pt x="5929807" y="0"/>
                  </a:lnTo>
                  <a:lnTo>
                    <a:pt x="0" y="0"/>
                  </a:lnTo>
                  <a:lnTo>
                    <a:pt x="0" y="2695486"/>
                  </a:lnTo>
                  <a:lnTo>
                    <a:pt x="5189372" y="2695486"/>
                  </a:lnTo>
                  <a:lnTo>
                    <a:pt x="5929807" y="2358237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E6C03042-F409-E8E5-CA91-FAB5D65F2E55}"/>
                </a:ext>
              </a:extLst>
            </p:cNvPr>
            <p:cNvSpPr/>
            <p:nvPr/>
          </p:nvSpPr>
          <p:spPr>
            <a:xfrm>
              <a:off x="1016838" y="1621536"/>
              <a:ext cx="5948045" cy="2713990"/>
            </a:xfrm>
            <a:custGeom>
              <a:avLst/>
              <a:gdLst/>
              <a:ahLst/>
              <a:cxnLst/>
              <a:rect l="l" t="t" r="r" b="b"/>
              <a:pathLst>
                <a:path w="5948045" h="2713990">
                  <a:moveTo>
                    <a:pt x="5947740" y="2370709"/>
                  </a:moveTo>
                  <a:lnTo>
                    <a:pt x="5947740" y="4013"/>
                  </a:lnTo>
                  <a:lnTo>
                    <a:pt x="5943727" y="0"/>
                  </a:lnTo>
                  <a:lnTo>
                    <a:pt x="4013" y="0"/>
                  </a:lnTo>
                  <a:lnTo>
                    <a:pt x="0" y="4013"/>
                  </a:lnTo>
                  <a:lnTo>
                    <a:pt x="0" y="2709405"/>
                  </a:lnTo>
                  <a:lnTo>
                    <a:pt x="4013" y="2713418"/>
                  </a:lnTo>
                  <a:lnTo>
                    <a:pt x="8966" y="2713418"/>
                  </a:lnTo>
                  <a:lnTo>
                    <a:pt x="8966" y="8966"/>
                  </a:lnTo>
                  <a:lnTo>
                    <a:pt x="17932" y="8966"/>
                  </a:lnTo>
                  <a:lnTo>
                    <a:pt x="17932" y="17945"/>
                  </a:lnTo>
                  <a:lnTo>
                    <a:pt x="5929807" y="17945"/>
                  </a:lnTo>
                  <a:lnTo>
                    <a:pt x="5929807" y="8966"/>
                  </a:lnTo>
                  <a:lnTo>
                    <a:pt x="5938774" y="8966"/>
                  </a:lnTo>
                  <a:lnTo>
                    <a:pt x="5938774" y="2377061"/>
                  </a:lnTo>
                  <a:lnTo>
                    <a:pt x="5945695" y="2373909"/>
                  </a:lnTo>
                  <a:lnTo>
                    <a:pt x="5947740" y="2370709"/>
                  </a:lnTo>
                  <a:close/>
                </a:path>
                <a:path w="5948045" h="2713990">
                  <a:moveTo>
                    <a:pt x="17932" y="17945"/>
                  </a:moveTo>
                  <a:lnTo>
                    <a:pt x="17932" y="8966"/>
                  </a:lnTo>
                  <a:lnTo>
                    <a:pt x="8966" y="8966"/>
                  </a:lnTo>
                  <a:lnTo>
                    <a:pt x="8966" y="17945"/>
                  </a:lnTo>
                  <a:lnTo>
                    <a:pt x="17932" y="17945"/>
                  </a:lnTo>
                  <a:close/>
                </a:path>
                <a:path w="5948045" h="2713990">
                  <a:moveTo>
                    <a:pt x="17932" y="2695486"/>
                  </a:moveTo>
                  <a:lnTo>
                    <a:pt x="17932" y="17945"/>
                  </a:lnTo>
                  <a:lnTo>
                    <a:pt x="8966" y="17945"/>
                  </a:lnTo>
                  <a:lnTo>
                    <a:pt x="8966" y="2695486"/>
                  </a:lnTo>
                  <a:lnTo>
                    <a:pt x="17932" y="2695486"/>
                  </a:lnTo>
                  <a:close/>
                </a:path>
                <a:path w="5948045" h="2713990">
                  <a:moveTo>
                    <a:pt x="5196374" y="2695486"/>
                  </a:moveTo>
                  <a:lnTo>
                    <a:pt x="8966" y="2695486"/>
                  </a:lnTo>
                  <a:lnTo>
                    <a:pt x="8966" y="2704452"/>
                  </a:lnTo>
                  <a:lnTo>
                    <a:pt x="17932" y="2704452"/>
                  </a:lnTo>
                  <a:lnTo>
                    <a:pt x="17932" y="2713418"/>
                  </a:lnTo>
                  <a:lnTo>
                    <a:pt x="5194617" y="2713418"/>
                  </a:lnTo>
                  <a:lnTo>
                    <a:pt x="5194617" y="2696286"/>
                  </a:lnTo>
                  <a:lnTo>
                    <a:pt x="5196374" y="2695486"/>
                  </a:lnTo>
                  <a:close/>
                </a:path>
                <a:path w="5948045" h="2713990">
                  <a:moveTo>
                    <a:pt x="17932" y="2713418"/>
                  </a:moveTo>
                  <a:lnTo>
                    <a:pt x="17932" y="2704452"/>
                  </a:lnTo>
                  <a:lnTo>
                    <a:pt x="8966" y="2704452"/>
                  </a:lnTo>
                  <a:lnTo>
                    <a:pt x="8966" y="2713418"/>
                  </a:lnTo>
                  <a:lnTo>
                    <a:pt x="17932" y="2713418"/>
                  </a:lnTo>
                  <a:close/>
                </a:path>
                <a:path w="5948045" h="2713990">
                  <a:moveTo>
                    <a:pt x="5198338" y="2704452"/>
                  </a:moveTo>
                  <a:lnTo>
                    <a:pt x="5198338" y="2695486"/>
                  </a:lnTo>
                  <a:lnTo>
                    <a:pt x="5196374" y="2695486"/>
                  </a:lnTo>
                  <a:lnTo>
                    <a:pt x="5194617" y="2696286"/>
                  </a:lnTo>
                  <a:lnTo>
                    <a:pt x="5198338" y="2704452"/>
                  </a:lnTo>
                  <a:close/>
                </a:path>
                <a:path w="5948045" h="2713990">
                  <a:moveTo>
                    <a:pt x="5198338" y="2713418"/>
                  </a:moveTo>
                  <a:lnTo>
                    <a:pt x="5198338" y="2704452"/>
                  </a:lnTo>
                  <a:lnTo>
                    <a:pt x="5194617" y="2696286"/>
                  </a:lnTo>
                  <a:lnTo>
                    <a:pt x="5194617" y="2713418"/>
                  </a:lnTo>
                  <a:lnTo>
                    <a:pt x="5198338" y="2713418"/>
                  </a:lnTo>
                  <a:close/>
                </a:path>
                <a:path w="5948045" h="2713990">
                  <a:moveTo>
                    <a:pt x="5938774" y="2367203"/>
                  </a:moveTo>
                  <a:lnTo>
                    <a:pt x="5935052" y="2359037"/>
                  </a:lnTo>
                  <a:lnTo>
                    <a:pt x="5196374" y="2695486"/>
                  </a:lnTo>
                  <a:lnTo>
                    <a:pt x="5198338" y="2695486"/>
                  </a:lnTo>
                  <a:lnTo>
                    <a:pt x="5198338" y="2713418"/>
                  </a:lnTo>
                  <a:lnTo>
                    <a:pt x="5199646" y="2713418"/>
                  </a:lnTo>
                  <a:lnTo>
                    <a:pt x="5200865" y="2713151"/>
                  </a:lnTo>
                  <a:lnTo>
                    <a:pt x="5929807" y="2381145"/>
                  </a:lnTo>
                  <a:lnTo>
                    <a:pt x="5929807" y="2367203"/>
                  </a:lnTo>
                  <a:lnTo>
                    <a:pt x="5938774" y="2367203"/>
                  </a:lnTo>
                  <a:close/>
                </a:path>
                <a:path w="5948045" h="2713990">
                  <a:moveTo>
                    <a:pt x="5938774" y="17945"/>
                  </a:moveTo>
                  <a:lnTo>
                    <a:pt x="5938774" y="8966"/>
                  </a:lnTo>
                  <a:lnTo>
                    <a:pt x="5929807" y="8966"/>
                  </a:lnTo>
                  <a:lnTo>
                    <a:pt x="5929807" y="17945"/>
                  </a:lnTo>
                  <a:lnTo>
                    <a:pt x="5938774" y="17945"/>
                  </a:lnTo>
                  <a:close/>
                </a:path>
                <a:path w="5948045" h="2713990">
                  <a:moveTo>
                    <a:pt x="5938774" y="2367203"/>
                  </a:moveTo>
                  <a:lnTo>
                    <a:pt x="5938774" y="17945"/>
                  </a:lnTo>
                  <a:lnTo>
                    <a:pt x="5929807" y="17945"/>
                  </a:lnTo>
                  <a:lnTo>
                    <a:pt x="5929807" y="2361426"/>
                  </a:lnTo>
                  <a:lnTo>
                    <a:pt x="5935052" y="2359037"/>
                  </a:lnTo>
                  <a:lnTo>
                    <a:pt x="5938774" y="2367203"/>
                  </a:lnTo>
                  <a:close/>
                </a:path>
                <a:path w="5948045" h="2713990">
                  <a:moveTo>
                    <a:pt x="5938774" y="2377061"/>
                  </a:moveTo>
                  <a:lnTo>
                    <a:pt x="5938774" y="2367203"/>
                  </a:lnTo>
                  <a:lnTo>
                    <a:pt x="5929807" y="2367203"/>
                  </a:lnTo>
                  <a:lnTo>
                    <a:pt x="5929807" y="2381145"/>
                  </a:lnTo>
                  <a:lnTo>
                    <a:pt x="5938774" y="23770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896CD0F0-1148-6683-895E-1E4110C2057F}"/>
                </a:ext>
              </a:extLst>
            </p:cNvPr>
            <p:cNvSpPr/>
            <p:nvPr/>
          </p:nvSpPr>
          <p:spPr>
            <a:xfrm>
              <a:off x="6215176" y="3988739"/>
              <a:ext cx="741045" cy="337820"/>
            </a:xfrm>
            <a:custGeom>
              <a:avLst/>
              <a:gdLst/>
              <a:ahLst/>
              <a:cxnLst/>
              <a:rect l="l" t="t" r="r" b="b"/>
              <a:pathLst>
                <a:path w="741045" h="337820">
                  <a:moveTo>
                    <a:pt x="740435" y="0"/>
                  </a:moveTo>
                  <a:lnTo>
                    <a:pt x="655397" y="5180"/>
                  </a:lnTo>
                  <a:lnTo>
                    <a:pt x="584076" y="10387"/>
                  </a:lnTo>
                  <a:lnTo>
                    <a:pt x="432698" y="23262"/>
                  </a:lnTo>
                  <a:lnTo>
                    <a:pt x="396525" y="25669"/>
                  </a:lnTo>
                  <a:lnTo>
                    <a:pt x="364209" y="26651"/>
                  </a:lnTo>
                  <a:lnTo>
                    <a:pt x="333778" y="25916"/>
                  </a:lnTo>
                  <a:lnTo>
                    <a:pt x="303259" y="23174"/>
                  </a:lnTo>
                  <a:lnTo>
                    <a:pt x="270680" y="18134"/>
                  </a:lnTo>
                  <a:lnTo>
                    <a:pt x="234068" y="10506"/>
                  </a:lnTo>
                  <a:lnTo>
                    <a:pt x="191452" y="0"/>
                  </a:lnTo>
                  <a:lnTo>
                    <a:pt x="0" y="337248"/>
                  </a:lnTo>
                  <a:lnTo>
                    <a:pt x="740435" y="0"/>
                  </a:lnTo>
                  <a:close/>
                </a:path>
              </a:pathLst>
            </a:custGeom>
            <a:solidFill>
              <a:srgbClr val="DBD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532CC2EA-A5EE-B0CA-3A49-5A6985104552}"/>
                </a:ext>
              </a:extLst>
            </p:cNvPr>
            <p:cNvSpPr/>
            <p:nvPr/>
          </p:nvSpPr>
          <p:spPr>
            <a:xfrm>
              <a:off x="6205448" y="3979037"/>
              <a:ext cx="760095" cy="356870"/>
            </a:xfrm>
            <a:custGeom>
              <a:avLst/>
              <a:gdLst/>
              <a:ahLst/>
              <a:cxnLst/>
              <a:rect l="l" t="t" r="r" b="b"/>
              <a:pathLst>
                <a:path w="760095" h="356870">
                  <a:moveTo>
                    <a:pt x="750658" y="19329"/>
                  </a:moveTo>
                  <a:lnTo>
                    <a:pt x="750658" y="18656"/>
                  </a:lnTo>
                  <a:lnTo>
                    <a:pt x="702488" y="21557"/>
                  </a:lnTo>
                  <a:lnTo>
                    <a:pt x="31195" y="327312"/>
                  </a:lnTo>
                  <a:lnTo>
                    <a:pt x="17538" y="351370"/>
                  </a:lnTo>
                  <a:lnTo>
                    <a:pt x="9728" y="346938"/>
                  </a:lnTo>
                  <a:lnTo>
                    <a:pt x="1930" y="342518"/>
                  </a:lnTo>
                  <a:lnTo>
                    <a:pt x="0" y="345909"/>
                  </a:lnTo>
                  <a:lnTo>
                    <a:pt x="482" y="350126"/>
                  </a:lnTo>
                  <a:lnTo>
                    <a:pt x="5740" y="355879"/>
                  </a:lnTo>
                  <a:lnTo>
                    <a:pt x="9893" y="356730"/>
                  </a:lnTo>
                  <a:lnTo>
                    <a:pt x="750658" y="19329"/>
                  </a:lnTo>
                  <a:close/>
                </a:path>
                <a:path w="760095" h="356870">
                  <a:moveTo>
                    <a:pt x="759904" y="11734"/>
                  </a:moveTo>
                  <a:lnTo>
                    <a:pt x="757847" y="3378"/>
                  </a:lnTo>
                  <a:lnTo>
                    <a:pt x="753973" y="508"/>
                  </a:lnTo>
                  <a:lnTo>
                    <a:pt x="749668" y="736"/>
                  </a:lnTo>
                  <a:lnTo>
                    <a:pt x="663424" y="6002"/>
                  </a:lnTo>
                  <a:lnTo>
                    <a:pt x="591256" y="11287"/>
                  </a:lnTo>
                  <a:lnTo>
                    <a:pt x="531145" y="16289"/>
                  </a:lnTo>
                  <a:lnTo>
                    <a:pt x="481069" y="20704"/>
                  </a:lnTo>
                  <a:lnTo>
                    <a:pt x="439010" y="24229"/>
                  </a:lnTo>
                  <a:lnTo>
                    <a:pt x="402949" y="26560"/>
                  </a:lnTo>
                  <a:lnTo>
                    <a:pt x="370865" y="27393"/>
                  </a:lnTo>
                  <a:lnTo>
                    <a:pt x="334414" y="26022"/>
                  </a:lnTo>
                  <a:lnTo>
                    <a:pt x="296849" y="21548"/>
                  </a:lnTo>
                  <a:lnTo>
                    <a:pt x="254436" y="13402"/>
                  </a:lnTo>
                  <a:lnTo>
                    <a:pt x="203441" y="1015"/>
                  </a:lnTo>
                  <a:lnTo>
                    <a:pt x="199504" y="0"/>
                  </a:lnTo>
                  <a:lnTo>
                    <a:pt x="195376" y="1739"/>
                  </a:lnTo>
                  <a:lnTo>
                    <a:pt x="1930" y="342518"/>
                  </a:lnTo>
                  <a:lnTo>
                    <a:pt x="6007" y="344836"/>
                  </a:lnTo>
                  <a:lnTo>
                    <a:pt x="6007" y="338785"/>
                  </a:lnTo>
                  <a:lnTo>
                    <a:pt x="31195" y="327312"/>
                  </a:lnTo>
                  <a:lnTo>
                    <a:pt x="198920" y="31841"/>
                  </a:lnTo>
                  <a:lnTo>
                    <a:pt x="198920" y="18376"/>
                  </a:lnTo>
                  <a:lnTo>
                    <a:pt x="201180" y="9702"/>
                  </a:lnTo>
                  <a:lnTo>
                    <a:pt x="208978" y="14122"/>
                  </a:lnTo>
                  <a:lnTo>
                    <a:pt x="208978" y="20820"/>
                  </a:lnTo>
                  <a:lnTo>
                    <a:pt x="250553" y="30922"/>
                  </a:lnTo>
                  <a:lnTo>
                    <a:pt x="294074" y="39268"/>
                  </a:lnTo>
                  <a:lnTo>
                    <a:pt x="333004" y="43908"/>
                  </a:lnTo>
                  <a:lnTo>
                    <a:pt x="370865" y="45338"/>
                  </a:lnTo>
                  <a:lnTo>
                    <a:pt x="399540" y="44669"/>
                  </a:lnTo>
                  <a:lnTo>
                    <a:pt x="430781" y="42832"/>
                  </a:lnTo>
                  <a:lnTo>
                    <a:pt x="465990" y="40031"/>
                  </a:lnTo>
                  <a:lnTo>
                    <a:pt x="506569" y="36469"/>
                  </a:lnTo>
                  <a:lnTo>
                    <a:pt x="553923" y="32348"/>
                  </a:lnTo>
                  <a:lnTo>
                    <a:pt x="609454" y="27870"/>
                  </a:lnTo>
                  <a:lnTo>
                    <a:pt x="674564" y="23239"/>
                  </a:lnTo>
                  <a:lnTo>
                    <a:pt x="702488" y="21557"/>
                  </a:lnTo>
                  <a:lnTo>
                    <a:pt x="746417" y="1549"/>
                  </a:lnTo>
                  <a:lnTo>
                    <a:pt x="750138" y="9702"/>
                  </a:lnTo>
                  <a:lnTo>
                    <a:pt x="750658" y="18656"/>
                  </a:lnTo>
                  <a:lnTo>
                    <a:pt x="750658" y="19329"/>
                  </a:lnTo>
                  <a:lnTo>
                    <a:pt x="757796" y="16078"/>
                  </a:lnTo>
                  <a:lnTo>
                    <a:pt x="759904" y="11734"/>
                  </a:lnTo>
                  <a:close/>
                </a:path>
                <a:path w="760095" h="356870">
                  <a:moveTo>
                    <a:pt x="31195" y="327312"/>
                  </a:moveTo>
                  <a:lnTo>
                    <a:pt x="6007" y="338785"/>
                  </a:lnTo>
                  <a:lnTo>
                    <a:pt x="9728" y="346951"/>
                  </a:lnTo>
                  <a:lnTo>
                    <a:pt x="17538" y="351370"/>
                  </a:lnTo>
                  <a:lnTo>
                    <a:pt x="31195" y="327312"/>
                  </a:lnTo>
                  <a:close/>
                </a:path>
                <a:path w="760095" h="356870">
                  <a:moveTo>
                    <a:pt x="9728" y="346951"/>
                  </a:moveTo>
                  <a:lnTo>
                    <a:pt x="6007" y="338785"/>
                  </a:lnTo>
                  <a:lnTo>
                    <a:pt x="6007" y="344836"/>
                  </a:lnTo>
                  <a:lnTo>
                    <a:pt x="9728" y="346951"/>
                  </a:lnTo>
                  <a:close/>
                </a:path>
                <a:path w="760095" h="356870">
                  <a:moveTo>
                    <a:pt x="208978" y="14122"/>
                  </a:moveTo>
                  <a:lnTo>
                    <a:pt x="201180" y="9702"/>
                  </a:lnTo>
                  <a:lnTo>
                    <a:pt x="198920" y="18376"/>
                  </a:lnTo>
                  <a:lnTo>
                    <a:pt x="205636" y="20008"/>
                  </a:lnTo>
                  <a:lnTo>
                    <a:pt x="208978" y="14122"/>
                  </a:lnTo>
                  <a:close/>
                </a:path>
                <a:path w="760095" h="356870">
                  <a:moveTo>
                    <a:pt x="205636" y="20008"/>
                  </a:moveTo>
                  <a:lnTo>
                    <a:pt x="198920" y="18376"/>
                  </a:lnTo>
                  <a:lnTo>
                    <a:pt x="198920" y="31841"/>
                  </a:lnTo>
                  <a:lnTo>
                    <a:pt x="205636" y="20008"/>
                  </a:lnTo>
                  <a:close/>
                </a:path>
                <a:path w="760095" h="356870">
                  <a:moveTo>
                    <a:pt x="208978" y="20820"/>
                  </a:moveTo>
                  <a:lnTo>
                    <a:pt x="208978" y="14122"/>
                  </a:lnTo>
                  <a:lnTo>
                    <a:pt x="205636" y="20008"/>
                  </a:lnTo>
                  <a:lnTo>
                    <a:pt x="208978" y="20820"/>
                  </a:lnTo>
                  <a:close/>
                </a:path>
                <a:path w="760095" h="356870">
                  <a:moveTo>
                    <a:pt x="750658" y="18656"/>
                  </a:moveTo>
                  <a:lnTo>
                    <a:pt x="750163" y="9702"/>
                  </a:lnTo>
                  <a:lnTo>
                    <a:pt x="746417" y="1549"/>
                  </a:lnTo>
                  <a:lnTo>
                    <a:pt x="702488" y="21557"/>
                  </a:lnTo>
                  <a:lnTo>
                    <a:pt x="750658" y="186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62CCF003-364C-D49B-D879-03BD96BD0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Hooks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4E12DA-E076-1BCD-7865-D7F1880C1706}"/>
              </a:ext>
            </a:extLst>
          </p:cNvPr>
          <p:cNvSpPr txBox="1"/>
          <p:nvPr/>
        </p:nvSpPr>
        <p:spPr bwMode="ltGray">
          <a:xfrm>
            <a:off x="2462397" y="530928"/>
            <a:ext cx="5825837" cy="429348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{ </a:t>
            </a:r>
            <a:r>
              <a:rPr lang="en-US" sz="105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useState</a:t>
            </a:r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} from 'react';</a:t>
            </a:r>
          </a:p>
          <a:p>
            <a:endParaRPr lang="en-US" sz="105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Custom hook for </a:t>
            </a:r>
            <a:r>
              <a:rPr lang="en-US" sz="105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boolean</a:t>
            </a:r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toggle state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function </a:t>
            </a:r>
            <a:r>
              <a:rPr lang="en-US" sz="105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useToggle</a:t>
            </a:r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05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initialValue</a:t>
            </a:r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false) {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const [value, </a:t>
            </a:r>
            <a:r>
              <a:rPr lang="en-US" sz="105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setValue</a:t>
            </a:r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 = </a:t>
            </a:r>
            <a:r>
              <a:rPr lang="en-US" sz="105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useState</a:t>
            </a:r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05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initialValue</a:t>
            </a:r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);</a:t>
            </a:r>
          </a:p>
          <a:p>
            <a:endParaRPr lang="en-US" sz="105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const toggle = () =&gt; {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05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setValue</a:t>
            </a:r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(!value);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};</a:t>
            </a:r>
          </a:p>
          <a:p>
            <a:endParaRPr lang="en-US" sz="105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return [value, toggle];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  <a:p>
            <a:endParaRPr lang="en-US" sz="105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Usage example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function </a:t>
            </a:r>
            <a:r>
              <a:rPr lang="en-US" sz="105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ToggleComponent</a:t>
            </a:r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 {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const [</a:t>
            </a:r>
            <a:r>
              <a:rPr lang="en-US" sz="105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isToggled</a:t>
            </a:r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toggle] = </a:t>
            </a:r>
            <a:r>
              <a:rPr lang="en-US" sz="105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useToggle</a:t>
            </a:r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(false);</a:t>
            </a:r>
          </a:p>
          <a:p>
            <a:endParaRPr lang="en-US" sz="105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return (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&lt;div&gt;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&lt;button </a:t>
            </a:r>
            <a:r>
              <a:rPr lang="en-US" sz="105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onClick</a:t>
            </a:r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={toggle}&gt;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{</a:t>
            </a:r>
            <a:r>
              <a:rPr lang="en-US" sz="105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isToggled</a:t>
            </a:r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? 'ON' : 'OFF'}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&lt;/button&gt;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&lt;p&gt;{</a:t>
            </a:r>
            <a:r>
              <a:rPr lang="en-US" sz="105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isToggled</a:t>
            </a:r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? 'The button is ON' : 'The button is OFF'}&lt;/p&gt;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&lt;/div&gt;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);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29752765"/>
      </p:ext>
    </p:extLst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3FED318E-921B-C3AB-8B81-34BA0AA00A5D}"/>
              </a:ext>
            </a:extLst>
          </p:cNvPr>
          <p:cNvGrpSpPr/>
          <p:nvPr/>
        </p:nvGrpSpPr>
        <p:grpSpPr>
          <a:xfrm>
            <a:off x="2791692" y="1641764"/>
            <a:ext cx="4461164" cy="3393518"/>
            <a:chOff x="1016838" y="1621536"/>
            <a:chExt cx="5948680" cy="2714625"/>
          </a:xfrm>
        </p:grpSpPr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9D439645-A7D6-3109-D688-EC1C48610F40}"/>
                </a:ext>
              </a:extLst>
            </p:cNvPr>
            <p:cNvSpPr/>
            <p:nvPr/>
          </p:nvSpPr>
          <p:spPr>
            <a:xfrm>
              <a:off x="1025804" y="1630502"/>
              <a:ext cx="5930265" cy="2695575"/>
            </a:xfrm>
            <a:custGeom>
              <a:avLst/>
              <a:gdLst/>
              <a:ahLst/>
              <a:cxnLst/>
              <a:rect l="l" t="t" r="r" b="b"/>
              <a:pathLst>
                <a:path w="5930265" h="2695575">
                  <a:moveTo>
                    <a:pt x="5929807" y="2358237"/>
                  </a:moveTo>
                  <a:lnTo>
                    <a:pt x="5929807" y="0"/>
                  </a:lnTo>
                  <a:lnTo>
                    <a:pt x="0" y="0"/>
                  </a:lnTo>
                  <a:lnTo>
                    <a:pt x="0" y="2695486"/>
                  </a:lnTo>
                  <a:lnTo>
                    <a:pt x="5189372" y="2695486"/>
                  </a:lnTo>
                  <a:lnTo>
                    <a:pt x="5929807" y="2358237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55F5449A-3651-D2AD-4297-8F4E67E97F37}"/>
                </a:ext>
              </a:extLst>
            </p:cNvPr>
            <p:cNvSpPr/>
            <p:nvPr/>
          </p:nvSpPr>
          <p:spPr>
            <a:xfrm>
              <a:off x="1016838" y="1621536"/>
              <a:ext cx="5948045" cy="2713990"/>
            </a:xfrm>
            <a:custGeom>
              <a:avLst/>
              <a:gdLst/>
              <a:ahLst/>
              <a:cxnLst/>
              <a:rect l="l" t="t" r="r" b="b"/>
              <a:pathLst>
                <a:path w="5948045" h="2713990">
                  <a:moveTo>
                    <a:pt x="5947740" y="2370709"/>
                  </a:moveTo>
                  <a:lnTo>
                    <a:pt x="5947740" y="4013"/>
                  </a:lnTo>
                  <a:lnTo>
                    <a:pt x="5943727" y="0"/>
                  </a:lnTo>
                  <a:lnTo>
                    <a:pt x="4013" y="0"/>
                  </a:lnTo>
                  <a:lnTo>
                    <a:pt x="0" y="4013"/>
                  </a:lnTo>
                  <a:lnTo>
                    <a:pt x="0" y="2709405"/>
                  </a:lnTo>
                  <a:lnTo>
                    <a:pt x="4013" y="2713418"/>
                  </a:lnTo>
                  <a:lnTo>
                    <a:pt x="8966" y="2713418"/>
                  </a:lnTo>
                  <a:lnTo>
                    <a:pt x="8966" y="8966"/>
                  </a:lnTo>
                  <a:lnTo>
                    <a:pt x="17932" y="8966"/>
                  </a:lnTo>
                  <a:lnTo>
                    <a:pt x="17932" y="17945"/>
                  </a:lnTo>
                  <a:lnTo>
                    <a:pt x="5929807" y="17945"/>
                  </a:lnTo>
                  <a:lnTo>
                    <a:pt x="5929807" y="8966"/>
                  </a:lnTo>
                  <a:lnTo>
                    <a:pt x="5938774" y="8966"/>
                  </a:lnTo>
                  <a:lnTo>
                    <a:pt x="5938774" y="2377061"/>
                  </a:lnTo>
                  <a:lnTo>
                    <a:pt x="5945695" y="2373909"/>
                  </a:lnTo>
                  <a:lnTo>
                    <a:pt x="5947740" y="2370709"/>
                  </a:lnTo>
                  <a:close/>
                </a:path>
                <a:path w="5948045" h="2713990">
                  <a:moveTo>
                    <a:pt x="17932" y="17945"/>
                  </a:moveTo>
                  <a:lnTo>
                    <a:pt x="17932" y="8966"/>
                  </a:lnTo>
                  <a:lnTo>
                    <a:pt x="8966" y="8966"/>
                  </a:lnTo>
                  <a:lnTo>
                    <a:pt x="8966" y="17945"/>
                  </a:lnTo>
                  <a:lnTo>
                    <a:pt x="17932" y="17945"/>
                  </a:lnTo>
                  <a:close/>
                </a:path>
                <a:path w="5948045" h="2713990">
                  <a:moveTo>
                    <a:pt x="17932" y="2695486"/>
                  </a:moveTo>
                  <a:lnTo>
                    <a:pt x="17932" y="17945"/>
                  </a:lnTo>
                  <a:lnTo>
                    <a:pt x="8966" y="17945"/>
                  </a:lnTo>
                  <a:lnTo>
                    <a:pt x="8966" y="2695486"/>
                  </a:lnTo>
                  <a:lnTo>
                    <a:pt x="17932" y="2695486"/>
                  </a:lnTo>
                  <a:close/>
                </a:path>
                <a:path w="5948045" h="2713990">
                  <a:moveTo>
                    <a:pt x="5196374" y="2695486"/>
                  </a:moveTo>
                  <a:lnTo>
                    <a:pt x="8966" y="2695486"/>
                  </a:lnTo>
                  <a:lnTo>
                    <a:pt x="8966" y="2704452"/>
                  </a:lnTo>
                  <a:lnTo>
                    <a:pt x="17932" y="2704452"/>
                  </a:lnTo>
                  <a:lnTo>
                    <a:pt x="17932" y="2713418"/>
                  </a:lnTo>
                  <a:lnTo>
                    <a:pt x="5194617" y="2713418"/>
                  </a:lnTo>
                  <a:lnTo>
                    <a:pt x="5194617" y="2696286"/>
                  </a:lnTo>
                  <a:lnTo>
                    <a:pt x="5196374" y="2695486"/>
                  </a:lnTo>
                  <a:close/>
                </a:path>
                <a:path w="5948045" h="2713990">
                  <a:moveTo>
                    <a:pt x="17932" y="2713418"/>
                  </a:moveTo>
                  <a:lnTo>
                    <a:pt x="17932" y="2704452"/>
                  </a:lnTo>
                  <a:lnTo>
                    <a:pt x="8966" y="2704452"/>
                  </a:lnTo>
                  <a:lnTo>
                    <a:pt x="8966" y="2713418"/>
                  </a:lnTo>
                  <a:lnTo>
                    <a:pt x="17932" y="2713418"/>
                  </a:lnTo>
                  <a:close/>
                </a:path>
                <a:path w="5948045" h="2713990">
                  <a:moveTo>
                    <a:pt x="5198338" y="2704452"/>
                  </a:moveTo>
                  <a:lnTo>
                    <a:pt x="5198338" y="2695486"/>
                  </a:lnTo>
                  <a:lnTo>
                    <a:pt x="5196374" y="2695486"/>
                  </a:lnTo>
                  <a:lnTo>
                    <a:pt x="5194617" y="2696286"/>
                  </a:lnTo>
                  <a:lnTo>
                    <a:pt x="5198338" y="2704452"/>
                  </a:lnTo>
                  <a:close/>
                </a:path>
                <a:path w="5948045" h="2713990">
                  <a:moveTo>
                    <a:pt x="5198338" y="2713418"/>
                  </a:moveTo>
                  <a:lnTo>
                    <a:pt x="5198338" y="2704452"/>
                  </a:lnTo>
                  <a:lnTo>
                    <a:pt x="5194617" y="2696286"/>
                  </a:lnTo>
                  <a:lnTo>
                    <a:pt x="5194617" y="2713418"/>
                  </a:lnTo>
                  <a:lnTo>
                    <a:pt x="5198338" y="2713418"/>
                  </a:lnTo>
                  <a:close/>
                </a:path>
                <a:path w="5948045" h="2713990">
                  <a:moveTo>
                    <a:pt x="5938774" y="2367203"/>
                  </a:moveTo>
                  <a:lnTo>
                    <a:pt x="5935052" y="2359037"/>
                  </a:lnTo>
                  <a:lnTo>
                    <a:pt x="5196374" y="2695486"/>
                  </a:lnTo>
                  <a:lnTo>
                    <a:pt x="5198338" y="2695486"/>
                  </a:lnTo>
                  <a:lnTo>
                    <a:pt x="5198338" y="2713418"/>
                  </a:lnTo>
                  <a:lnTo>
                    <a:pt x="5199646" y="2713418"/>
                  </a:lnTo>
                  <a:lnTo>
                    <a:pt x="5200865" y="2713151"/>
                  </a:lnTo>
                  <a:lnTo>
                    <a:pt x="5929807" y="2381145"/>
                  </a:lnTo>
                  <a:lnTo>
                    <a:pt x="5929807" y="2367203"/>
                  </a:lnTo>
                  <a:lnTo>
                    <a:pt x="5938774" y="2367203"/>
                  </a:lnTo>
                  <a:close/>
                </a:path>
                <a:path w="5948045" h="2713990">
                  <a:moveTo>
                    <a:pt x="5938774" y="17945"/>
                  </a:moveTo>
                  <a:lnTo>
                    <a:pt x="5938774" y="8966"/>
                  </a:lnTo>
                  <a:lnTo>
                    <a:pt x="5929807" y="8966"/>
                  </a:lnTo>
                  <a:lnTo>
                    <a:pt x="5929807" y="17945"/>
                  </a:lnTo>
                  <a:lnTo>
                    <a:pt x="5938774" y="17945"/>
                  </a:lnTo>
                  <a:close/>
                </a:path>
                <a:path w="5948045" h="2713990">
                  <a:moveTo>
                    <a:pt x="5938774" y="2367203"/>
                  </a:moveTo>
                  <a:lnTo>
                    <a:pt x="5938774" y="17945"/>
                  </a:lnTo>
                  <a:lnTo>
                    <a:pt x="5929807" y="17945"/>
                  </a:lnTo>
                  <a:lnTo>
                    <a:pt x="5929807" y="2361426"/>
                  </a:lnTo>
                  <a:lnTo>
                    <a:pt x="5935052" y="2359037"/>
                  </a:lnTo>
                  <a:lnTo>
                    <a:pt x="5938774" y="2367203"/>
                  </a:lnTo>
                  <a:close/>
                </a:path>
                <a:path w="5948045" h="2713990">
                  <a:moveTo>
                    <a:pt x="5938774" y="2377061"/>
                  </a:moveTo>
                  <a:lnTo>
                    <a:pt x="5938774" y="2367203"/>
                  </a:lnTo>
                  <a:lnTo>
                    <a:pt x="5929807" y="2367203"/>
                  </a:lnTo>
                  <a:lnTo>
                    <a:pt x="5929807" y="2381145"/>
                  </a:lnTo>
                  <a:lnTo>
                    <a:pt x="5938774" y="23770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F7F19592-C37A-0ED3-ED62-27C86691F007}"/>
                </a:ext>
              </a:extLst>
            </p:cNvPr>
            <p:cNvSpPr/>
            <p:nvPr/>
          </p:nvSpPr>
          <p:spPr>
            <a:xfrm>
              <a:off x="6215176" y="3988739"/>
              <a:ext cx="741045" cy="337820"/>
            </a:xfrm>
            <a:custGeom>
              <a:avLst/>
              <a:gdLst/>
              <a:ahLst/>
              <a:cxnLst/>
              <a:rect l="l" t="t" r="r" b="b"/>
              <a:pathLst>
                <a:path w="741045" h="337820">
                  <a:moveTo>
                    <a:pt x="740435" y="0"/>
                  </a:moveTo>
                  <a:lnTo>
                    <a:pt x="655397" y="5180"/>
                  </a:lnTo>
                  <a:lnTo>
                    <a:pt x="584076" y="10387"/>
                  </a:lnTo>
                  <a:lnTo>
                    <a:pt x="432698" y="23262"/>
                  </a:lnTo>
                  <a:lnTo>
                    <a:pt x="396525" y="25669"/>
                  </a:lnTo>
                  <a:lnTo>
                    <a:pt x="364209" y="26651"/>
                  </a:lnTo>
                  <a:lnTo>
                    <a:pt x="333778" y="25916"/>
                  </a:lnTo>
                  <a:lnTo>
                    <a:pt x="303259" y="23174"/>
                  </a:lnTo>
                  <a:lnTo>
                    <a:pt x="270680" y="18134"/>
                  </a:lnTo>
                  <a:lnTo>
                    <a:pt x="234068" y="10506"/>
                  </a:lnTo>
                  <a:lnTo>
                    <a:pt x="191452" y="0"/>
                  </a:lnTo>
                  <a:lnTo>
                    <a:pt x="0" y="337248"/>
                  </a:lnTo>
                  <a:lnTo>
                    <a:pt x="740435" y="0"/>
                  </a:lnTo>
                  <a:close/>
                </a:path>
              </a:pathLst>
            </a:custGeom>
            <a:solidFill>
              <a:srgbClr val="DBD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0E5A6C24-27CC-F8D5-3B05-9AD6B0D69952}"/>
                </a:ext>
              </a:extLst>
            </p:cNvPr>
            <p:cNvSpPr/>
            <p:nvPr/>
          </p:nvSpPr>
          <p:spPr>
            <a:xfrm>
              <a:off x="6205448" y="3979037"/>
              <a:ext cx="760095" cy="356870"/>
            </a:xfrm>
            <a:custGeom>
              <a:avLst/>
              <a:gdLst/>
              <a:ahLst/>
              <a:cxnLst/>
              <a:rect l="l" t="t" r="r" b="b"/>
              <a:pathLst>
                <a:path w="760095" h="356870">
                  <a:moveTo>
                    <a:pt x="750658" y="19329"/>
                  </a:moveTo>
                  <a:lnTo>
                    <a:pt x="750658" y="18656"/>
                  </a:lnTo>
                  <a:lnTo>
                    <a:pt x="702488" y="21557"/>
                  </a:lnTo>
                  <a:lnTo>
                    <a:pt x="31195" y="327312"/>
                  </a:lnTo>
                  <a:lnTo>
                    <a:pt x="17538" y="351370"/>
                  </a:lnTo>
                  <a:lnTo>
                    <a:pt x="9728" y="346938"/>
                  </a:lnTo>
                  <a:lnTo>
                    <a:pt x="1930" y="342518"/>
                  </a:lnTo>
                  <a:lnTo>
                    <a:pt x="0" y="345909"/>
                  </a:lnTo>
                  <a:lnTo>
                    <a:pt x="482" y="350126"/>
                  </a:lnTo>
                  <a:lnTo>
                    <a:pt x="5740" y="355879"/>
                  </a:lnTo>
                  <a:lnTo>
                    <a:pt x="9893" y="356730"/>
                  </a:lnTo>
                  <a:lnTo>
                    <a:pt x="750658" y="19329"/>
                  </a:lnTo>
                  <a:close/>
                </a:path>
                <a:path w="760095" h="356870">
                  <a:moveTo>
                    <a:pt x="759904" y="11734"/>
                  </a:moveTo>
                  <a:lnTo>
                    <a:pt x="757847" y="3378"/>
                  </a:lnTo>
                  <a:lnTo>
                    <a:pt x="753973" y="508"/>
                  </a:lnTo>
                  <a:lnTo>
                    <a:pt x="749668" y="736"/>
                  </a:lnTo>
                  <a:lnTo>
                    <a:pt x="663424" y="6002"/>
                  </a:lnTo>
                  <a:lnTo>
                    <a:pt x="591256" y="11287"/>
                  </a:lnTo>
                  <a:lnTo>
                    <a:pt x="531145" y="16289"/>
                  </a:lnTo>
                  <a:lnTo>
                    <a:pt x="481069" y="20704"/>
                  </a:lnTo>
                  <a:lnTo>
                    <a:pt x="439010" y="24229"/>
                  </a:lnTo>
                  <a:lnTo>
                    <a:pt x="402949" y="26560"/>
                  </a:lnTo>
                  <a:lnTo>
                    <a:pt x="370865" y="27393"/>
                  </a:lnTo>
                  <a:lnTo>
                    <a:pt x="334414" y="26022"/>
                  </a:lnTo>
                  <a:lnTo>
                    <a:pt x="296849" y="21548"/>
                  </a:lnTo>
                  <a:lnTo>
                    <a:pt x="254436" y="13402"/>
                  </a:lnTo>
                  <a:lnTo>
                    <a:pt x="203441" y="1015"/>
                  </a:lnTo>
                  <a:lnTo>
                    <a:pt x="199504" y="0"/>
                  </a:lnTo>
                  <a:lnTo>
                    <a:pt x="195376" y="1739"/>
                  </a:lnTo>
                  <a:lnTo>
                    <a:pt x="1930" y="342518"/>
                  </a:lnTo>
                  <a:lnTo>
                    <a:pt x="6007" y="344836"/>
                  </a:lnTo>
                  <a:lnTo>
                    <a:pt x="6007" y="338785"/>
                  </a:lnTo>
                  <a:lnTo>
                    <a:pt x="31195" y="327312"/>
                  </a:lnTo>
                  <a:lnTo>
                    <a:pt x="198920" y="31841"/>
                  </a:lnTo>
                  <a:lnTo>
                    <a:pt x="198920" y="18376"/>
                  </a:lnTo>
                  <a:lnTo>
                    <a:pt x="201180" y="9702"/>
                  </a:lnTo>
                  <a:lnTo>
                    <a:pt x="208978" y="14122"/>
                  </a:lnTo>
                  <a:lnTo>
                    <a:pt x="208978" y="20820"/>
                  </a:lnTo>
                  <a:lnTo>
                    <a:pt x="250553" y="30922"/>
                  </a:lnTo>
                  <a:lnTo>
                    <a:pt x="294074" y="39268"/>
                  </a:lnTo>
                  <a:lnTo>
                    <a:pt x="333004" y="43908"/>
                  </a:lnTo>
                  <a:lnTo>
                    <a:pt x="370865" y="45338"/>
                  </a:lnTo>
                  <a:lnTo>
                    <a:pt x="399540" y="44669"/>
                  </a:lnTo>
                  <a:lnTo>
                    <a:pt x="430781" y="42832"/>
                  </a:lnTo>
                  <a:lnTo>
                    <a:pt x="465990" y="40031"/>
                  </a:lnTo>
                  <a:lnTo>
                    <a:pt x="506569" y="36469"/>
                  </a:lnTo>
                  <a:lnTo>
                    <a:pt x="553923" y="32348"/>
                  </a:lnTo>
                  <a:lnTo>
                    <a:pt x="609454" y="27870"/>
                  </a:lnTo>
                  <a:lnTo>
                    <a:pt x="674564" y="23239"/>
                  </a:lnTo>
                  <a:lnTo>
                    <a:pt x="702488" y="21557"/>
                  </a:lnTo>
                  <a:lnTo>
                    <a:pt x="746417" y="1549"/>
                  </a:lnTo>
                  <a:lnTo>
                    <a:pt x="750138" y="9702"/>
                  </a:lnTo>
                  <a:lnTo>
                    <a:pt x="750658" y="18656"/>
                  </a:lnTo>
                  <a:lnTo>
                    <a:pt x="750658" y="19329"/>
                  </a:lnTo>
                  <a:lnTo>
                    <a:pt x="757796" y="16078"/>
                  </a:lnTo>
                  <a:lnTo>
                    <a:pt x="759904" y="11734"/>
                  </a:lnTo>
                  <a:close/>
                </a:path>
                <a:path w="760095" h="356870">
                  <a:moveTo>
                    <a:pt x="31195" y="327312"/>
                  </a:moveTo>
                  <a:lnTo>
                    <a:pt x="6007" y="338785"/>
                  </a:lnTo>
                  <a:lnTo>
                    <a:pt x="9728" y="346951"/>
                  </a:lnTo>
                  <a:lnTo>
                    <a:pt x="17538" y="351370"/>
                  </a:lnTo>
                  <a:lnTo>
                    <a:pt x="31195" y="327312"/>
                  </a:lnTo>
                  <a:close/>
                </a:path>
                <a:path w="760095" h="356870">
                  <a:moveTo>
                    <a:pt x="9728" y="346951"/>
                  </a:moveTo>
                  <a:lnTo>
                    <a:pt x="6007" y="338785"/>
                  </a:lnTo>
                  <a:lnTo>
                    <a:pt x="6007" y="344836"/>
                  </a:lnTo>
                  <a:lnTo>
                    <a:pt x="9728" y="346951"/>
                  </a:lnTo>
                  <a:close/>
                </a:path>
                <a:path w="760095" h="356870">
                  <a:moveTo>
                    <a:pt x="208978" y="14122"/>
                  </a:moveTo>
                  <a:lnTo>
                    <a:pt x="201180" y="9702"/>
                  </a:lnTo>
                  <a:lnTo>
                    <a:pt x="198920" y="18376"/>
                  </a:lnTo>
                  <a:lnTo>
                    <a:pt x="205636" y="20008"/>
                  </a:lnTo>
                  <a:lnTo>
                    <a:pt x="208978" y="14122"/>
                  </a:lnTo>
                  <a:close/>
                </a:path>
                <a:path w="760095" h="356870">
                  <a:moveTo>
                    <a:pt x="205636" y="20008"/>
                  </a:moveTo>
                  <a:lnTo>
                    <a:pt x="198920" y="18376"/>
                  </a:lnTo>
                  <a:lnTo>
                    <a:pt x="198920" y="31841"/>
                  </a:lnTo>
                  <a:lnTo>
                    <a:pt x="205636" y="20008"/>
                  </a:lnTo>
                  <a:close/>
                </a:path>
                <a:path w="760095" h="356870">
                  <a:moveTo>
                    <a:pt x="208978" y="20820"/>
                  </a:moveTo>
                  <a:lnTo>
                    <a:pt x="208978" y="14122"/>
                  </a:lnTo>
                  <a:lnTo>
                    <a:pt x="205636" y="20008"/>
                  </a:lnTo>
                  <a:lnTo>
                    <a:pt x="208978" y="20820"/>
                  </a:lnTo>
                  <a:close/>
                </a:path>
                <a:path w="760095" h="356870">
                  <a:moveTo>
                    <a:pt x="750658" y="18656"/>
                  </a:moveTo>
                  <a:lnTo>
                    <a:pt x="750163" y="9702"/>
                  </a:lnTo>
                  <a:lnTo>
                    <a:pt x="746417" y="1549"/>
                  </a:lnTo>
                  <a:lnTo>
                    <a:pt x="702488" y="21557"/>
                  </a:lnTo>
                  <a:lnTo>
                    <a:pt x="750658" y="186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62CCF003-364C-D49B-D879-03BD96BD0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err="1"/>
              <a:t>useMemo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C42232-4A4D-C2F3-7B11-476EB2A01565}"/>
              </a:ext>
            </a:extLst>
          </p:cNvPr>
          <p:cNvSpPr txBox="1"/>
          <p:nvPr/>
        </p:nvSpPr>
        <p:spPr bwMode="ltGray">
          <a:xfrm>
            <a:off x="321945" y="914400"/>
            <a:ext cx="7804467" cy="90090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n-US" sz="1200" dirty="0" err="1">
                <a:solidFill>
                  <a:srgbClr val="00A3E0"/>
                </a:solidFill>
                <a:latin typeface="+mn-lt"/>
              </a:rPr>
              <a:t>useMemo</a:t>
            </a:r>
            <a:r>
              <a:rPr lang="en-US" sz="1200" dirty="0">
                <a:solidFill>
                  <a:srgbClr val="00A3E0"/>
                </a:solidFill>
                <a:latin typeface="+mn-lt"/>
              </a:rPr>
              <a:t>: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It memorizes the result of a function so that expensive calculations inside that function are only re-executed when its dependencies change. It is useful for optimizing performance by caching the result of expensive computations.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3E41AC-0D91-6CB8-BDA1-A5FDB8AF599C}"/>
              </a:ext>
            </a:extLst>
          </p:cNvPr>
          <p:cNvSpPr txBox="1"/>
          <p:nvPr/>
        </p:nvSpPr>
        <p:spPr bwMode="ltGray">
          <a:xfrm>
            <a:off x="3180339" y="1725235"/>
            <a:ext cx="4946073" cy="330859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React, { </a:t>
            </a:r>
            <a:r>
              <a:rPr lang="en-US" sz="11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useMemo</a:t>
            </a:r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} from 'react';</a:t>
            </a:r>
          </a:p>
          <a:p>
            <a:endParaRPr lang="en-US" sz="11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const </a:t>
            </a:r>
            <a:r>
              <a:rPr lang="en-US" sz="11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ExpensiveComponent</a:t>
            </a:r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({ data }) =&gt; {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const </a:t>
            </a:r>
            <a:r>
              <a:rPr lang="en-US" sz="11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processedData</a:t>
            </a:r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1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useMemo</a:t>
            </a:r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(() =&gt; {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// Perform expensive calculations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return </a:t>
            </a:r>
            <a:r>
              <a:rPr lang="en-US" sz="11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data.map</a:t>
            </a:r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(item =&gt; item * 2);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}, [data]);</a:t>
            </a:r>
          </a:p>
          <a:p>
            <a:endParaRPr lang="en-US" sz="11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return (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&lt;div&gt;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{</a:t>
            </a:r>
            <a:r>
              <a:rPr lang="en-US" sz="11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processedData.map</a:t>
            </a:r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((item, index) =&gt; (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&lt;p key={index}&gt;{item}&lt;/p&gt;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))}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&lt;/div&gt;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);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};</a:t>
            </a:r>
          </a:p>
          <a:p>
            <a:endParaRPr lang="en-US" sz="11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export default </a:t>
            </a:r>
            <a:r>
              <a:rPr lang="en-US" sz="11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ExpensiveComponent</a:t>
            </a:r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endParaRPr lang="en-US" sz="11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869813"/>
      </p:ext>
    </p:extLst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2CCF003-364C-D49B-D879-03BD96BD0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err="1"/>
              <a:t>useCallback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C42232-4A4D-C2F3-7B11-476EB2A01565}"/>
              </a:ext>
            </a:extLst>
          </p:cNvPr>
          <p:cNvSpPr txBox="1"/>
          <p:nvPr/>
        </p:nvSpPr>
        <p:spPr bwMode="ltGray">
          <a:xfrm>
            <a:off x="321945" y="914400"/>
            <a:ext cx="7804467" cy="62390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n-US" sz="1200" dirty="0" err="1">
                <a:solidFill>
                  <a:srgbClr val="00A3E0"/>
                </a:solidFill>
                <a:latin typeface="+mn-lt"/>
              </a:rPr>
              <a:t>useCallback</a:t>
            </a:r>
            <a:r>
              <a:rPr lang="en-US" sz="1200" dirty="0">
                <a:solidFill>
                  <a:srgbClr val="00A3E0"/>
                </a:solidFill>
                <a:latin typeface="+mn-lt"/>
              </a:rPr>
              <a:t>: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It returns a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memoized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callback. It's useful when passing callbacks to optimized child components that rely on reference equality to prevent unnecessary renders.</a:t>
            </a:r>
          </a:p>
        </p:txBody>
      </p:sp>
    </p:spTree>
    <p:extLst>
      <p:ext uri="{BB962C8B-B14F-4D97-AF65-F5344CB8AC3E}">
        <p14:creationId xmlns:p14="http://schemas.microsoft.com/office/powerpoint/2010/main" val="2974918263"/>
      </p:ext>
    </p:extLst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3FED318E-921B-C3AB-8B81-34BA0AA00A5D}"/>
              </a:ext>
            </a:extLst>
          </p:cNvPr>
          <p:cNvGrpSpPr/>
          <p:nvPr/>
        </p:nvGrpSpPr>
        <p:grpSpPr>
          <a:xfrm>
            <a:off x="2660746" y="541240"/>
            <a:ext cx="5250199" cy="4446396"/>
            <a:chOff x="1016838" y="1621536"/>
            <a:chExt cx="5948680" cy="2714625"/>
          </a:xfrm>
        </p:grpSpPr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9D439645-A7D6-3109-D688-EC1C48610F40}"/>
                </a:ext>
              </a:extLst>
            </p:cNvPr>
            <p:cNvSpPr/>
            <p:nvPr/>
          </p:nvSpPr>
          <p:spPr>
            <a:xfrm>
              <a:off x="1025804" y="1630502"/>
              <a:ext cx="5930265" cy="2695575"/>
            </a:xfrm>
            <a:custGeom>
              <a:avLst/>
              <a:gdLst/>
              <a:ahLst/>
              <a:cxnLst/>
              <a:rect l="l" t="t" r="r" b="b"/>
              <a:pathLst>
                <a:path w="5930265" h="2695575">
                  <a:moveTo>
                    <a:pt x="5929807" y="2358237"/>
                  </a:moveTo>
                  <a:lnTo>
                    <a:pt x="5929807" y="0"/>
                  </a:lnTo>
                  <a:lnTo>
                    <a:pt x="0" y="0"/>
                  </a:lnTo>
                  <a:lnTo>
                    <a:pt x="0" y="2695486"/>
                  </a:lnTo>
                  <a:lnTo>
                    <a:pt x="5189372" y="2695486"/>
                  </a:lnTo>
                  <a:lnTo>
                    <a:pt x="5929807" y="2358237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55F5449A-3651-D2AD-4297-8F4E67E97F37}"/>
                </a:ext>
              </a:extLst>
            </p:cNvPr>
            <p:cNvSpPr/>
            <p:nvPr/>
          </p:nvSpPr>
          <p:spPr>
            <a:xfrm>
              <a:off x="1016838" y="1621536"/>
              <a:ext cx="5948045" cy="2713990"/>
            </a:xfrm>
            <a:custGeom>
              <a:avLst/>
              <a:gdLst/>
              <a:ahLst/>
              <a:cxnLst/>
              <a:rect l="l" t="t" r="r" b="b"/>
              <a:pathLst>
                <a:path w="5948045" h="2713990">
                  <a:moveTo>
                    <a:pt x="5947740" y="2370709"/>
                  </a:moveTo>
                  <a:lnTo>
                    <a:pt x="5947740" y="4013"/>
                  </a:lnTo>
                  <a:lnTo>
                    <a:pt x="5943727" y="0"/>
                  </a:lnTo>
                  <a:lnTo>
                    <a:pt x="4013" y="0"/>
                  </a:lnTo>
                  <a:lnTo>
                    <a:pt x="0" y="4013"/>
                  </a:lnTo>
                  <a:lnTo>
                    <a:pt x="0" y="2709405"/>
                  </a:lnTo>
                  <a:lnTo>
                    <a:pt x="4013" y="2713418"/>
                  </a:lnTo>
                  <a:lnTo>
                    <a:pt x="8966" y="2713418"/>
                  </a:lnTo>
                  <a:lnTo>
                    <a:pt x="8966" y="8966"/>
                  </a:lnTo>
                  <a:lnTo>
                    <a:pt x="17932" y="8966"/>
                  </a:lnTo>
                  <a:lnTo>
                    <a:pt x="17932" y="17945"/>
                  </a:lnTo>
                  <a:lnTo>
                    <a:pt x="5929807" y="17945"/>
                  </a:lnTo>
                  <a:lnTo>
                    <a:pt x="5929807" y="8966"/>
                  </a:lnTo>
                  <a:lnTo>
                    <a:pt x="5938774" y="8966"/>
                  </a:lnTo>
                  <a:lnTo>
                    <a:pt x="5938774" y="2377061"/>
                  </a:lnTo>
                  <a:lnTo>
                    <a:pt x="5945695" y="2373909"/>
                  </a:lnTo>
                  <a:lnTo>
                    <a:pt x="5947740" y="2370709"/>
                  </a:lnTo>
                  <a:close/>
                </a:path>
                <a:path w="5948045" h="2713990">
                  <a:moveTo>
                    <a:pt x="17932" y="17945"/>
                  </a:moveTo>
                  <a:lnTo>
                    <a:pt x="17932" y="8966"/>
                  </a:lnTo>
                  <a:lnTo>
                    <a:pt x="8966" y="8966"/>
                  </a:lnTo>
                  <a:lnTo>
                    <a:pt x="8966" y="17945"/>
                  </a:lnTo>
                  <a:lnTo>
                    <a:pt x="17932" y="17945"/>
                  </a:lnTo>
                  <a:close/>
                </a:path>
                <a:path w="5948045" h="2713990">
                  <a:moveTo>
                    <a:pt x="17932" y="2695486"/>
                  </a:moveTo>
                  <a:lnTo>
                    <a:pt x="17932" y="17945"/>
                  </a:lnTo>
                  <a:lnTo>
                    <a:pt x="8966" y="17945"/>
                  </a:lnTo>
                  <a:lnTo>
                    <a:pt x="8966" y="2695486"/>
                  </a:lnTo>
                  <a:lnTo>
                    <a:pt x="17932" y="2695486"/>
                  </a:lnTo>
                  <a:close/>
                </a:path>
                <a:path w="5948045" h="2713990">
                  <a:moveTo>
                    <a:pt x="5196374" y="2695486"/>
                  </a:moveTo>
                  <a:lnTo>
                    <a:pt x="8966" y="2695486"/>
                  </a:lnTo>
                  <a:lnTo>
                    <a:pt x="8966" y="2704452"/>
                  </a:lnTo>
                  <a:lnTo>
                    <a:pt x="17932" y="2704452"/>
                  </a:lnTo>
                  <a:lnTo>
                    <a:pt x="17932" y="2713418"/>
                  </a:lnTo>
                  <a:lnTo>
                    <a:pt x="5194617" y="2713418"/>
                  </a:lnTo>
                  <a:lnTo>
                    <a:pt x="5194617" y="2696286"/>
                  </a:lnTo>
                  <a:lnTo>
                    <a:pt x="5196374" y="2695486"/>
                  </a:lnTo>
                  <a:close/>
                </a:path>
                <a:path w="5948045" h="2713990">
                  <a:moveTo>
                    <a:pt x="17932" y="2713418"/>
                  </a:moveTo>
                  <a:lnTo>
                    <a:pt x="17932" y="2704452"/>
                  </a:lnTo>
                  <a:lnTo>
                    <a:pt x="8966" y="2704452"/>
                  </a:lnTo>
                  <a:lnTo>
                    <a:pt x="8966" y="2713418"/>
                  </a:lnTo>
                  <a:lnTo>
                    <a:pt x="17932" y="2713418"/>
                  </a:lnTo>
                  <a:close/>
                </a:path>
                <a:path w="5948045" h="2713990">
                  <a:moveTo>
                    <a:pt x="5198338" y="2704452"/>
                  </a:moveTo>
                  <a:lnTo>
                    <a:pt x="5198338" y="2695486"/>
                  </a:lnTo>
                  <a:lnTo>
                    <a:pt x="5196374" y="2695486"/>
                  </a:lnTo>
                  <a:lnTo>
                    <a:pt x="5194617" y="2696286"/>
                  </a:lnTo>
                  <a:lnTo>
                    <a:pt x="5198338" y="2704452"/>
                  </a:lnTo>
                  <a:close/>
                </a:path>
                <a:path w="5948045" h="2713990">
                  <a:moveTo>
                    <a:pt x="5198338" y="2713418"/>
                  </a:moveTo>
                  <a:lnTo>
                    <a:pt x="5198338" y="2704452"/>
                  </a:lnTo>
                  <a:lnTo>
                    <a:pt x="5194617" y="2696286"/>
                  </a:lnTo>
                  <a:lnTo>
                    <a:pt x="5194617" y="2713418"/>
                  </a:lnTo>
                  <a:lnTo>
                    <a:pt x="5198338" y="2713418"/>
                  </a:lnTo>
                  <a:close/>
                </a:path>
                <a:path w="5948045" h="2713990">
                  <a:moveTo>
                    <a:pt x="5938774" y="2367203"/>
                  </a:moveTo>
                  <a:lnTo>
                    <a:pt x="5935052" y="2359037"/>
                  </a:lnTo>
                  <a:lnTo>
                    <a:pt x="5196374" y="2695486"/>
                  </a:lnTo>
                  <a:lnTo>
                    <a:pt x="5198338" y="2695486"/>
                  </a:lnTo>
                  <a:lnTo>
                    <a:pt x="5198338" y="2713418"/>
                  </a:lnTo>
                  <a:lnTo>
                    <a:pt x="5199646" y="2713418"/>
                  </a:lnTo>
                  <a:lnTo>
                    <a:pt x="5200865" y="2713151"/>
                  </a:lnTo>
                  <a:lnTo>
                    <a:pt x="5929807" y="2381145"/>
                  </a:lnTo>
                  <a:lnTo>
                    <a:pt x="5929807" y="2367203"/>
                  </a:lnTo>
                  <a:lnTo>
                    <a:pt x="5938774" y="2367203"/>
                  </a:lnTo>
                  <a:close/>
                </a:path>
                <a:path w="5948045" h="2713990">
                  <a:moveTo>
                    <a:pt x="5938774" y="17945"/>
                  </a:moveTo>
                  <a:lnTo>
                    <a:pt x="5938774" y="8966"/>
                  </a:lnTo>
                  <a:lnTo>
                    <a:pt x="5929807" y="8966"/>
                  </a:lnTo>
                  <a:lnTo>
                    <a:pt x="5929807" y="17945"/>
                  </a:lnTo>
                  <a:lnTo>
                    <a:pt x="5938774" y="17945"/>
                  </a:lnTo>
                  <a:close/>
                </a:path>
                <a:path w="5948045" h="2713990">
                  <a:moveTo>
                    <a:pt x="5938774" y="2367203"/>
                  </a:moveTo>
                  <a:lnTo>
                    <a:pt x="5938774" y="17945"/>
                  </a:lnTo>
                  <a:lnTo>
                    <a:pt x="5929807" y="17945"/>
                  </a:lnTo>
                  <a:lnTo>
                    <a:pt x="5929807" y="2361426"/>
                  </a:lnTo>
                  <a:lnTo>
                    <a:pt x="5935052" y="2359037"/>
                  </a:lnTo>
                  <a:lnTo>
                    <a:pt x="5938774" y="2367203"/>
                  </a:lnTo>
                  <a:close/>
                </a:path>
                <a:path w="5948045" h="2713990">
                  <a:moveTo>
                    <a:pt x="5938774" y="2377061"/>
                  </a:moveTo>
                  <a:lnTo>
                    <a:pt x="5938774" y="2367203"/>
                  </a:lnTo>
                  <a:lnTo>
                    <a:pt x="5929807" y="2367203"/>
                  </a:lnTo>
                  <a:lnTo>
                    <a:pt x="5929807" y="2381145"/>
                  </a:lnTo>
                  <a:lnTo>
                    <a:pt x="5938774" y="23770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F7F19592-C37A-0ED3-ED62-27C86691F007}"/>
                </a:ext>
              </a:extLst>
            </p:cNvPr>
            <p:cNvSpPr/>
            <p:nvPr/>
          </p:nvSpPr>
          <p:spPr>
            <a:xfrm>
              <a:off x="6215176" y="3988739"/>
              <a:ext cx="741045" cy="337820"/>
            </a:xfrm>
            <a:custGeom>
              <a:avLst/>
              <a:gdLst/>
              <a:ahLst/>
              <a:cxnLst/>
              <a:rect l="l" t="t" r="r" b="b"/>
              <a:pathLst>
                <a:path w="741045" h="337820">
                  <a:moveTo>
                    <a:pt x="740435" y="0"/>
                  </a:moveTo>
                  <a:lnTo>
                    <a:pt x="655397" y="5180"/>
                  </a:lnTo>
                  <a:lnTo>
                    <a:pt x="584076" y="10387"/>
                  </a:lnTo>
                  <a:lnTo>
                    <a:pt x="432698" y="23262"/>
                  </a:lnTo>
                  <a:lnTo>
                    <a:pt x="396525" y="25669"/>
                  </a:lnTo>
                  <a:lnTo>
                    <a:pt x="364209" y="26651"/>
                  </a:lnTo>
                  <a:lnTo>
                    <a:pt x="333778" y="25916"/>
                  </a:lnTo>
                  <a:lnTo>
                    <a:pt x="303259" y="23174"/>
                  </a:lnTo>
                  <a:lnTo>
                    <a:pt x="270680" y="18134"/>
                  </a:lnTo>
                  <a:lnTo>
                    <a:pt x="234068" y="10506"/>
                  </a:lnTo>
                  <a:lnTo>
                    <a:pt x="191452" y="0"/>
                  </a:lnTo>
                  <a:lnTo>
                    <a:pt x="0" y="337248"/>
                  </a:lnTo>
                  <a:lnTo>
                    <a:pt x="740435" y="0"/>
                  </a:lnTo>
                  <a:close/>
                </a:path>
              </a:pathLst>
            </a:custGeom>
            <a:solidFill>
              <a:srgbClr val="DBD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0E5A6C24-27CC-F8D5-3B05-9AD6B0D69952}"/>
                </a:ext>
              </a:extLst>
            </p:cNvPr>
            <p:cNvSpPr/>
            <p:nvPr/>
          </p:nvSpPr>
          <p:spPr>
            <a:xfrm>
              <a:off x="6205448" y="3979037"/>
              <a:ext cx="760095" cy="356870"/>
            </a:xfrm>
            <a:custGeom>
              <a:avLst/>
              <a:gdLst/>
              <a:ahLst/>
              <a:cxnLst/>
              <a:rect l="l" t="t" r="r" b="b"/>
              <a:pathLst>
                <a:path w="760095" h="356870">
                  <a:moveTo>
                    <a:pt x="750658" y="19329"/>
                  </a:moveTo>
                  <a:lnTo>
                    <a:pt x="750658" y="18656"/>
                  </a:lnTo>
                  <a:lnTo>
                    <a:pt x="702488" y="21557"/>
                  </a:lnTo>
                  <a:lnTo>
                    <a:pt x="31195" y="327312"/>
                  </a:lnTo>
                  <a:lnTo>
                    <a:pt x="17538" y="351370"/>
                  </a:lnTo>
                  <a:lnTo>
                    <a:pt x="9728" y="346938"/>
                  </a:lnTo>
                  <a:lnTo>
                    <a:pt x="1930" y="342518"/>
                  </a:lnTo>
                  <a:lnTo>
                    <a:pt x="0" y="345909"/>
                  </a:lnTo>
                  <a:lnTo>
                    <a:pt x="482" y="350126"/>
                  </a:lnTo>
                  <a:lnTo>
                    <a:pt x="5740" y="355879"/>
                  </a:lnTo>
                  <a:lnTo>
                    <a:pt x="9893" y="356730"/>
                  </a:lnTo>
                  <a:lnTo>
                    <a:pt x="750658" y="19329"/>
                  </a:lnTo>
                  <a:close/>
                </a:path>
                <a:path w="760095" h="356870">
                  <a:moveTo>
                    <a:pt x="759904" y="11734"/>
                  </a:moveTo>
                  <a:lnTo>
                    <a:pt x="757847" y="3378"/>
                  </a:lnTo>
                  <a:lnTo>
                    <a:pt x="753973" y="508"/>
                  </a:lnTo>
                  <a:lnTo>
                    <a:pt x="749668" y="736"/>
                  </a:lnTo>
                  <a:lnTo>
                    <a:pt x="663424" y="6002"/>
                  </a:lnTo>
                  <a:lnTo>
                    <a:pt x="591256" y="11287"/>
                  </a:lnTo>
                  <a:lnTo>
                    <a:pt x="531145" y="16289"/>
                  </a:lnTo>
                  <a:lnTo>
                    <a:pt x="481069" y="20704"/>
                  </a:lnTo>
                  <a:lnTo>
                    <a:pt x="439010" y="24229"/>
                  </a:lnTo>
                  <a:lnTo>
                    <a:pt x="402949" y="26560"/>
                  </a:lnTo>
                  <a:lnTo>
                    <a:pt x="370865" y="27393"/>
                  </a:lnTo>
                  <a:lnTo>
                    <a:pt x="334414" y="26022"/>
                  </a:lnTo>
                  <a:lnTo>
                    <a:pt x="296849" y="21548"/>
                  </a:lnTo>
                  <a:lnTo>
                    <a:pt x="254436" y="13402"/>
                  </a:lnTo>
                  <a:lnTo>
                    <a:pt x="203441" y="1015"/>
                  </a:lnTo>
                  <a:lnTo>
                    <a:pt x="199504" y="0"/>
                  </a:lnTo>
                  <a:lnTo>
                    <a:pt x="195376" y="1739"/>
                  </a:lnTo>
                  <a:lnTo>
                    <a:pt x="1930" y="342518"/>
                  </a:lnTo>
                  <a:lnTo>
                    <a:pt x="6007" y="344836"/>
                  </a:lnTo>
                  <a:lnTo>
                    <a:pt x="6007" y="338785"/>
                  </a:lnTo>
                  <a:lnTo>
                    <a:pt x="31195" y="327312"/>
                  </a:lnTo>
                  <a:lnTo>
                    <a:pt x="198920" y="31841"/>
                  </a:lnTo>
                  <a:lnTo>
                    <a:pt x="198920" y="18376"/>
                  </a:lnTo>
                  <a:lnTo>
                    <a:pt x="201180" y="9702"/>
                  </a:lnTo>
                  <a:lnTo>
                    <a:pt x="208978" y="14122"/>
                  </a:lnTo>
                  <a:lnTo>
                    <a:pt x="208978" y="20820"/>
                  </a:lnTo>
                  <a:lnTo>
                    <a:pt x="250553" y="30922"/>
                  </a:lnTo>
                  <a:lnTo>
                    <a:pt x="294074" y="39268"/>
                  </a:lnTo>
                  <a:lnTo>
                    <a:pt x="333004" y="43908"/>
                  </a:lnTo>
                  <a:lnTo>
                    <a:pt x="370865" y="45338"/>
                  </a:lnTo>
                  <a:lnTo>
                    <a:pt x="399540" y="44669"/>
                  </a:lnTo>
                  <a:lnTo>
                    <a:pt x="430781" y="42832"/>
                  </a:lnTo>
                  <a:lnTo>
                    <a:pt x="465990" y="40031"/>
                  </a:lnTo>
                  <a:lnTo>
                    <a:pt x="506569" y="36469"/>
                  </a:lnTo>
                  <a:lnTo>
                    <a:pt x="553923" y="32348"/>
                  </a:lnTo>
                  <a:lnTo>
                    <a:pt x="609454" y="27870"/>
                  </a:lnTo>
                  <a:lnTo>
                    <a:pt x="674564" y="23239"/>
                  </a:lnTo>
                  <a:lnTo>
                    <a:pt x="702488" y="21557"/>
                  </a:lnTo>
                  <a:lnTo>
                    <a:pt x="746417" y="1549"/>
                  </a:lnTo>
                  <a:lnTo>
                    <a:pt x="750138" y="9702"/>
                  </a:lnTo>
                  <a:lnTo>
                    <a:pt x="750658" y="18656"/>
                  </a:lnTo>
                  <a:lnTo>
                    <a:pt x="750658" y="19329"/>
                  </a:lnTo>
                  <a:lnTo>
                    <a:pt x="757796" y="16078"/>
                  </a:lnTo>
                  <a:lnTo>
                    <a:pt x="759904" y="11734"/>
                  </a:lnTo>
                  <a:close/>
                </a:path>
                <a:path w="760095" h="356870">
                  <a:moveTo>
                    <a:pt x="31195" y="327312"/>
                  </a:moveTo>
                  <a:lnTo>
                    <a:pt x="6007" y="338785"/>
                  </a:lnTo>
                  <a:lnTo>
                    <a:pt x="9728" y="346951"/>
                  </a:lnTo>
                  <a:lnTo>
                    <a:pt x="17538" y="351370"/>
                  </a:lnTo>
                  <a:lnTo>
                    <a:pt x="31195" y="327312"/>
                  </a:lnTo>
                  <a:close/>
                </a:path>
                <a:path w="760095" h="356870">
                  <a:moveTo>
                    <a:pt x="9728" y="346951"/>
                  </a:moveTo>
                  <a:lnTo>
                    <a:pt x="6007" y="338785"/>
                  </a:lnTo>
                  <a:lnTo>
                    <a:pt x="6007" y="344836"/>
                  </a:lnTo>
                  <a:lnTo>
                    <a:pt x="9728" y="346951"/>
                  </a:lnTo>
                  <a:close/>
                </a:path>
                <a:path w="760095" h="356870">
                  <a:moveTo>
                    <a:pt x="208978" y="14122"/>
                  </a:moveTo>
                  <a:lnTo>
                    <a:pt x="201180" y="9702"/>
                  </a:lnTo>
                  <a:lnTo>
                    <a:pt x="198920" y="18376"/>
                  </a:lnTo>
                  <a:lnTo>
                    <a:pt x="205636" y="20008"/>
                  </a:lnTo>
                  <a:lnTo>
                    <a:pt x="208978" y="14122"/>
                  </a:lnTo>
                  <a:close/>
                </a:path>
                <a:path w="760095" h="356870">
                  <a:moveTo>
                    <a:pt x="205636" y="20008"/>
                  </a:moveTo>
                  <a:lnTo>
                    <a:pt x="198920" y="18376"/>
                  </a:lnTo>
                  <a:lnTo>
                    <a:pt x="198920" y="31841"/>
                  </a:lnTo>
                  <a:lnTo>
                    <a:pt x="205636" y="20008"/>
                  </a:lnTo>
                  <a:close/>
                </a:path>
                <a:path w="760095" h="356870">
                  <a:moveTo>
                    <a:pt x="208978" y="20820"/>
                  </a:moveTo>
                  <a:lnTo>
                    <a:pt x="208978" y="14122"/>
                  </a:lnTo>
                  <a:lnTo>
                    <a:pt x="205636" y="20008"/>
                  </a:lnTo>
                  <a:lnTo>
                    <a:pt x="208978" y="20820"/>
                  </a:lnTo>
                  <a:close/>
                </a:path>
                <a:path w="760095" h="356870">
                  <a:moveTo>
                    <a:pt x="750658" y="18656"/>
                  </a:moveTo>
                  <a:lnTo>
                    <a:pt x="750163" y="9702"/>
                  </a:lnTo>
                  <a:lnTo>
                    <a:pt x="746417" y="1549"/>
                  </a:lnTo>
                  <a:lnTo>
                    <a:pt x="702488" y="21557"/>
                  </a:lnTo>
                  <a:lnTo>
                    <a:pt x="750658" y="186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62CCF003-364C-D49B-D879-03BD96BD0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err="1"/>
              <a:t>useCallback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4CA78E-2A81-AE26-AEEE-4E09F25338F0}"/>
              </a:ext>
            </a:extLst>
          </p:cNvPr>
          <p:cNvSpPr txBox="1"/>
          <p:nvPr/>
        </p:nvSpPr>
        <p:spPr bwMode="ltGray">
          <a:xfrm>
            <a:off x="3026963" y="676801"/>
            <a:ext cx="4572000" cy="415498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React, { 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useState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useCallback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} from 'react';</a:t>
            </a:r>
          </a:p>
          <a:p>
            <a:endParaRPr lang="en-US" sz="1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function 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ParentComponent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 {</a:t>
            </a:r>
          </a:p>
          <a:p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const [count, 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setCount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 = 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useState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(0);</a:t>
            </a:r>
          </a:p>
          <a:p>
            <a:endParaRPr lang="en-US" sz="1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const increment = 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useCallback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(() =&gt; {</a:t>
            </a:r>
          </a:p>
          <a:p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setCount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((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prevCount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 =&gt; 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prevCount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+ 1);</a:t>
            </a:r>
          </a:p>
          <a:p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}, []); // No dependencies, so it never changes</a:t>
            </a:r>
          </a:p>
          <a:p>
            <a:endParaRPr lang="en-US" sz="1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return (</a:t>
            </a:r>
          </a:p>
          <a:p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&lt;div&gt;</a:t>
            </a:r>
          </a:p>
          <a:p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&lt;p&gt;Count: {count}&lt;/p&gt;</a:t>
            </a:r>
          </a:p>
          <a:p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&lt;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ChildComponent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increment={increment} /&gt;</a:t>
            </a:r>
          </a:p>
          <a:p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&lt;/div&gt;</a:t>
            </a:r>
          </a:p>
          <a:p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);</a:t>
            </a:r>
          </a:p>
          <a:p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  <a:p>
            <a:endParaRPr lang="en-US" sz="1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function 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ChildComponent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({ increment }) {</a:t>
            </a:r>
          </a:p>
          <a:p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return &lt;button </a:t>
            </a:r>
            <a:r>
              <a:rPr lang="en-US" sz="12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onClick</a:t>
            </a:r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={increment}&gt;Increment&lt;/button&gt;;</a:t>
            </a:r>
          </a:p>
          <a:p>
            <a:r>
              <a:rPr lang="en-US" sz="12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47420214"/>
      </p:ext>
    </p:extLst>
  </p:cSld>
  <p:clrMapOvr>
    <a:masterClrMapping/>
  </p:clrMapOvr>
  <p:transition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2CCF003-364C-D49B-D879-03BD96BD0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err="1"/>
              <a:t>useReducer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C42232-4A4D-C2F3-7B11-476EB2A01565}"/>
              </a:ext>
            </a:extLst>
          </p:cNvPr>
          <p:cNvSpPr txBox="1"/>
          <p:nvPr/>
        </p:nvSpPr>
        <p:spPr bwMode="ltGray">
          <a:xfrm>
            <a:off x="321945" y="914400"/>
            <a:ext cx="7804467" cy="90090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100913" tIns="50457" rIns="100913" bIns="50457" rtlCol="0" anchor="t" anchorCtr="0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n-US" sz="1200" dirty="0" err="1">
                <a:solidFill>
                  <a:srgbClr val="00A3E0"/>
                </a:solidFill>
                <a:latin typeface="+mn-lt"/>
              </a:rPr>
              <a:t>useReducer</a:t>
            </a:r>
            <a:r>
              <a:rPr lang="en-US" sz="1200" dirty="0">
                <a:solidFill>
                  <a:srgbClr val="00A3E0"/>
                </a:solidFill>
                <a:latin typeface="+mn-lt"/>
              </a:rPr>
              <a:t>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is a hook used for state management in React that is usually preferred for more complex state logic compared to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useState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. It is inspired by Redux and allows you to handle state transitions in a predictable way using a reducer function.</a:t>
            </a:r>
          </a:p>
        </p:txBody>
      </p:sp>
    </p:spTree>
    <p:extLst>
      <p:ext uri="{BB962C8B-B14F-4D97-AF65-F5344CB8AC3E}">
        <p14:creationId xmlns:p14="http://schemas.microsoft.com/office/powerpoint/2010/main" val="1379866223"/>
      </p:ext>
    </p:extLst>
  </p:cSld>
  <p:clrMapOvr>
    <a:masterClrMapping/>
  </p:clrMapOvr>
  <p:transition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3FED318E-921B-C3AB-8B81-34BA0AA00A5D}"/>
              </a:ext>
            </a:extLst>
          </p:cNvPr>
          <p:cNvGrpSpPr/>
          <p:nvPr/>
        </p:nvGrpSpPr>
        <p:grpSpPr>
          <a:xfrm>
            <a:off x="2660746" y="319089"/>
            <a:ext cx="5250199" cy="4668547"/>
            <a:chOff x="1016838" y="1621536"/>
            <a:chExt cx="5948680" cy="2714625"/>
          </a:xfrm>
        </p:grpSpPr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9D439645-A7D6-3109-D688-EC1C48610F40}"/>
                </a:ext>
              </a:extLst>
            </p:cNvPr>
            <p:cNvSpPr/>
            <p:nvPr/>
          </p:nvSpPr>
          <p:spPr>
            <a:xfrm>
              <a:off x="1025804" y="1630502"/>
              <a:ext cx="5930265" cy="2695575"/>
            </a:xfrm>
            <a:custGeom>
              <a:avLst/>
              <a:gdLst/>
              <a:ahLst/>
              <a:cxnLst/>
              <a:rect l="l" t="t" r="r" b="b"/>
              <a:pathLst>
                <a:path w="5930265" h="2695575">
                  <a:moveTo>
                    <a:pt x="5929807" y="2358237"/>
                  </a:moveTo>
                  <a:lnTo>
                    <a:pt x="5929807" y="0"/>
                  </a:lnTo>
                  <a:lnTo>
                    <a:pt x="0" y="0"/>
                  </a:lnTo>
                  <a:lnTo>
                    <a:pt x="0" y="2695486"/>
                  </a:lnTo>
                  <a:lnTo>
                    <a:pt x="5189372" y="2695486"/>
                  </a:lnTo>
                  <a:lnTo>
                    <a:pt x="5929807" y="2358237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55F5449A-3651-D2AD-4297-8F4E67E97F37}"/>
                </a:ext>
              </a:extLst>
            </p:cNvPr>
            <p:cNvSpPr/>
            <p:nvPr/>
          </p:nvSpPr>
          <p:spPr>
            <a:xfrm>
              <a:off x="1016838" y="1621536"/>
              <a:ext cx="5948045" cy="2713990"/>
            </a:xfrm>
            <a:custGeom>
              <a:avLst/>
              <a:gdLst/>
              <a:ahLst/>
              <a:cxnLst/>
              <a:rect l="l" t="t" r="r" b="b"/>
              <a:pathLst>
                <a:path w="5948045" h="2713990">
                  <a:moveTo>
                    <a:pt x="5947740" y="2370709"/>
                  </a:moveTo>
                  <a:lnTo>
                    <a:pt x="5947740" y="4013"/>
                  </a:lnTo>
                  <a:lnTo>
                    <a:pt x="5943727" y="0"/>
                  </a:lnTo>
                  <a:lnTo>
                    <a:pt x="4013" y="0"/>
                  </a:lnTo>
                  <a:lnTo>
                    <a:pt x="0" y="4013"/>
                  </a:lnTo>
                  <a:lnTo>
                    <a:pt x="0" y="2709405"/>
                  </a:lnTo>
                  <a:lnTo>
                    <a:pt x="4013" y="2713418"/>
                  </a:lnTo>
                  <a:lnTo>
                    <a:pt x="8966" y="2713418"/>
                  </a:lnTo>
                  <a:lnTo>
                    <a:pt x="8966" y="8966"/>
                  </a:lnTo>
                  <a:lnTo>
                    <a:pt x="17932" y="8966"/>
                  </a:lnTo>
                  <a:lnTo>
                    <a:pt x="17932" y="17945"/>
                  </a:lnTo>
                  <a:lnTo>
                    <a:pt x="5929807" y="17945"/>
                  </a:lnTo>
                  <a:lnTo>
                    <a:pt x="5929807" y="8966"/>
                  </a:lnTo>
                  <a:lnTo>
                    <a:pt x="5938774" y="8966"/>
                  </a:lnTo>
                  <a:lnTo>
                    <a:pt x="5938774" y="2377061"/>
                  </a:lnTo>
                  <a:lnTo>
                    <a:pt x="5945695" y="2373909"/>
                  </a:lnTo>
                  <a:lnTo>
                    <a:pt x="5947740" y="2370709"/>
                  </a:lnTo>
                  <a:close/>
                </a:path>
                <a:path w="5948045" h="2713990">
                  <a:moveTo>
                    <a:pt x="17932" y="17945"/>
                  </a:moveTo>
                  <a:lnTo>
                    <a:pt x="17932" y="8966"/>
                  </a:lnTo>
                  <a:lnTo>
                    <a:pt x="8966" y="8966"/>
                  </a:lnTo>
                  <a:lnTo>
                    <a:pt x="8966" y="17945"/>
                  </a:lnTo>
                  <a:lnTo>
                    <a:pt x="17932" y="17945"/>
                  </a:lnTo>
                  <a:close/>
                </a:path>
                <a:path w="5948045" h="2713990">
                  <a:moveTo>
                    <a:pt x="17932" y="2695486"/>
                  </a:moveTo>
                  <a:lnTo>
                    <a:pt x="17932" y="17945"/>
                  </a:lnTo>
                  <a:lnTo>
                    <a:pt x="8966" y="17945"/>
                  </a:lnTo>
                  <a:lnTo>
                    <a:pt x="8966" y="2695486"/>
                  </a:lnTo>
                  <a:lnTo>
                    <a:pt x="17932" y="2695486"/>
                  </a:lnTo>
                  <a:close/>
                </a:path>
                <a:path w="5948045" h="2713990">
                  <a:moveTo>
                    <a:pt x="5196374" y="2695486"/>
                  </a:moveTo>
                  <a:lnTo>
                    <a:pt x="8966" y="2695486"/>
                  </a:lnTo>
                  <a:lnTo>
                    <a:pt x="8966" y="2704452"/>
                  </a:lnTo>
                  <a:lnTo>
                    <a:pt x="17932" y="2704452"/>
                  </a:lnTo>
                  <a:lnTo>
                    <a:pt x="17932" y="2713418"/>
                  </a:lnTo>
                  <a:lnTo>
                    <a:pt x="5194617" y="2713418"/>
                  </a:lnTo>
                  <a:lnTo>
                    <a:pt x="5194617" y="2696286"/>
                  </a:lnTo>
                  <a:lnTo>
                    <a:pt x="5196374" y="2695486"/>
                  </a:lnTo>
                  <a:close/>
                </a:path>
                <a:path w="5948045" h="2713990">
                  <a:moveTo>
                    <a:pt x="17932" y="2713418"/>
                  </a:moveTo>
                  <a:lnTo>
                    <a:pt x="17932" y="2704452"/>
                  </a:lnTo>
                  <a:lnTo>
                    <a:pt x="8966" y="2704452"/>
                  </a:lnTo>
                  <a:lnTo>
                    <a:pt x="8966" y="2713418"/>
                  </a:lnTo>
                  <a:lnTo>
                    <a:pt x="17932" y="2713418"/>
                  </a:lnTo>
                  <a:close/>
                </a:path>
                <a:path w="5948045" h="2713990">
                  <a:moveTo>
                    <a:pt x="5198338" y="2704452"/>
                  </a:moveTo>
                  <a:lnTo>
                    <a:pt x="5198338" y="2695486"/>
                  </a:lnTo>
                  <a:lnTo>
                    <a:pt x="5196374" y="2695486"/>
                  </a:lnTo>
                  <a:lnTo>
                    <a:pt x="5194617" y="2696286"/>
                  </a:lnTo>
                  <a:lnTo>
                    <a:pt x="5198338" y="2704452"/>
                  </a:lnTo>
                  <a:close/>
                </a:path>
                <a:path w="5948045" h="2713990">
                  <a:moveTo>
                    <a:pt x="5198338" y="2713418"/>
                  </a:moveTo>
                  <a:lnTo>
                    <a:pt x="5198338" y="2704452"/>
                  </a:lnTo>
                  <a:lnTo>
                    <a:pt x="5194617" y="2696286"/>
                  </a:lnTo>
                  <a:lnTo>
                    <a:pt x="5194617" y="2713418"/>
                  </a:lnTo>
                  <a:lnTo>
                    <a:pt x="5198338" y="2713418"/>
                  </a:lnTo>
                  <a:close/>
                </a:path>
                <a:path w="5948045" h="2713990">
                  <a:moveTo>
                    <a:pt x="5938774" y="2367203"/>
                  </a:moveTo>
                  <a:lnTo>
                    <a:pt x="5935052" y="2359037"/>
                  </a:lnTo>
                  <a:lnTo>
                    <a:pt x="5196374" y="2695486"/>
                  </a:lnTo>
                  <a:lnTo>
                    <a:pt x="5198338" y="2695486"/>
                  </a:lnTo>
                  <a:lnTo>
                    <a:pt x="5198338" y="2713418"/>
                  </a:lnTo>
                  <a:lnTo>
                    <a:pt x="5199646" y="2713418"/>
                  </a:lnTo>
                  <a:lnTo>
                    <a:pt x="5200865" y="2713151"/>
                  </a:lnTo>
                  <a:lnTo>
                    <a:pt x="5929807" y="2381145"/>
                  </a:lnTo>
                  <a:lnTo>
                    <a:pt x="5929807" y="2367203"/>
                  </a:lnTo>
                  <a:lnTo>
                    <a:pt x="5938774" y="2367203"/>
                  </a:lnTo>
                  <a:close/>
                </a:path>
                <a:path w="5948045" h="2713990">
                  <a:moveTo>
                    <a:pt x="5938774" y="17945"/>
                  </a:moveTo>
                  <a:lnTo>
                    <a:pt x="5938774" y="8966"/>
                  </a:lnTo>
                  <a:lnTo>
                    <a:pt x="5929807" y="8966"/>
                  </a:lnTo>
                  <a:lnTo>
                    <a:pt x="5929807" y="17945"/>
                  </a:lnTo>
                  <a:lnTo>
                    <a:pt x="5938774" y="17945"/>
                  </a:lnTo>
                  <a:close/>
                </a:path>
                <a:path w="5948045" h="2713990">
                  <a:moveTo>
                    <a:pt x="5938774" y="2367203"/>
                  </a:moveTo>
                  <a:lnTo>
                    <a:pt x="5938774" y="17945"/>
                  </a:lnTo>
                  <a:lnTo>
                    <a:pt x="5929807" y="17945"/>
                  </a:lnTo>
                  <a:lnTo>
                    <a:pt x="5929807" y="2361426"/>
                  </a:lnTo>
                  <a:lnTo>
                    <a:pt x="5935052" y="2359037"/>
                  </a:lnTo>
                  <a:lnTo>
                    <a:pt x="5938774" y="2367203"/>
                  </a:lnTo>
                  <a:close/>
                </a:path>
                <a:path w="5948045" h="2713990">
                  <a:moveTo>
                    <a:pt x="5938774" y="2377061"/>
                  </a:moveTo>
                  <a:lnTo>
                    <a:pt x="5938774" y="2367203"/>
                  </a:lnTo>
                  <a:lnTo>
                    <a:pt x="5929807" y="2367203"/>
                  </a:lnTo>
                  <a:lnTo>
                    <a:pt x="5929807" y="2381145"/>
                  </a:lnTo>
                  <a:lnTo>
                    <a:pt x="5938774" y="23770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F7F19592-C37A-0ED3-ED62-27C86691F007}"/>
                </a:ext>
              </a:extLst>
            </p:cNvPr>
            <p:cNvSpPr/>
            <p:nvPr/>
          </p:nvSpPr>
          <p:spPr>
            <a:xfrm>
              <a:off x="6215176" y="3988739"/>
              <a:ext cx="741045" cy="337820"/>
            </a:xfrm>
            <a:custGeom>
              <a:avLst/>
              <a:gdLst/>
              <a:ahLst/>
              <a:cxnLst/>
              <a:rect l="l" t="t" r="r" b="b"/>
              <a:pathLst>
                <a:path w="741045" h="337820">
                  <a:moveTo>
                    <a:pt x="740435" y="0"/>
                  </a:moveTo>
                  <a:lnTo>
                    <a:pt x="655397" y="5180"/>
                  </a:lnTo>
                  <a:lnTo>
                    <a:pt x="584076" y="10387"/>
                  </a:lnTo>
                  <a:lnTo>
                    <a:pt x="432698" y="23262"/>
                  </a:lnTo>
                  <a:lnTo>
                    <a:pt x="396525" y="25669"/>
                  </a:lnTo>
                  <a:lnTo>
                    <a:pt x="364209" y="26651"/>
                  </a:lnTo>
                  <a:lnTo>
                    <a:pt x="333778" y="25916"/>
                  </a:lnTo>
                  <a:lnTo>
                    <a:pt x="303259" y="23174"/>
                  </a:lnTo>
                  <a:lnTo>
                    <a:pt x="270680" y="18134"/>
                  </a:lnTo>
                  <a:lnTo>
                    <a:pt x="234068" y="10506"/>
                  </a:lnTo>
                  <a:lnTo>
                    <a:pt x="191452" y="0"/>
                  </a:lnTo>
                  <a:lnTo>
                    <a:pt x="0" y="337248"/>
                  </a:lnTo>
                  <a:lnTo>
                    <a:pt x="740435" y="0"/>
                  </a:lnTo>
                  <a:close/>
                </a:path>
              </a:pathLst>
            </a:custGeom>
            <a:solidFill>
              <a:srgbClr val="DBD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0E5A6C24-27CC-F8D5-3B05-9AD6B0D69952}"/>
                </a:ext>
              </a:extLst>
            </p:cNvPr>
            <p:cNvSpPr/>
            <p:nvPr/>
          </p:nvSpPr>
          <p:spPr>
            <a:xfrm>
              <a:off x="6205448" y="3979037"/>
              <a:ext cx="760095" cy="356870"/>
            </a:xfrm>
            <a:custGeom>
              <a:avLst/>
              <a:gdLst/>
              <a:ahLst/>
              <a:cxnLst/>
              <a:rect l="l" t="t" r="r" b="b"/>
              <a:pathLst>
                <a:path w="760095" h="356870">
                  <a:moveTo>
                    <a:pt x="750658" y="19329"/>
                  </a:moveTo>
                  <a:lnTo>
                    <a:pt x="750658" y="18656"/>
                  </a:lnTo>
                  <a:lnTo>
                    <a:pt x="702488" y="21557"/>
                  </a:lnTo>
                  <a:lnTo>
                    <a:pt x="31195" y="327312"/>
                  </a:lnTo>
                  <a:lnTo>
                    <a:pt x="17538" y="351370"/>
                  </a:lnTo>
                  <a:lnTo>
                    <a:pt x="9728" y="346938"/>
                  </a:lnTo>
                  <a:lnTo>
                    <a:pt x="1930" y="342518"/>
                  </a:lnTo>
                  <a:lnTo>
                    <a:pt x="0" y="345909"/>
                  </a:lnTo>
                  <a:lnTo>
                    <a:pt x="482" y="350126"/>
                  </a:lnTo>
                  <a:lnTo>
                    <a:pt x="5740" y="355879"/>
                  </a:lnTo>
                  <a:lnTo>
                    <a:pt x="9893" y="356730"/>
                  </a:lnTo>
                  <a:lnTo>
                    <a:pt x="750658" y="19329"/>
                  </a:lnTo>
                  <a:close/>
                </a:path>
                <a:path w="760095" h="356870">
                  <a:moveTo>
                    <a:pt x="759904" y="11734"/>
                  </a:moveTo>
                  <a:lnTo>
                    <a:pt x="757847" y="3378"/>
                  </a:lnTo>
                  <a:lnTo>
                    <a:pt x="753973" y="508"/>
                  </a:lnTo>
                  <a:lnTo>
                    <a:pt x="749668" y="736"/>
                  </a:lnTo>
                  <a:lnTo>
                    <a:pt x="663424" y="6002"/>
                  </a:lnTo>
                  <a:lnTo>
                    <a:pt x="591256" y="11287"/>
                  </a:lnTo>
                  <a:lnTo>
                    <a:pt x="531145" y="16289"/>
                  </a:lnTo>
                  <a:lnTo>
                    <a:pt x="481069" y="20704"/>
                  </a:lnTo>
                  <a:lnTo>
                    <a:pt x="439010" y="24229"/>
                  </a:lnTo>
                  <a:lnTo>
                    <a:pt x="402949" y="26560"/>
                  </a:lnTo>
                  <a:lnTo>
                    <a:pt x="370865" y="27393"/>
                  </a:lnTo>
                  <a:lnTo>
                    <a:pt x="334414" y="26022"/>
                  </a:lnTo>
                  <a:lnTo>
                    <a:pt x="296849" y="21548"/>
                  </a:lnTo>
                  <a:lnTo>
                    <a:pt x="254436" y="13402"/>
                  </a:lnTo>
                  <a:lnTo>
                    <a:pt x="203441" y="1015"/>
                  </a:lnTo>
                  <a:lnTo>
                    <a:pt x="199504" y="0"/>
                  </a:lnTo>
                  <a:lnTo>
                    <a:pt x="195376" y="1739"/>
                  </a:lnTo>
                  <a:lnTo>
                    <a:pt x="1930" y="342518"/>
                  </a:lnTo>
                  <a:lnTo>
                    <a:pt x="6007" y="344836"/>
                  </a:lnTo>
                  <a:lnTo>
                    <a:pt x="6007" y="338785"/>
                  </a:lnTo>
                  <a:lnTo>
                    <a:pt x="31195" y="327312"/>
                  </a:lnTo>
                  <a:lnTo>
                    <a:pt x="198920" y="31841"/>
                  </a:lnTo>
                  <a:lnTo>
                    <a:pt x="198920" y="18376"/>
                  </a:lnTo>
                  <a:lnTo>
                    <a:pt x="201180" y="9702"/>
                  </a:lnTo>
                  <a:lnTo>
                    <a:pt x="208978" y="14122"/>
                  </a:lnTo>
                  <a:lnTo>
                    <a:pt x="208978" y="20820"/>
                  </a:lnTo>
                  <a:lnTo>
                    <a:pt x="250553" y="30922"/>
                  </a:lnTo>
                  <a:lnTo>
                    <a:pt x="294074" y="39268"/>
                  </a:lnTo>
                  <a:lnTo>
                    <a:pt x="333004" y="43908"/>
                  </a:lnTo>
                  <a:lnTo>
                    <a:pt x="370865" y="45338"/>
                  </a:lnTo>
                  <a:lnTo>
                    <a:pt x="399540" y="44669"/>
                  </a:lnTo>
                  <a:lnTo>
                    <a:pt x="430781" y="42832"/>
                  </a:lnTo>
                  <a:lnTo>
                    <a:pt x="465990" y="40031"/>
                  </a:lnTo>
                  <a:lnTo>
                    <a:pt x="506569" y="36469"/>
                  </a:lnTo>
                  <a:lnTo>
                    <a:pt x="553923" y="32348"/>
                  </a:lnTo>
                  <a:lnTo>
                    <a:pt x="609454" y="27870"/>
                  </a:lnTo>
                  <a:lnTo>
                    <a:pt x="674564" y="23239"/>
                  </a:lnTo>
                  <a:lnTo>
                    <a:pt x="702488" y="21557"/>
                  </a:lnTo>
                  <a:lnTo>
                    <a:pt x="746417" y="1549"/>
                  </a:lnTo>
                  <a:lnTo>
                    <a:pt x="750138" y="9702"/>
                  </a:lnTo>
                  <a:lnTo>
                    <a:pt x="750658" y="18656"/>
                  </a:lnTo>
                  <a:lnTo>
                    <a:pt x="750658" y="19329"/>
                  </a:lnTo>
                  <a:lnTo>
                    <a:pt x="757796" y="16078"/>
                  </a:lnTo>
                  <a:lnTo>
                    <a:pt x="759904" y="11734"/>
                  </a:lnTo>
                  <a:close/>
                </a:path>
                <a:path w="760095" h="356870">
                  <a:moveTo>
                    <a:pt x="31195" y="327312"/>
                  </a:moveTo>
                  <a:lnTo>
                    <a:pt x="6007" y="338785"/>
                  </a:lnTo>
                  <a:lnTo>
                    <a:pt x="9728" y="346951"/>
                  </a:lnTo>
                  <a:lnTo>
                    <a:pt x="17538" y="351370"/>
                  </a:lnTo>
                  <a:lnTo>
                    <a:pt x="31195" y="327312"/>
                  </a:lnTo>
                  <a:close/>
                </a:path>
                <a:path w="760095" h="356870">
                  <a:moveTo>
                    <a:pt x="9728" y="346951"/>
                  </a:moveTo>
                  <a:lnTo>
                    <a:pt x="6007" y="338785"/>
                  </a:lnTo>
                  <a:lnTo>
                    <a:pt x="6007" y="344836"/>
                  </a:lnTo>
                  <a:lnTo>
                    <a:pt x="9728" y="346951"/>
                  </a:lnTo>
                  <a:close/>
                </a:path>
                <a:path w="760095" h="356870">
                  <a:moveTo>
                    <a:pt x="208978" y="14122"/>
                  </a:moveTo>
                  <a:lnTo>
                    <a:pt x="201180" y="9702"/>
                  </a:lnTo>
                  <a:lnTo>
                    <a:pt x="198920" y="18376"/>
                  </a:lnTo>
                  <a:lnTo>
                    <a:pt x="205636" y="20008"/>
                  </a:lnTo>
                  <a:lnTo>
                    <a:pt x="208978" y="14122"/>
                  </a:lnTo>
                  <a:close/>
                </a:path>
                <a:path w="760095" h="356870">
                  <a:moveTo>
                    <a:pt x="205636" y="20008"/>
                  </a:moveTo>
                  <a:lnTo>
                    <a:pt x="198920" y="18376"/>
                  </a:lnTo>
                  <a:lnTo>
                    <a:pt x="198920" y="31841"/>
                  </a:lnTo>
                  <a:lnTo>
                    <a:pt x="205636" y="20008"/>
                  </a:lnTo>
                  <a:close/>
                </a:path>
                <a:path w="760095" h="356870">
                  <a:moveTo>
                    <a:pt x="208978" y="20820"/>
                  </a:moveTo>
                  <a:lnTo>
                    <a:pt x="208978" y="14122"/>
                  </a:lnTo>
                  <a:lnTo>
                    <a:pt x="205636" y="20008"/>
                  </a:lnTo>
                  <a:lnTo>
                    <a:pt x="208978" y="20820"/>
                  </a:lnTo>
                  <a:close/>
                </a:path>
                <a:path w="760095" h="356870">
                  <a:moveTo>
                    <a:pt x="750658" y="18656"/>
                  </a:moveTo>
                  <a:lnTo>
                    <a:pt x="750163" y="9702"/>
                  </a:lnTo>
                  <a:lnTo>
                    <a:pt x="746417" y="1549"/>
                  </a:lnTo>
                  <a:lnTo>
                    <a:pt x="702488" y="21557"/>
                  </a:lnTo>
                  <a:lnTo>
                    <a:pt x="750658" y="186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62CCF003-364C-D49B-D879-03BD96BD0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err="1"/>
              <a:t>useReducer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DA2A73-E055-841F-035A-DD1F2DC235DE}"/>
              </a:ext>
            </a:extLst>
          </p:cNvPr>
          <p:cNvSpPr txBox="1"/>
          <p:nvPr/>
        </p:nvSpPr>
        <p:spPr bwMode="ltGray">
          <a:xfrm>
            <a:off x="2822557" y="497945"/>
            <a:ext cx="6113623" cy="445506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React, { </a:t>
            </a:r>
            <a:r>
              <a:rPr lang="en-US" sz="105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useReducer</a:t>
            </a:r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} from 'react';</a:t>
            </a:r>
          </a:p>
          <a:p>
            <a:endParaRPr lang="en-US" sz="105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// Reducer function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const reducer = (state, action) =&gt; {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switch (</a:t>
            </a:r>
            <a:r>
              <a:rPr lang="en-US" sz="105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action.type</a:t>
            </a:r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 {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case 'increment':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return { count: </a:t>
            </a:r>
            <a:r>
              <a:rPr lang="en-US" sz="105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state.count</a:t>
            </a:r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+ 1 };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case 'decrement':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return { count: </a:t>
            </a:r>
            <a:r>
              <a:rPr lang="en-US" sz="105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state.count</a:t>
            </a:r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- 1 };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default: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throw new Error();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}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};</a:t>
            </a:r>
          </a:p>
          <a:p>
            <a:endParaRPr lang="en-US" sz="105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function Counter() {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const [state, dispatch] = </a:t>
            </a:r>
            <a:r>
              <a:rPr lang="en-US" sz="105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useReducer</a:t>
            </a:r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(reducer, { count: 0 });</a:t>
            </a:r>
          </a:p>
          <a:p>
            <a:endParaRPr lang="en-US" sz="105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return (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&lt;div&gt;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&lt;p&gt;Count: {</a:t>
            </a:r>
            <a:r>
              <a:rPr lang="en-US" sz="105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state.count</a:t>
            </a:r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}&lt;/p&gt;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&lt;button </a:t>
            </a:r>
            <a:r>
              <a:rPr lang="en-US" sz="105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onClick</a:t>
            </a:r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={() =&gt; dispatch({ type: 'increment' })}&gt;Increment&lt;/button&gt;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&lt;button </a:t>
            </a:r>
            <a:r>
              <a:rPr lang="en-US" sz="105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onClick</a:t>
            </a:r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={() =&gt; dispatch({ type: 'decrement' })}&gt;Decrement&lt;/button&gt;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&lt;/div&gt;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);</a:t>
            </a:r>
          </a:p>
          <a:p>
            <a:r>
              <a:rPr lang="en-US" sz="105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09762827"/>
      </p:ext>
    </p:extLst>
  </p:cSld>
  <p:clrMapOvr>
    <a:masterClrMapping/>
  </p:clrMapOvr>
  <p:transition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6A3268-15BF-5D2F-45D4-E37FECBB4C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Knowledge Check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3226C-D01B-0558-DD25-1168B5BF7D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3928C-3E02-D9E0-47B9-54CF8212CD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CD4C48-EED6-7198-0995-1A4153CD4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359218" y="1493493"/>
            <a:ext cx="1630971" cy="163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631623"/>
      </p:ext>
    </p:extLst>
  </p:cSld>
  <p:clrMapOvr>
    <a:masterClrMapping/>
  </p:clrMapOvr>
  <p:transition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608351-FFCA-1807-937B-E1E24BDB0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28</a:t>
            </a:fld>
            <a:endParaRPr lang="en-GB" noProof="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42FA99-0D52-6434-D27B-19203608C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E176F7-F0B2-9813-F426-B492766B4A06}"/>
              </a:ext>
            </a:extLst>
          </p:cNvPr>
          <p:cNvSpPr txBox="1"/>
          <p:nvPr/>
        </p:nvSpPr>
        <p:spPr bwMode="ltGray">
          <a:xfrm>
            <a:off x="775564" y="301130"/>
            <a:ext cx="7107672" cy="408592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Question 1:What is the main advantage of using a component-based architecture in React?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A) It allows for direct manipulation of the DOM.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B) It improves performance by reducing DOM updates.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C) It requires less memory allocation compared to traditional JavaScript.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D) It simplifies server-side rendering.</a:t>
            </a:r>
          </a:p>
          <a:p>
            <a:pPr>
              <a:lnSpc>
                <a:spcPct val="150000"/>
              </a:lnSpc>
            </a:pP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Question 2:Which part of React is responsible for optimizing updates to the DOM?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en-US" sz="1089" dirty="0">
                <a:latin typeface="+mn-lt"/>
              </a:rPr>
              <a:t>Component-based architecture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en-US" sz="1089" dirty="0">
                <a:latin typeface="+mn-lt"/>
              </a:rPr>
              <a:t>B) Virtual DOM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en-US" sz="1089" dirty="0">
                <a:latin typeface="+mn-lt"/>
              </a:rPr>
              <a:t>C) Unidirectional data flow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D) JSX syntax</a:t>
            </a:r>
          </a:p>
          <a:p>
            <a:pPr>
              <a:lnSpc>
                <a:spcPct val="150000"/>
              </a:lnSpc>
            </a:pP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Question 3:Which tool is essential for setting up a React development environment?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A) Visual Studio </a:t>
            </a:r>
            <a:r>
              <a:rPr lang="en-US" sz="1089" dirty="0" err="1">
                <a:latin typeface="+mn-lt"/>
              </a:rPr>
              <a:t>CodeB</a:t>
            </a:r>
            <a:r>
              <a:rPr lang="en-US" sz="1089" dirty="0">
                <a:latin typeface="+mn-lt"/>
              </a:rPr>
              <a:t>) Node.js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C) Angular CLI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D) Java Development Kit (JDK)</a:t>
            </a:r>
          </a:p>
        </p:txBody>
      </p:sp>
    </p:spTree>
    <p:extLst>
      <p:ext uri="{BB962C8B-B14F-4D97-AF65-F5344CB8AC3E}">
        <p14:creationId xmlns:p14="http://schemas.microsoft.com/office/powerpoint/2010/main" val="2869473868"/>
      </p:ext>
    </p:extLst>
  </p:cSld>
  <p:clrMapOvr>
    <a:masterClrMapping/>
  </p:clrMapOvr>
  <p:transition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608351-FFCA-1807-937B-E1E24BDB0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29</a:t>
            </a:fld>
            <a:endParaRPr lang="en-GB" noProof="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42FA99-0D52-6434-D27B-19203608C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E176F7-F0B2-9813-F426-B492766B4A06}"/>
              </a:ext>
            </a:extLst>
          </p:cNvPr>
          <p:cNvSpPr txBox="1"/>
          <p:nvPr/>
        </p:nvSpPr>
        <p:spPr bwMode="ltGray">
          <a:xfrm>
            <a:off x="457200" y="301130"/>
            <a:ext cx="7426036" cy="433734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Question 1:What is the main advantage of using a component-based architecture in React?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A) It allows for direct manipulation of the DOM.</a:t>
            </a:r>
          </a:p>
          <a:p>
            <a:pPr>
              <a:lnSpc>
                <a:spcPct val="150000"/>
              </a:lnSpc>
            </a:pPr>
            <a:r>
              <a:rPr lang="en-US" sz="1089" b="1" dirty="0">
                <a:latin typeface="+mn-lt"/>
              </a:rPr>
              <a:t>B) It improves performance by reducing DOM updates.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C) It requires less memory allocation compared to traditional JavaScript.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D) It simplifies server-side rendering.</a:t>
            </a:r>
          </a:p>
          <a:p>
            <a:pPr>
              <a:lnSpc>
                <a:spcPct val="150000"/>
              </a:lnSpc>
            </a:pP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Question 2:Which part of React is responsible for optimizing updates to the DOM?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en-US" sz="1089" dirty="0">
                <a:latin typeface="+mn-lt"/>
              </a:rPr>
              <a:t>Component-based architecture</a:t>
            </a:r>
          </a:p>
          <a:p>
            <a:pPr>
              <a:lnSpc>
                <a:spcPct val="150000"/>
              </a:lnSpc>
            </a:pPr>
            <a:r>
              <a:rPr lang="en-US" sz="1089" b="1" dirty="0">
                <a:latin typeface="+mn-lt"/>
              </a:rPr>
              <a:t>B) Virtual DOM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C) Unidirectional data flow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D) JSX syntax</a:t>
            </a:r>
          </a:p>
          <a:p>
            <a:pPr>
              <a:lnSpc>
                <a:spcPct val="150000"/>
              </a:lnSpc>
            </a:pP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Question 3:Which tool is essential for setting up a React development environment?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en-US" sz="1089" dirty="0">
                <a:latin typeface="+mn-lt"/>
              </a:rPr>
              <a:t>Visual Studio Code</a:t>
            </a:r>
          </a:p>
          <a:p>
            <a:pPr>
              <a:lnSpc>
                <a:spcPct val="150000"/>
              </a:lnSpc>
            </a:pPr>
            <a:r>
              <a:rPr lang="en-US" sz="1089" b="1" dirty="0">
                <a:latin typeface="+mn-lt"/>
              </a:rPr>
              <a:t>B) Node.js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C) Angular CLI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D) Java Development Kit (JDK)</a:t>
            </a:r>
          </a:p>
        </p:txBody>
      </p:sp>
    </p:spTree>
    <p:extLst>
      <p:ext uri="{BB962C8B-B14F-4D97-AF65-F5344CB8AC3E}">
        <p14:creationId xmlns:p14="http://schemas.microsoft.com/office/powerpoint/2010/main" val="2053411256"/>
      </p:ext>
    </p:extLst>
  </p:cSld>
  <p:clrMapOvr>
    <a:masterClrMapping/>
  </p:clrMapOvr>
  <p:transition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608351-FFCA-1807-937B-E1E24BDB0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30</a:t>
            </a:fld>
            <a:endParaRPr lang="en-GB" noProof="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42FA99-0D52-6434-D27B-19203608C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E176F7-F0B2-9813-F426-B492766B4A06}"/>
              </a:ext>
            </a:extLst>
          </p:cNvPr>
          <p:cNvSpPr txBox="1"/>
          <p:nvPr/>
        </p:nvSpPr>
        <p:spPr bwMode="ltGray">
          <a:xfrm>
            <a:off x="775564" y="301130"/>
            <a:ext cx="7107672" cy="358309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Question 4:Which lifecycle method in React is used to perform actions after the component has been rendered for the first time?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A) </a:t>
            </a:r>
            <a:r>
              <a:rPr lang="en-US" sz="1089" dirty="0" err="1">
                <a:latin typeface="+mn-lt"/>
              </a:rPr>
              <a:t>componentWillMount</a:t>
            </a: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B) </a:t>
            </a:r>
            <a:r>
              <a:rPr lang="en-US" sz="1089" dirty="0" err="1">
                <a:latin typeface="+mn-lt"/>
              </a:rPr>
              <a:t>componentWillUpdate</a:t>
            </a: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C) </a:t>
            </a:r>
            <a:r>
              <a:rPr lang="en-US" sz="1089" dirty="0" err="1">
                <a:latin typeface="+mn-lt"/>
              </a:rPr>
              <a:t>componentDidMount</a:t>
            </a: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D) </a:t>
            </a:r>
            <a:r>
              <a:rPr lang="en-US" sz="1089" dirty="0" err="1">
                <a:latin typeface="+mn-lt"/>
              </a:rPr>
              <a:t>componentDidUpdate</a:t>
            </a: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Answer: C) </a:t>
            </a:r>
            <a:r>
              <a:rPr lang="en-US" sz="1089" dirty="0" err="1">
                <a:latin typeface="+mn-lt"/>
              </a:rPr>
              <a:t>componentDidMount</a:t>
            </a: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Question 5:Which React hook is used to </a:t>
            </a:r>
            <a:r>
              <a:rPr lang="en-US" sz="1089" dirty="0" err="1">
                <a:latin typeface="+mn-lt"/>
              </a:rPr>
              <a:t>memoize</a:t>
            </a:r>
            <a:r>
              <a:rPr lang="en-US" sz="1089" dirty="0">
                <a:latin typeface="+mn-lt"/>
              </a:rPr>
              <a:t> the result of a complex computation to optimize performance?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A) </a:t>
            </a:r>
            <a:r>
              <a:rPr lang="en-US" sz="1089" dirty="0" err="1">
                <a:latin typeface="+mn-lt"/>
              </a:rPr>
              <a:t>useMemo</a:t>
            </a: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B) </a:t>
            </a:r>
            <a:r>
              <a:rPr lang="en-US" sz="1089" dirty="0" err="1">
                <a:latin typeface="+mn-lt"/>
              </a:rPr>
              <a:t>useCallback</a:t>
            </a: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C) </a:t>
            </a:r>
            <a:r>
              <a:rPr lang="en-US" sz="1089" dirty="0" err="1">
                <a:latin typeface="+mn-lt"/>
              </a:rPr>
              <a:t>useEffect</a:t>
            </a: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D) </a:t>
            </a:r>
            <a:r>
              <a:rPr lang="en-US" sz="1089" dirty="0" err="1">
                <a:latin typeface="+mn-lt"/>
              </a:rPr>
              <a:t>useReducerAnswer</a:t>
            </a:r>
            <a:r>
              <a:rPr lang="en-US" sz="1089" dirty="0">
                <a:latin typeface="+mn-lt"/>
              </a:rPr>
              <a:t>: A) </a:t>
            </a:r>
            <a:r>
              <a:rPr lang="en-US" sz="1089" dirty="0" err="1">
                <a:latin typeface="+mn-lt"/>
              </a:rPr>
              <a:t>useMemo</a:t>
            </a:r>
            <a:endParaRPr lang="en-US" sz="1089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85049013"/>
      </p:ext>
    </p:extLst>
  </p:cSld>
  <p:clrMapOvr>
    <a:masterClrMapping/>
  </p:clrMapOvr>
  <p:transition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608351-FFCA-1807-937B-E1E24BDB0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1DA9FD-6EF8-4CC5-AF9B-B6159B5B937C}" type="slidenum">
              <a:rPr lang="en-GB" noProof="1" smtClean="0"/>
              <a:pPr/>
              <a:t>31</a:t>
            </a:fld>
            <a:endParaRPr lang="en-GB" noProof="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42FA99-0D52-6434-D27B-19203608C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GB">
                <a:ea typeface="Deutsche Bank Text" panose="020B0503020202030204" pitchFamily="34" charset="0"/>
              </a:rPr>
              <a:t>Speaker name. Name of event or project. Date</a:t>
            </a:r>
            <a:endParaRPr lang="en-GB" dirty="0">
              <a:ea typeface="Deutsche Bank Text" panose="020B0503020202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E176F7-F0B2-9813-F426-B492766B4A06}"/>
              </a:ext>
            </a:extLst>
          </p:cNvPr>
          <p:cNvSpPr txBox="1"/>
          <p:nvPr/>
        </p:nvSpPr>
        <p:spPr bwMode="ltGray">
          <a:xfrm>
            <a:off x="775564" y="301130"/>
            <a:ext cx="7107672" cy="333168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Question 4:Which lifecycle method in React is used to perform actions after the component has been rendered for the first time?</a:t>
            </a: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A) </a:t>
            </a:r>
            <a:r>
              <a:rPr lang="en-US" sz="1089" dirty="0" err="1">
                <a:latin typeface="+mn-lt"/>
              </a:rPr>
              <a:t>componentWillMount</a:t>
            </a: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B) </a:t>
            </a:r>
            <a:r>
              <a:rPr lang="en-US" sz="1089" dirty="0" err="1">
                <a:latin typeface="+mn-lt"/>
              </a:rPr>
              <a:t>componentWillUpdate</a:t>
            </a: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b="1" dirty="0">
                <a:latin typeface="+mn-lt"/>
              </a:rPr>
              <a:t>C) </a:t>
            </a:r>
            <a:r>
              <a:rPr lang="en-US" sz="1089" b="1" dirty="0" err="1">
                <a:latin typeface="+mn-lt"/>
              </a:rPr>
              <a:t>componentDidMount</a:t>
            </a:r>
            <a:endParaRPr lang="en-US" sz="1089" b="1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D) </a:t>
            </a:r>
            <a:r>
              <a:rPr lang="en-US" sz="1089" dirty="0" err="1">
                <a:latin typeface="+mn-lt"/>
              </a:rPr>
              <a:t>componentDidUpdate</a:t>
            </a: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Question 5:Which React hook is used to </a:t>
            </a:r>
            <a:r>
              <a:rPr lang="en-US" sz="1089" dirty="0" err="1">
                <a:latin typeface="+mn-lt"/>
              </a:rPr>
              <a:t>memoize</a:t>
            </a:r>
            <a:r>
              <a:rPr lang="en-US" sz="1089" dirty="0">
                <a:latin typeface="+mn-lt"/>
              </a:rPr>
              <a:t> the result of a complex computation to optimize performance?</a:t>
            </a:r>
          </a:p>
          <a:p>
            <a:pPr>
              <a:lnSpc>
                <a:spcPct val="150000"/>
              </a:lnSpc>
            </a:pPr>
            <a:r>
              <a:rPr lang="en-US" sz="1089" b="1" dirty="0">
                <a:latin typeface="+mn-lt"/>
              </a:rPr>
              <a:t>A) </a:t>
            </a:r>
            <a:r>
              <a:rPr lang="en-US" sz="1089" b="1" dirty="0" err="1">
                <a:latin typeface="+mn-lt"/>
              </a:rPr>
              <a:t>useMemo</a:t>
            </a:r>
            <a:endParaRPr lang="en-US" sz="1089" b="1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B) </a:t>
            </a:r>
            <a:r>
              <a:rPr lang="en-US" sz="1089" dirty="0" err="1">
                <a:latin typeface="+mn-lt"/>
              </a:rPr>
              <a:t>useCallback</a:t>
            </a: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C) </a:t>
            </a:r>
            <a:r>
              <a:rPr lang="en-US" sz="1089" dirty="0" err="1">
                <a:latin typeface="+mn-lt"/>
              </a:rPr>
              <a:t>useEffect</a:t>
            </a:r>
            <a:endParaRPr lang="en-US" sz="1089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1089" dirty="0">
                <a:latin typeface="+mn-lt"/>
              </a:rPr>
              <a:t>D) </a:t>
            </a:r>
            <a:r>
              <a:rPr lang="en-US" sz="1089" dirty="0" err="1">
                <a:latin typeface="+mn-lt"/>
              </a:rPr>
              <a:t>useReducer</a:t>
            </a:r>
            <a:endParaRPr lang="en-US" sz="1089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63464319"/>
      </p:ext>
    </p:extLst>
  </p:cSld>
  <p:clrMapOvr>
    <a:masterClrMapping/>
  </p:clrMapOvr>
  <p:transition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7E4292-FB8D-7263-0032-6133AFA77C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React Lab: Appointment Planner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0ABFB-6EF1-BEEF-52A9-91C9D30F4A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024DD-41AA-D0D4-92AA-5A60C11473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72778"/>
      </p:ext>
    </p:extLst>
  </p:cSld>
  <p:clrMapOvr>
    <a:masterClrMapping/>
  </p:clrMapOvr>
  <p:transition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07DF02A-D444-96AD-5CF2-58C5D292C4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React Lab: </a:t>
            </a:r>
            <a:r>
              <a:rPr lang="en-US" dirty="0" err="1"/>
              <a:t>Jammming</a:t>
            </a:r>
            <a:r>
              <a:rPr lang="en-US"/>
              <a:t> (Part 1)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76BF8-A2B4-2A46-0171-B75B8253F2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84F908-3D95-BB75-9C97-5B4E2C6B05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101096"/>
      </p:ext>
    </p:extLst>
  </p:cSld>
  <p:clrMapOvr>
    <a:masterClrMapping/>
  </p:clrMapOvr>
  <p:transition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362ED2A-D708-CF03-2D60-0884311ED4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React Lab: </a:t>
            </a:r>
            <a:r>
              <a:rPr lang="en-US" dirty="0" err="1"/>
              <a:t>Jammming</a:t>
            </a:r>
            <a:r>
              <a:rPr lang="en-US" dirty="0"/>
              <a:t>, Part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4ABBF7-8F14-5088-6032-F0BC0F6F0C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300989-3843-9935-BC16-2D5180862E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509584"/>
      </p:ext>
    </p:extLst>
  </p:cSld>
  <p:clrMapOvr>
    <a:masterClrMapping/>
  </p:clrMapOvr>
  <p:transition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2F4C37-72B8-9120-AAFD-249BDB6C8A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React Components Interacting Lab: </a:t>
            </a:r>
            <a:r>
              <a:rPr lang="en-US" dirty="0" err="1"/>
              <a:t>CodeyOverflow</a:t>
            </a:r>
            <a:r>
              <a:rPr lang="en-US" dirty="0"/>
              <a:t> Forum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740802-37C0-6F53-BFE9-80A6A81951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1C7227-27AA-91A7-BC6C-BD237F12E9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566544"/>
      </p:ext>
    </p:extLst>
  </p:cSld>
  <p:clrMapOvr>
    <a:masterClrMapping/>
  </p:clrMapOvr>
  <p:transition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92A00-9797-D78B-7E9A-4791E4676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C7D1825-A9B0-66DF-247B-810C75A3D8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ea typeface="ＭＳ Ｐゴシック"/>
              </a:rPr>
              <a:t>React Jest Lab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998F0-2D7D-A643-F780-D5B9252661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7BE9B-4542-260F-D607-7C5AE70FB5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21441"/>
      </p:ext>
    </p:extLst>
  </p:cSld>
  <p:clrMapOvr>
    <a:masterClrMapping/>
  </p:clrMapOvr>
  <p:transition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AEEAA-D21C-F245-0090-BC531BD7E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CBE401-99B1-0869-C8E5-07772A09E0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ea typeface="ＭＳ Ｐゴシック"/>
              </a:rPr>
              <a:t>React Hooks: Passing Thoughts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6F7A1-26E2-FD43-922F-61858F39B1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6BCA54-833F-830E-10FF-4C2E797E6D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257286"/>
      </p:ext>
    </p:extLst>
  </p:cSld>
  <p:clrMapOvr>
    <a:masterClrMapping/>
  </p:clrMapOvr>
  <p:transition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4FA4D-6444-BC99-3086-CB06F24C4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13C23DD-2A0E-C0AA-FAB3-E5984BAB42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ea typeface="ＭＳ Ｐゴシック"/>
              </a:rPr>
              <a:t>Saucy Tango Food Order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CF4F0-1C21-6699-23FA-019856131A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D2AC42-E5D9-440D-6B44-7FE2A5EBE5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06555"/>
      </p:ext>
    </p:extLst>
  </p:cSld>
  <p:clrMapOvr>
    <a:masterClrMapping/>
  </p:clrMapOvr>
  <p:transition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BC7BC-41D5-245F-139D-13EFCE6E0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78EE63-D28A-7D12-B0A6-6932232A2FC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>
                <a:ea typeface="ＭＳ Ｐゴシック"/>
              </a:rPr>
              <a:t>Playing Hooky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49BCC-7F57-873B-25F3-20899BF391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9FCD0-AEB3-EC52-4BEC-85827F6732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145638"/>
      </p:ext>
    </p:extLst>
  </p:cSld>
  <p:clrMapOvr>
    <a:masterClrMapping/>
  </p:clrMapOvr>
  <p:transition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EE3259E-D77E-ED06-0762-25E3730A83C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Web Apps Developer</a:t>
            </a:r>
          </a:p>
        </p:txBody>
      </p:sp>
    </p:spTree>
    <p:extLst>
      <p:ext uri="{BB962C8B-B14F-4D97-AF65-F5344CB8AC3E}">
        <p14:creationId xmlns:p14="http://schemas.microsoft.com/office/powerpoint/2010/main" val="2597285415"/>
      </p:ext>
    </p:extLst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Deutsche Bank title master 2024 05">
  <a:themeElements>
    <a:clrScheme name="Deutsche Bank 2024 05">
      <a:dk1>
        <a:srgbClr val="000000"/>
      </a:dk1>
      <a:lt1>
        <a:srgbClr val="FFFFFF"/>
      </a:lt1>
      <a:dk2>
        <a:srgbClr val="16184E"/>
      </a:dk2>
      <a:lt2>
        <a:srgbClr val="CCEDF9"/>
      </a:lt2>
      <a:accent1>
        <a:srgbClr val="1E2A78"/>
      </a:accent1>
      <a:accent2>
        <a:srgbClr val="3BB8B8"/>
      </a:accent2>
      <a:accent3>
        <a:srgbClr val="24778D"/>
      </a:accent3>
      <a:accent4>
        <a:srgbClr val="25A62D"/>
      </a:accent4>
      <a:accent5>
        <a:srgbClr val="C9DD03"/>
      </a:accent5>
      <a:accent6>
        <a:srgbClr val="A1AC05"/>
      </a:accent6>
      <a:hlink>
        <a:srgbClr val="00A3E0"/>
      </a:hlink>
      <a:folHlink>
        <a:srgbClr val="00A3E0"/>
      </a:folHlink>
    </a:clrScheme>
    <a:fontScheme name="Deutsche Bank 04.2024">
      <a:majorFont>
        <a:latin typeface="Deutsche Bank Text"/>
        <a:ea typeface="MS PGothic"/>
        <a:cs typeface=""/>
      </a:majorFont>
      <a:minorFont>
        <a:latin typeface="Deutsche Bank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6350">
          <a:noFill/>
          <a:miter lim="800000"/>
          <a:headEnd/>
          <a:tailEnd/>
        </a:ln>
      </a:spPr>
      <a:bodyPr lIns="100913" tIns="50457" rIns="100913" bIns="50457" rtlCol="0" anchor="ctr">
        <a:noAutofit/>
      </a:bodyPr>
      <a:lstStyle>
        <a:defPPr algn="ctr" defTabSz="963613" eaLnBrk="0" hangingPunct="0">
          <a:tabLst>
            <a:tab pos="1257300" algn="l"/>
          </a:tabLst>
          <a:defRPr dirty="0" err="1" smtClean="0">
            <a:solidFill>
              <a:srgbClr val="FFFFFF"/>
            </a:solidFill>
            <a:latin typeface="+mn-lt"/>
          </a:defRPr>
        </a:defPPr>
      </a:lstStyle>
    </a:spDef>
    <a:lnDef>
      <a:spPr bwMode="auto">
        <a:noFill/>
        <a:ln w="12700">
          <a:solidFill>
            <a:schemeClr val="tx1"/>
          </a:solidFill>
          <a:round/>
          <a:headEnd/>
          <a:tailEnd/>
        </a:ln>
      </a:spPr>
      <a:bodyPr/>
      <a:lstStyle/>
    </a:lnDef>
    <a:txDef>
      <a:spPr bwMode="ltGray">
        <a:noFill/>
        <a:ln w="6350">
          <a:noFill/>
          <a:miter lim="800000"/>
          <a:headEnd/>
          <a:tailEnd/>
        </a:ln>
      </a:spPr>
      <a:bodyPr wrap="square" lIns="100913" tIns="50457" rIns="100913" bIns="50457" rtlCol="0" anchor="t" anchorCtr="0">
        <a:spAutoFit/>
      </a:bodyPr>
      <a:lstStyle>
        <a:defPPr eaLnBrk="0" hangingPunct="0">
          <a:defRPr dirty="0" err="1" smtClean="0">
            <a:latin typeface="+mn-lt"/>
          </a:defRPr>
        </a:defPPr>
      </a:lstStyle>
    </a:txDef>
  </a:objectDefaults>
  <a:extraClrSchemeLst/>
  <a:custClrLst>
    <a:custClr name="Deep Blue">
      <a:srgbClr val="1E2A78"/>
    </a:custClr>
    <a:custClr name="Dark Blue">
      <a:srgbClr val="16184E"/>
    </a:custClr>
    <a:custClr name="Bright Blue 100">
      <a:srgbClr val="00A3E0"/>
    </a:custClr>
    <a:custClr name="Vibrant Cyan">
      <a:srgbClr val="00D1FF"/>
    </a:custClr>
    <a:custClr name="Light Blue">
      <a:srgbClr val="ADEBFF"/>
    </a:custClr>
    <a:custClr name="Bright Blue 20">
      <a:srgbClr val="CCEDF9"/>
    </a:custClr>
    <a:custClr name="Bright Blue 10">
      <a:srgbClr val="E1F5FA"/>
    </a:custClr>
    <a:custClr name="Grey">
      <a:srgbClr val="EDF1F7"/>
    </a:custClr>
    <a:custClr name="White">
      <a:srgbClr val="FFFFFF"/>
    </a:custClr>
    <a:custClr name="White">
      <a:srgbClr val="FFFFFF"/>
    </a:custClr>
    <a:custClr name="Turquoise">
      <a:srgbClr val="3BB8B8"/>
    </a:custClr>
    <a:custClr name="Petrol">
      <a:srgbClr val="24778D"/>
    </a:custClr>
    <a:custClr name="Summer Green">
      <a:srgbClr val="25A62D"/>
    </a:custClr>
    <a:custClr name="Spring Green">
      <a:srgbClr val="C9DD03"/>
    </a:custClr>
    <a:custClr name="Autumn Green">
      <a:srgbClr val="A1AC05"/>
    </a:custClr>
    <a:custClr name="Yellow">
      <a:srgbClr val="FFE600"/>
    </a:custClr>
    <a:custClr name="Orange">
      <a:srgbClr val="F28011"/>
    </a:custClr>
    <a:custClr name="Red">
      <a:srgbClr val="E7001D"/>
    </a:custClr>
    <a:custClr name="Night Violet">
      <a:srgbClr val="452061"/>
    </a:custClr>
  </a:custClrLst>
  <a:extLst>
    <a:ext uri="{05A4C25C-085E-4340-85A3-A5531E510DB2}">
      <thm15:themeFamily xmlns:thm15="http://schemas.microsoft.com/office/thememl/2012/main" name="DB-ppt-master-16-9-en-2024-0508.potx" id="{03F4F82C-A993-420A-BE3F-9533B8D296BE}" vid="{F9659FAA-5FD8-4348-BAB2-E491194513AB}"/>
    </a:ext>
  </a:extLst>
</a:theme>
</file>

<file path=ppt/theme/theme2.xml><?xml version="1.0" encoding="utf-8"?>
<a:theme xmlns:a="http://schemas.openxmlformats.org/drawingml/2006/main" name="Deutsche Bank content master 2024 05">
  <a:themeElements>
    <a:clrScheme name="Deutsche Bank 2024 05">
      <a:dk1>
        <a:srgbClr val="000000"/>
      </a:dk1>
      <a:lt1>
        <a:srgbClr val="FFFFFF"/>
      </a:lt1>
      <a:dk2>
        <a:srgbClr val="16184E"/>
      </a:dk2>
      <a:lt2>
        <a:srgbClr val="CCEDF9"/>
      </a:lt2>
      <a:accent1>
        <a:srgbClr val="1E2A78"/>
      </a:accent1>
      <a:accent2>
        <a:srgbClr val="3BB8B8"/>
      </a:accent2>
      <a:accent3>
        <a:srgbClr val="24778D"/>
      </a:accent3>
      <a:accent4>
        <a:srgbClr val="25A62D"/>
      </a:accent4>
      <a:accent5>
        <a:srgbClr val="C9DD03"/>
      </a:accent5>
      <a:accent6>
        <a:srgbClr val="A1AC05"/>
      </a:accent6>
      <a:hlink>
        <a:srgbClr val="00A3E0"/>
      </a:hlink>
      <a:folHlink>
        <a:srgbClr val="00A3E0"/>
      </a:folHlink>
    </a:clrScheme>
    <a:fontScheme name="Deutsche Bank 04.2024">
      <a:majorFont>
        <a:latin typeface="Deutsche Bank Text"/>
        <a:ea typeface="MS PGothic"/>
        <a:cs typeface=""/>
      </a:majorFont>
      <a:minorFont>
        <a:latin typeface="Deutsche Bank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6350">
          <a:noFill/>
          <a:miter lim="800000"/>
          <a:headEnd/>
          <a:tailEnd/>
        </a:ln>
      </a:spPr>
      <a:bodyPr lIns="100913" tIns="50457" rIns="100913" bIns="50457" rtlCol="0" anchor="ctr">
        <a:noAutofit/>
      </a:bodyPr>
      <a:lstStyle>
        <a:defPPr algn="ctr" defTabSz="963613" eaLnBrk="0" hangingPunct="0">
          <a:tabLst>
            <a:tab pos="1257300" algn="l"/>
          </a:tabLst>
          <a:defRPr dirty="0" err="1" smtClean="0">
            <a:solidFill>
              <a:srgbClr val="FFFFFF"/>
            </a:solidFill>
            <a:latin typeface="+mn-lt"/>
          </a:defRPr>
        </a:defPPr>
      </a:lstStyle>
    </a:spDef>
    <a:lnDef>
      <a:spPr bwMode="auto">
        <a:noFill/>
        <a:ln w="12700">
          <a:solidFill>
            <a:schemeClr val="tx1"/>
          </a:solidFill>
          <a:round/>
          <a:headEnd/>
          <a:tailEnd/>
        </a:ln>
      </a:spPr>
      <a:bodyPr/>
      <a:lstStyle/>
    </a:lnDef>
    <a:txDef>
      <a:spPr bwMode="ltGray">
        <a:noFill/>
        <a:ln w="6350">
          <a:noFill/>
          <a:miter lim="800000"/>
          <a:headEnd/>
          <a:tailEnd/>
        </a:ln>
      </a:spPr>
      <a:bodyPr wrap="square" lIns="100913" tIns="50457" rIns="100913" bIns="50457" rtlCol="0" anchor="t" anchorCtr="0">
        <a:spAutoFit/>
      </a:bodyPr>
      <a:lstStyle>
        <a:defPPr eaLnBrk="0" hangingPunct="0">
          <a:defRPr dirty="0" err="1" smtClean="0">
            <a:latin typeface="+mn-lt"/>
          </a:defRPr>
        </a:defPPr>
      </a:lstStyle>
    </a:txDef>
  </a:objectDefaults>
  <a:extraClrSchemeLst/>
  <a:custClrLst>
    <a:custClr name="Deep Blue">
      <a:srgbClr val="1E2A78"/>
    </a:custClr>
    <a:custClr name="Dark Blue">
      <a:srgbClr val="16184E"/>
    </a:custClr>
    <a:custClr name="Bright Blue 100">
      <a:srgbClr val="00A3E0"/>
    </a:custClr>
    <a:custClr name="Vibrant Cyan">
      <a:srgbClr val="00D1FF"/>
    </a:custClr>
    <a:custClr name="Light Blue">
      <a:srgbClr val="ADEBFF"/>
    </a:custClr>
    <a:custClr name="Bright Blue 20">
      <a:srgbClr val="CCEDF9"/>
    </a:custClr>
    <a:custClr name="Bright Blue 10">
      <a:srgbClr val="E1F5FA"/>
    </a:custClr>
    <a:custClr name="Grey">
      <a:srgbClr val="EDF1F7"/>
    </a:custClr>
    <a:custClr name="White">
      <a:srgbClr val="FFFFFF"/>
    </a:custClr>
    <a:custClr name="White">
      <a:srgbClr val="FFFFFF"/>
    </a:custClr>
    <a:custClr name="Turquoise">
      <a:srgbClr val="3BB8B8"/>
    </a:custClr>
    <a:custClr name="Petrol">
      <a:srgbClr val="24778D"/>
    </a:custClr>
    <a:custClr name="Summer Green">
      <a:srgbClr val="25A62D"/>
    </a:custClr>
    <a:custClr name="Spring Green">
      <a:srgbClr val="C9DD03"/>
    </a:custClr>
    <a:custClr name="Autumn Green">
      <a:srgbClr val="A1AC05"/>
    </a:custClr>
    <a:custClr name="Yellow">
      <a:srgbClr val="FFE600"/>
    </a:custClr>
    <a:custClr name="Orange">
      <a:srgbClr val="F28011"/>
    </a:custClr>
    <a:custClr name="Red">
      <a:srgbClr val="E7001D"/>
    </a:custClr>
    <a:custClr name="Night Violet">
      <a:srgbClr val="452061"/>
    </a:custClr>
  </a:custClrLst>
  <a:extLst>
    <a:ext uri="{05A4C25C-085E-4340-85A3-A5531E510DB2}">
      <thm15:themeFamily xmlns:thm15="http://schemas.microsoft.com/office/thememl/2012/main" name="DB-ppt-master-16-9-en-2024-0508.potx" id="{03F4F82C-A993-420A-BE3F-9533B8D296BE}" vid="{F22E8401-D8BC-4370-AC03-B59A9642005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DB-ppt-master-16-9-en-2024-0508</Template>
  <TotalTime>244</TotalTime>
  <Words>1902</Words>
  <Application>Microsoft Office PowerPoint</Application>
  <PresentationFormat>On-screen Show (16:9)</PresentationFormat>
  <Paragraphs>361</Paragraphs>
  <Slides>41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43" baseType="lpstr">
      <vt:lpstr>Deutsche Bank title master 2024 05</vt:lpstr>
      <vt:lpstr>Deutsche Bank content master 2024 05</vt:lpstr>
      <vt:lpstr>PowerPoint Presentation</vt:lpstr>
      <vt:lpstr>What is React?</vt:lpstr>
      <vt:lpstr>Timeline of front-end JavaScript frameworks</vt:lpstr>
      <vt:lpstr>Common tasks in front-end development</vt:lpstr>
      <vt:lpstr>PowerPoint Presentation</vt:lpstr>
      <vt:lpstr>JavaScript and HTML in the same file</vt:lpstr>
      <vt:lpstr>JSX: the React programming language</vt:lpstr>
      <vt:lpstr>PowerPoint Presentation</vt:lpstr>
      <vt:lpstr>PowerPoint Presentation</vt:lpstr>
      <vt:lpstr>Functional Programming</vt:lpstr>
      <vt:lpstr>Functional Programming</vt:lpstr>
      <vt:lpstr>Functional Programming</vt:lpstr>
      <vt:lpstr>Components</vt:lpstr>
      <vt:lpstr>Anatomy of a React Component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Component Hierarchy</vt:lpstr>
      <vt:lpstr>PowerPoint Presentation</vt:lpstr>
      <vt:lpstr>Custom Hooks </vt:lpstr>
      <vt:lpstr>useMemo</vt:lpstr>
      <vt:lpstr>useCallback</vt:lpstr>
      <vt:lpstr>useCallback</vt:lpstr>
      <vt:lpstr>useReducer</vt:lpstr>
      <vt:lpstr>useReducer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Cynthia Majhi</dc:creator>
  <cp:keywords/>
  <dc:description/>
  <cp:lastModifiedBy>Cynthia Majhi</cp:lastModifiedBy>
  <cp:revision>23</cp:revision>
  <dcterms:created xsi:type="dcterms:W3CDTF">2024-07-01T10:06:05Z</dcterms:created>
  <dcterms:modified xsi:type="dcterms:W3CDTF">2025-07-07T17:44:02Z</dcterms:modified>
  <cp:category/>
</cp:coreProperties>
</file>