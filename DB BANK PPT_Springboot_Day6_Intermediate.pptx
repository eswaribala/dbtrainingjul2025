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 autoCompressPictures="0">
  <p:sldMasterIdLst>
    <p:sldMasterId id="2147485431" r:id="rId1"/>
    <p:sldMasterId id="2147485382" r:id="rId2"/>
  </p:sldMasterIdLst>
  <p:notesMasterIdLst>
    <p:notesMasterId r:id="rId56"/>
  </p:notesMasterIdLst>
  <p:handoutMasterIdLst>
    <p:handoutMasterId r:id="rId57"/>
  </p:handoutMasterIdLst>
  <p:sldIdLst>
    <p:sldId id="345" r:id="rId3"/>
    <p:sldId id="305" r:id="rId4"/>
    <p:sldId id="382" r:id="rId5"/>
    <p:sldId id="383" r:id="rId6"/>
    <p:sldId id="384" r:id="rId7"/>
    <p:sldId id="385" r:id="rId8"/>
    <p:sldId id="386" r:id="rId9"/>
    <p:sldId id="388" r:id="rId10"/>
    <p:sldId id="389" r:id="rId11"/>
    <p:sldId id="387" r:id="rId12"/>
    <p:sldId id="390" r:id="rId13"/>
    <p:sldId id="391" r:id="rId14"/>
    <p:sldId id="392" r:id="rId15"/>
    <p:sldId id="393" r:id="rId16"/>
    <p:sldId id="370" r:id="rId17"/>
    <p:sldId id="394" r:id="rId18"/>
    <p:sldId id="395" r:id="rId19"/>
    <p:sldId id="396" r:id="rId20"/>
    <p:sldId id="397" r:id="rId21"/>
    <p:sldId id="381" r:id="rId22"/>
    <p:sldId id="348" r:id="rId23"/>
    <p:sldId id="368" r:id="rId24"/>
    <p:sldId id="398" r:id="rId25"/>
    <p:sldId id="399" r:id="rId26"/>
    <p:sldId id="400" r:id="rId27"/>
    <p:sldId id="401" r:id="rId28"/>
    <p:sldId id="369" r:id="rId29"/>
    <p:sldId id="404" r:id="rId30"/>
    <p:sldId id="405" r:id="rId31"/>
    <p:sldId id="346" r:id="rId32"/>
    <p:sldId id="347" r:id="rId33"/>
    <p:sldId id="357" r:id="rId34"/>
    <p:sldId id="358" r:id="rId35"/>
    <p:sldId id="406" r:id="rId36"/>
    <p:sldId id="349" r:id="rId37"/>
    <p:sldId id="350" r:id="rId38"/>
    <p:sldId id="351" r:id="rId39"/>
    <p:sldId id="352" r:id="rId40"/>
    <p:sldId id="353" r:id="rId41"/>
    <p:sldId id="359" r:id="rId42"/>
    <p:sldId id="360" r:id="rId43"/>
    <p:sldId id="354" r:id="rId44"/>
    <p:sldId id="355" r:id="rId45"/>
    <p:sldId id="361" r:id="rId46"/>
    <p:sldId id="356" r:id="rId47"/>
    <p:sldId id="362" r:id="rId48"/>
    <p:sldId id="363" r:id="rId49"/>
    <p:sldId id="364" r:id="rId50"/>
    <p:sldId id="402" r:id="rId51"/>
    <p:sldId id="408" r:id="rId52"/>
    <p:sldId id="409" r:id="rId53"/>
    <p:sldId id="403" r:id="rId54"/>
    <p:sldId id="407" r:id="rId55"/>
  </p:sldIdLst>
  <p:sldSz cx="9144000" cy="5143500" type="screen16x9"/>
  <p:notesSz cx="6794500" cy="9906000"/>
  <p:embeddedFontLst>
    <p:embeddedFont>
      <p:font typeface="ＭＳ Ｐゴシック" panose="020B0600070205080204" pitchFamily="34" charset="-128"/>
      <p:regular r:id="rId58"/>
    </p:embeddedFont>
    <p:embeddedFont>
      <p:font typeface="Deutsche Bank Text" panose="020B0604020202020204" charset="0"/>
      <p:regular r:id="rId59"/>
      <p:italic r:id="rId60"/>
    </p:embeddedFont>
  </p:embeddedFontLst>
  <p:defaultTextStyle>
    <a:defPPr>
      <a:defRPr lang="de-DE"/>
    </a:defPPr>
    <a:lvl1pPr algn="l" defTabSz="685785" rtl="0" fontAlgn="base">
      <a:spcBef>
        <a:spcPct val="0"/>
      </a:spcBef>
      <a:spcAft>
        <a:spcPct val="0"/>
      </a:spcAft>
      <a:defRPr sz="1361" kern="1200">
        <a:solidFill>
          <a:schemeClr val="tx1"/>
        </a:solidFill>
        <a:latin typeface="Arial" charset="0"/>
        <a:ea typeface="+mn-ea"/>
        <a:cs typeface="Arial" charset="0"/>
      </a:defRPr>
    </a:lvl1pPr>
    <a:lvl2pPr marL="342353" indent="-31320" algn="l" defTabSz="685785" rtl="0" fontAlgn="base">
      <a:spcBef>
        <a:spcPct val="0"/>
      </a:spcBef>
      <a:spcAft>
        <a:spcPct val="0"/>
      </a:spcAft>
      <a:defRPr sz="1361" kern="1200">
        <a:solidFill>
          <a:schemeClr val="tx1"/>
        </a:solidFill>
        <a:latin typeface="Arial" charset="0"/>
        <a:ea typeface="+mn-ea"/>
        <a:cs typeface="Arial" charset="0"/>
      </a:defRPr>
    </a:lvl2pPr>
    <a:lvl3pPr marL="685785" indent="-63719" algn="l" defTabSz="685785" rtl="0" fontAlgn="base">
      <a:spcBef>
        <a:spcPct val="0"/>
      </a:spcBef>
      <a:spcAft>
        <a:spcPct val="0"/>
      </a:spcAft>
      <a:defRPr sz="1361" kern="1200">
        <a:solidFill>
          <a:schemeClr val="tx1"/>
        </a:solidFill>
        <a:latin typeface="Arial" charset="0"/>
        <a:ea typeface="+mn-ea"/>
        <a:cs typeface="Arial" charset="0"/>
      </a:defRPr>
    </a:lvl3pPr>
    <a:lvl4pPr marL="1029218" indent="-96118" algn="l" defTabSz="685785" rtl="0" fontAlgn="base">
      <a:spcBef>
        <a:spcPct val="0"/>
      </a:spcBef>
      <a:spcAft>
        <a:spcPct val="0"/>
      </a:spcAft>
      <a:defRPr sz="1361" kern="1200">
        <a:solidFill>
          <a:schemeClr val="tx1"/>
        </a:solidFill>
        <a:latin typeface="Arial" charset="0"/>
        <a:ea typeface="+mn-ea"/>
        <a:cs typeface="Arial" charset="0"/>
      </a:defRPr>
    </a:lvl4pPr>
    <a:lvl5pPr marL="1372650" indent="-128518" algn="l" defTabSz="685785" rtl="0" fontAlgn="base">
      <a:spcBef>
        <a:spcPct val="0"/>
      </a:spcBef>
      <a:spcAft>
        <a:spcPct val="0"/>
      </a:spcAft>
      <a:defRPr sz="1361" kern="1200">
        <a:solidFill>
          <a:schemeClr val="tx1"/>
        </a:solidFill>
        <a:latin typeface="Arial" charset="0"/>
        <a:ea typeface="+mn-ea"/>
        <a:cs typeface="Arial" charset="0"/>
      </a:defRPr>
    </a:lvl5pPr>
    <a:lvl6pPr marL="1555166" algn="l" defTabSz="622066" rtl="0" eaLnBrk="1" latinLnBrk="0" hangingPunct="1">
      <a:defRPr sz="1361" kern="1200">
        <a:solidFill>
          <a:schemeClr val="tx1"/>
        </a:solidFill>
        <a:latin typeface="Arial" charset="0"/>
        <a:ea typeface="+mn-ea"/>
        <a:cs typeface="Arial" charset="0"/>
      </a:defRPr>
    </a:lvl6pPr>
    <a:lvl7pPr marL="1866199" algn="l" defTabSz="622066" rtl="0" eaLnBrk="1" latinLnBrk="0" hangingPunct="1">
      <a:defRPr sz="1361" kern="1200">
        <a:solidFill>
          <a:schemeClr val="tx1"/>
        </a:solidFill>
        <a:latin typeface="Arial" charset="0"/>
        <a:ea typeface="+mn-ea"/>
        <a:cs typeface="Arial" charset="0"/>
      </a:defRPr>
    </a:lvl7pPr>
    <a:lvl8pPr marL="2177232" algn="l" defTabSz="622066" rtl="0" eaLnBrk="1" latinLnBrk="0" hangingPunct="1">
      <a:defRPr sz="1361" kern="1200">
        <a:solidFill>
          <a:schemeClr val="tx1"/>
        </a:solidFill>
        <a:latin typeface="Arial" charset="0"/>
        <a:ea typeface="+mn-ea"/>
        <a:cs typeface="Arial" charset="0"/>
      </a:defRPr>
    </a:lvl8pPr>
    <a:lvl9pPr marL="2488265" algn="l" defTabSz="622066" rtl="0" eaLnBrk="1" latinLnBrk="0" hangingPunct="1">
      <a:defRPr sz="1361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Module 3" id="{A71953B1-7D4C-4270-AE81-2A9AF1F2B696}">
          <p14:sldIdLst>
            <p14:sldId id="345"/>
            <p14:sldId id="305"/>
            <p14:sldId id="382"/>
            <p14:sldId id="383"/>
            <p14:sldId id="384"/>
            <p14:sldId id="385"/>
            <p14:sldId id="386"/>
            <p14:sldId id="388"/>
            <p14:sldId id="389"/>
            <p14:sldId id="387"/>
            <p14:sldId id="390"/>
            <p14:sldId id="391"/>
            <p14:sldId id="392"/>
            <p14:sldId id="393"/>
            <p14:sldId id="370"/>
            <p14:sldId id="394"/>
            <p14:sldId id="395"/>
            <p14:sldId id="396"/>
            <p14:sldId id="397"/>
            <p14:sldId id="381"/>
            <p14:sldId id="348"/>
            <p14:sldId id="368"/>
            <p14:sldId id="398"/>
            <p14:sldId id="399"/>
            <p14:sldId id="400"/>
            <p14:sldId id="401"/>
            <p14:sldId id="369"/>
          </p14:sldIdLst>
        </p14:section>
        <p14:section name="Module 4" id="{99D45B1D-E2F9-40E8-BA81-C3EB943B1B11}">
          <p14:sldIdLst>
            <p14:sldId id="404"/>
            <p14:sldId id="405"/>
            <p14:sldId id="346"/>
            <p14:sldId id="347"/>
            <p14:sldId id="357"/>
            <p14:sldId id="358"/>
            <p14:sldId id="406"/>
            <p14:sldId id="349"/>
            <p14:sldId id="350"/>
            <p14:sldId id="351"/>
            <p14:sldId id="352"/>
            <p14:sldId id="353"/>
            <p14:sldId id="359"/>
            <p14:sldId id="360"/>
            <p14:sldId id="354"/>
            <p14:sldId id="355"/>
            <p14:sldId id="361"/>
            <p14:sldId id="356"/>
            <p14:sldId id="362"/>
            <p14:sldId id="363"/>
            <p14:sldId id="364"/>
          </p14:sldIdLst>
        </p14:section>
        <p14:section name="LABS" id="{1D8DB7DF-D26D-44D4-922F-86E4096BB3AA}">
          <p14:sldIdLst>
            <p14:sldId id="402"/>
            <p14:sldId id="408"/>
            <p14:sldId id="409"/>
            <p14:sldId id="403"/>
            <p14:sldId id="40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0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256D"/>
    <a:srgbClr val="18246A"/>
    <a:srgbClr val="1B1D5F"/>
    <a:srgbClr val="202272"/>
    <a:srgbClr val="23257B"/>
    <a:srgbClr val="671E75"/>
    <a:srgbClr val="E1F5FA"/>
    <a:srgbClr val="CCEDF9"/>
    <a:srgbClr val="1E2A78"/>
    <a:srgbClr val="121D69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AED4FB-C19A-2F7F-E5FC-7E67B0F16441}" v="67" dt="2025-07-07T17:34:50.1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Designformatvorlage 1 - Akz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12C8C85-51F0-491E-9774-3900AFEF0FD7}" styleName="Helle Formatvorlage 2 - Akz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4" autoAdjust="0"/>
    <p:restoredTop sz="96339" autoAdjust="0"/>
  </p:normalViewPr>
  <p:slideViewPr>
    <p:cSldViewPr snapToGrid="0" snapToObjects="1" showGuides="1">
      <p:cViewPr varScale="1">
        <p:scale>
          <a:sx n="153" d="100"/>
          <a:sy n="153" d="100"/>
        </p:scale>
        <p:origin x="486" y="13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 showGuides="1">
      <p:cViewPr varScale="1">
        <p:scale>
          <a:sx n="115" d="100"/>
          <a:sy n="115" d="100"/>
        </p:scale>
        <p:origin x="5491" y="58"/>
      </p:cViewPr>
      <p:guideLst>
        <p:guide orient="horz" pos="3120"/>
        <p:guide pos="214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font" Target="fonts/font1.fntdata"/><Relationship Id="rId66" Type="http://schemas.microsoft.com/office/2015/10/relationships/revisionInfo" Target="revisionInfo.xml"/><Relationship Id="rId5" Type="http://schemas.openxmlformats.org/officeDocument/2006/relationships/slide" Target="slides/slide3.xml"/><Relationship Id="rId61" Type="http://schemas.openxmlformats.org/officeDocument/2006/relationships/presProps" Target="pres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notesMaster" Target="notesMasters/notesMaster1.xml"/><Relationship Id="rId64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font" Target="fonts/font2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font" Target="fonts/font3.fntdata"/><Relationship Id="rId65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.sidcloud" userId="S::s.sidcloud_hotmail.com#ext#@skillsoft.onmicrosoft.com::51588e84-ca86-4ccb-847d-09a86edce369" providerId="AD" clId="Web-{03AED4FB-C19A-2F7F-E5FC-7E67B0F16441}"/>
    <pc:docChg chg="addSld modSld modSection">
      <pc:chgData name="s.sidcloud" userId="S::s.sidcloud_hotmail.com#ext#@skillsoft.onmicrosoft.com::51588e84-ca86-4ccb-847d-09a86edce369" providerId="AD" clId="Web-{03AED4FB-C19A-2F7F-E5FC-7E67B0F16441}" dt="2025-07-07T17:34:49.713" v="63" actId="20577"/>
      <pc:docMkLst>
        <pc:docMk/>
      </pc:docMkLst>
      <pc:sldChg chg="modSp">
        <pc:chgData name="s.sidcloud" userId="S::s.sidcloud_hotmail.com#ext#@skillsoft.onmicrosoft.com::51588e84-ca86-4ccb-847d-09a86edce369" providerId="AD" clId="Web-{03AED4FB-C19A-2F7F-E5FC-7E67B0F16441}" dt="2025-07-07T17:34:15.353" v="19" actId="20577"/>
        <pc:sldMkLst>
          <pc:docMk/>
          <pc:sldMk cId="2465904524" sldId="403"/>
        </pc:sldMkLst>
        <pc:spChg chg="mod">
          <ac:chgData name="s.sidcloud" userId="S::s.sidcloud_hotmail.com#ext#@skillsoft.onmicrosoft.com::51588e84-ca86-4ccb-847d-09a86edce369" providerId="AD" clId="Web-{03AED4FB-C19A-2F7F-E5FC-7E67B0F16441}" dt="2025-07-07T17:34:15.353" v="19" actId="20577"/>
          <ac:spMkLst>
            <pc:docMk/>
            <pc:sldMk cId="2465904524" sldId="403"/>
            <ac:spMk id="2" creationId="{A8789C59-1775-3C9F-53CD-7E169D81B11C}"/>
          </ac:spMkLst>
        </pc:spChg>
      </pc:sldChg>
      <pc:sldChg chg="modSp add replId">
        <pc:chgData name="s.sidcloud" userId="S::s.sidcloud_hotmail.com#ext#@skillsoft.onmicrosoft.com::51588e84-ca86-4ccb-847d-09a86edce369" providerId="AD" clId="Web-{03AED4FB-C19A-2F7F-E5FC-7E67B0F16441}" dt="2025-07-07T17:34:49.713" v="63" actId="20577"/>
        <pc:sldMkLst>
          <pc:docMk/>
          <pc:sldMk cId="852527993" sldId="408"/>
        </pc:sldMkLst>
        <pc:spChg chg="mod">
          <ac:chgData name="s.sidcloud" userId="S::s.sidcloud_hotmail.com#ext#@skillsoft.onmicrosoft.com::51588e84-ca86-4ccb-847d-09a86edce369" providerId="AD" clId="Web-{03AED4FB-C19A-2F7F-E5FC-7E67B0F16441}" dt="2025-07-07T17:34:49.713" v="63" actId="20577"/>
          <ac:spMkLst>
            <pc:docMk/>
            <pc:sldMk cId="852527993" sldId="408"/>
            <ac:spMk id="2" creationId="{0533986B-BC7D-0AA9-D2D7-161E189222F5}"/>
          </ac:spMkLst>
        </pc:spChg>
      </pc:sldChg>
      <pc:sldChg chg="modSp add replId">
        <pc:chgData name="s.sidcloud" userId="S::s.sidcloud_hotmail.com#ext#@skillsoft.onmicrosoft.com::51588e84-ca86-4ccb-847d-09a86edce369" providerId="AD" clId="Web-{03AED4FB-C19A-2F7F-E5FC-7E67B0F16441}" dt="2025-07-07T17:34:03.571" v="17" actId="20577"/>
        <pc:sldMkLst>
          <pc:docMk/>
          <pc:sldMk cId="4294629443" sldId="409"/>
        </pc:sldMkLst>
        <pc:spChg chg="mod">
          <ac:chgData name="s.sidcloud" userId="S::s.sidcloud_hotmail.com#ext#@skillsoft.onmicrosoft.com::51588e84-ca86-4ccb-847d-09a86edce369" providerId="AD" clId="Web-{03AED4FB-C19A-2F7F-E5FC-7E67B0F16441}" dt="2025-07-07T17:34:03.571" v="17" actId="20577"/>
          <ac:spMkLst>
            <pc:docMk/>
            <pc:sldMk cId="4294629443" sldId="409"/>
            <ac:spMk id="2" creationId="{2971E96B-403E-8533-6C85-CE331EBF2B0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53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GB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8100" y="0"/>
            <a:ext cx="2944813" cy="4953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9BAC376-ACF6-4037-8F33-4FBF19ACBAFA}" type="datetime1">
              <a:rPr lang="en-US">
                <a:latin typeface="Deutsche Bank Text" panose="020B0503020202030204" pitchFamily="34" charset="0"/>
                <a:cs typeface="Deutsche Bank Text" panose="020B0503020202030204" pitchFamily="34" charset="0"/>
              </a:rPr>
              <a:pPr>
                <a:defRPr/>
              </a:pPr>
              <a:t>7/7/2025</a:t>
            </a:fld>
            <a:endParaRPr lang="en-GB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09113"/>
            <a:ext cx="2944813" cy="4953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GB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8100" y="9409113"/>
            <a:ext cx="2944813" cy="4953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9938E28-B09B-447E-BCAC-DE51036E3ED3}" type="slidenum">
              <a:rPr lang="en-GB">
                <a:latin typeface="Deutsche Bank Text" panose="020B0503020202030204" pitchFamily="34" charset="0"/>
                <a:cs typeface="Deutsche Bank Text" panose="020B0503020202030204" pitchFamily="34" charset="0"/>
              </a:rPr>
              <a:pPr>
                <a:defRPr/>
              </a:pPr>
              <a:t>‹#›</a:t>
            </a:fld>
            <a:endParaRPr lang="en-GB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11513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0" userDrawn="1">
          <p15:clr>
            <a:srgbClr val="F26B43"/>
          </p15:clr>
        </p15:guide>
        <p15:guide id="2" pos="214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53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Deutsche Bank Text" panose="020B0503020202030204" pitchFamily="34" charset="0"/>
                <a:ea typeface="+mn-ea"/>
                <a:cs typeface="Deutsche Bank Text" panose="020B0503020202030204" pitchFamily="34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100" y="0"/>
            <a:ext cx="2944813" cy="4953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pPr>
              <a:defRPr/>
            </a:pPr>
            <a:fld id="{43EBB1D3-38BD-4B0D-B98C-370541E46E48}" type="datetime1">
              <a:rPr lang="en-US" smtClean="0"/>
              <a:pPr>
                <a:defRPr/>
              </a:pPr>
              <a:t>7/7/2025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5250" y="742950"/>
            <a:ext cx="6604000" cy="3714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05350"/>
            <a:ext cx="5435600" cy="44577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09113"/>
            <a:ext cx="2944813" cy="4953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Deutsche Bank Text" panose="020B0503020202030204" pitchFamily="34" charset="0"/>
                <a:ea typeface="+mn-ea"/>
                <a:cs typeface="Deutsche Bank Text" panose="020B0503020202030204" pitchFamily="34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100" y="9409113"/>
            <a:ext cx="2944813" cy="4953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585649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816" kern="1200">
        <a:solidFill>
          <a:schemeClr val="tx1"/>
        </a:solidFill>
        <a:latin typeface="Deutsche Bank Text" panose="020B0503020202030204" pitchFamily="34" charset="0"/>
        <a:ea typeface="ＭＳ Ｐゴシック" pitchFamily="-106" charset="-128"/>
        <a:cs typeface="ＭＳ Ｐゴシック" pitchFamily="-106" charset="-128"/>
      </a:defRPr>
    </a:lvl1pPr>
    <a:lvl2pPr marL="311033" algn="l" rtl="0" eaLnBrk="0" fontAlgn="base" hangingPunct="0">
      <a:spcBef>
        <a:spcPct val="30000"/>
      </a:spcBef>
      <a:spcAft>
        <a:spcPct val="0"/>
      </a:spcAft>
      <a:defRPr sz="816" kern="1200">
        <a:solidFill>
          <a:schemeClr val="tx1"/>
        </a:solidFill>
        <a:latin typeface="Deutsche Bank Text" panose="020B0503020202030204" pitchFamily="34" charset="0"/>
        <a:ea typeface="ＭＳ Ｐゴシック" pitchFamily="-106" charset="-128"/>
        <a:cs typeface="+mn-cs"/>
      </a:defRPr>
    </a:lvl2pPr>
    <a:lvl3pPr marL="622066" algn="l" rtl="0" eaLnBrk="0" fontAlgn="base" hangingPunct="0">
      <a:spcBef>
        <a:spcPct val="30000"/>
      </a:spcBef>
      <a:spcAft>
        <a:spcPct val="0"/>
      </a:spcAft>
      <a:defRPr sz="816" kern="1200">
        <a:solidFill>
          <a:schemeClr val="tx1"/>
        </a:solidFill>
        <a:latin typeface="Deutsche Bank Text" panose="020B0503020202030204" pitchFamily="34" charset="0"/>
        <a:ea typeface="ＭＳ Ｐゴシック" pitchFamily="-106" charset="-128"/>
        <a:cs typeface="+mn-cs"/>
      </a:defRPr>
    </a:lvl3pPr>
    <a:lvl4pPr marL="933099" algn="l" rtl="0" eaLnBrk="0" fontAlgn="base" hangingPunct="0">
      <a:spcBef>
        <a:spcPct val="30000"/>
      </a:spcBef>
      <a:spcAft>
        <a:spcPct val="0"/>
      </a:spcAft>
      <a:defRPr sz="816" kern="1200">
        <a:solidFill>
          <a:schemeClr val="tx1"/>
        </a:solidFill>
        <a:latin typeface="Deutsche Bank Text" panose="020B0503020202030204" pitchFamily="34" charset="0"/>
        <a:ea typeface="ＭＳ Ｐゴシック" pitchFamily="-106" charset="-128"/>
        <a:cs typeface="+mn-cs"/>
      </a:defRPr>
    </a:lvl4pPr>
    <a:lvl5pPr marL="1244133" algn="l" rtl="0" eaLnBrk="0" fontAlgn="base" hangingPunct="0">
      <a:spcBef>
        <a:spcPct val="30000"/>
      </a:spcBef>
      <a:spcAft>
        <a:spcPct val="0"/>
      </a:spcAft>
      <a:defRPr sz="816" kern="1200">
        <a:solidFill>
          <a:schemeClr val="tx1"/>
        </a:solidFill>
        <a:latin typeface="Deutsche Bank Text" panose="020B0503020202030204" pitchFamily="34" charset="0"/>
        <a:ea typeface="ＭＳ Ｐゴシック" pitchFamily="-106" charset="-128"/>
        <a:cs typeface="+mn-cs"/>
      </a:defRPr>
    </a:lvl5pPr>
    <a:lvl6pPr marL="1555166" algn="l" defTabSz="622066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6pPr>
    <a:lvl7pPr marL="1866199" algn="l" defTabSz="622066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7pPr>
    <a:lvl8pPr marL="2177232" algn="l" defTabSz="622066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8pPr>
    <a:lvl9pPr marL="2488265" algn="l" defTabSz="622066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20" userDrawn="1">
          <p15:clr>
            <a:srgbClr val="F26B43"/>
          </p15:clr>
        </p15:guide>
        <p15:guide id="2" pos="21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757888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74567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483790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13500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72562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00844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29631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798149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248351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355212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79772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87250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60232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18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98348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27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757888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28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74567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29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29195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30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453261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32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29620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33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833522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34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679495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35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76934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36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737218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37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715176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38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5972165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39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2667313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40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848529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41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7399949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42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5092799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44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5081316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45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1030189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47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85151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otif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8675094C-6D1B-DA5D-A98F-A3608A45C1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9" name="Google Shape;12;p7">
            <a:extLst>
              <a:ext uri="{FF2B5EF4-FFF2-40B4-BE49-F238E27FC236}">
                <a16:creationId xmlns:a16="http://schemas.microsoft.com/office/drawing/2014/main" id="{BEB3A141-6558-B848-2022-CBBE6450236A}"/>
              </a:ext>
            </a:extLst>
          </p:cNvPr>
          <p:cNvSpPr/>
          <p:nvPr userDrawn="1"/>
        </p:nvSpPr>
        <p:spPr>
          <a:xfrm>
            <a:off x="450973" y="899999"/>
            <a:ext cx="7794000" cy="3798000"/>
          </a:xfrm>
          <a:prstGeom prst="rect">
            <a:avLst/>
          </a:prstGeom>
          <a:solidFill>
            <a:srgbClr val="1E2A78">
              <a:alpha val="7000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9A9F3420-F375-435C-93CC-4E4B68B53337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8243888" y="450000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14" name="TextBox 19">
            <a:extLst>
              <a:ext uri="{FF2B5EF4-FFF2-40B4-BE49-F238E27FC236}">
                <a16:creationId xmlns:a16="http://schemas.microsoft.com/office/drawing/2014/main" id="{7D5582B9-A14B-4A21-8DF9-86F8C3E76015}"/>
              </a:ext>
            </a:extLst>
          </p:cNvPr>
          <p:cNvSpPr txBox="1"/>
          <p:nvPr userDrawn="1"/>
        </p:nvSpPr>
        <p:spPr bwMode="auto">
          <a:xfrm>
            <a:off x="674688" y="1122363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32811098-3698-4FDF-AA92-9463B68235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605246"/>
            <a:ext cx="7342187" cy="106235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F98DE-A1FB-4777-A6D7-53EE7B7D4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688" y="4268722"/>
            <a:ext cx="7342187" cy="238204"/>
          </a:xfrm>
          <a:prstGeom prst="rect">
            <a:avLst/>
          </a:prstGeom>
        </p:spPr>
        <p:txBody>
          <a:bodyPr anchor="b" anchorCtr="0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Date, </a:t>
            </a:r>
            <a:r>
              <a:rPr lang="en-GB" dirty="0">
                <a:ea typeface="Deutsche Bank Text" panose="020B0503020202030204" pitchFamily="34" charset="0"/>
              </a:rPr>
              <a:t>Speaker name</a:t>
            </a:r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98177C-F289-4DAD-8522-AE91DC3A48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4688" y="2667600"/>
            <a:ext cx="7342187" cy="87216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subline</a:t>
            </a:r>
          </a:p>
        </p:txBody>
      </p:sp>
    </p:spTree>
    <p:extLst>
      <p:ext uri="{BB962C8B-B14F-4D97-AF65-F5344CB8AC3E}">
        <p14:creationId xmlns:p14="http://schemas.microsoft.com/office/powerpoint/2010/main" val="1437373360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otif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F55DC8F6-EA8B-0DFB-6CB9-063D3DC092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Google Shape;12;p7">
            <a:extLst>
              <a:ext uri="{FF2B5EF4-FFF2-40B4-BE49-F238E27FC236}">
                <a16:creationId xmlns:a16="http://schemas.microsoft.com/office/drawing/2014/main" id="{C0671CDF-CBD6-A4B5-7F49-5EE9C863640F}"/>
              </a:ext>
            </a:extLst>
          </p:cNvPr>
          <p:cNvSpPr/>
          <p:nvPr userDrawn="1"/>
        </p:nvSpPr>
        <p:spPr>
          <a:xfrm>
            <a:off x="450973" y="899999"/>
            <a:ext cx="7794000" cy="3798000"/>
          </a:xfrm>
          <a:prstGeom prst="rect">
            <a:avLst/>
          </a:prstGeom>
          <a:solidFill>
            <a:srgbClr val="1E2A78">
              <a:alpha val="7000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32811098-3698-4FDF-AA92-9463B68235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605246"/>
            <a:ext cx="7342187" cy="106235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F98DE-A1FB-4777-A6D7-53EE7B7D4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688" y="4268722"/>
            <a:ext cx="7342187" cy="238204"/>
          </a:xfrm>
          <a:prstGeom prst="rect">
            <a:avLst/>
          </a:prstGeom>
        </p:spPr>
        <p:txBody>
          <a:bodyPr anchor="b" anchorCtr="0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Date, </a:t>
            </a:r>
            <a:r>
              <a:rPr lang="en-GB" dirty="0">
                <a:ea typeface="Deutsche Bank Text" panose="020B0503020202030204" pitchFamily="34" charset="0"/>
              </a:rPr>
              <a:t>Speaker name</a:t>
            </a:r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98177C-F289-4DAD-8522-AE91DC3A48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4688" y="2667600"/>
            <a:ext cx="7342187" cy="87216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subline</a:t>
            </a: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26421A6F-196D-40A6-230B-CAC806CB44B5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8243888" y="450000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14D8C02C-9441-F254-5EE6-5CE3B2F8F371}"/>
              </a:ext>
            </a:extLst>
          </p:cNvPr>
          <p:cNvSpPr txBox="1"/>
          <p:nvPr userDrawn="1"/>
        </p:nvSpPr>
        <p:spPr bwMode="auto">
          <a:xfrm>
            <a:off x="674688" y="1122363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</p:spTree>
    <p:extLst>
      <p:ext uri="{BB962C8B-B14F-4D97-AF65-F5344CB8AC3E}">
        <p14:creationId xmlns:p14="http://schemas.microsoft.com/office/powerpoint/2010/main" val="3074418554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otif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A4C5F394-0EB6-5BE1-B52E-84BABE9DE0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Google Shape;12;p7">
            <a:extLst>
              <a:ext uri="{FF2B5EF4-FFF2-40B4-BE49-F238E27FC236}">
                <a16:creationId xmlns:a16="http://schemas.microsoft.com/office/drawing/2014/main" id="{CD585D08-BB24-28CD-E5CE-6562806D13BB}"/>
              </a:ext>
            </a:extLst>
          </p:cNvPr>
          <p:cNvSpPr/>
          <p:nvPr userDrawn="1"/>
        </p:nvSpPr>
        <p:spPr>
          <a:xfrm>
            <a:off x="450973" y="899999"/>
            <a:ext cx="7794000" cy="3798000"/>
          </a:xfrm>
          <a:prstGeom prst="rect">
            <a:avLst/>
          </a:prstGeom>
          <a:solidFill>
            <a:srgbClr val="1E2A78">
              <a:alpha val="7000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32811098-3698-4FDF-AA92-9463B68235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605246"/>
            <a:ext cx="7342187" cy="106235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F98DE-A1FB-4777-A6D7-53EE7B7D4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688" y="4268722"/>
            <a:ext cx="7342187" cy="238204"/>
          </a:xfrm>
          <a:prstGeom prst="rect">
            <a:avLst/>
          </a:prstGeom>
        </p:spPr>
        <p:txBody>
          <a:bodyPr anchor="b" anchorCtr="0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Date, </a:t>
            </a:r>
            <a:r>
              <a:rPr lang="en-GB" dirty="0">
                <a:ea typeface="Deutsche Bank Text" panose="020B0503020202030204" pitchFamily="34" charset="0"/>
              </a:rPr>
              <a:t>Speaker name</a:t>
            </a:r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98177C-F289-4DAD-8522-AE91DC3A48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4688" y="2667600"/>
            <a:ext cx="7342187" cy="87216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subline</a:t>
            </a:r>
          </a:p>
        </p:txBody>
      </p:sp>
      <p:sp>
        <p:nvSpPr>
          <p:cNvPr id="2" name="Freeform 4">
            <a:extLst>
              <a:ext uri="{FF2B5EF4-FFF2-40B4-BE49-F238E27FC236}">
                <a16:creationId xmlns:a16="http://schemas.microsoft.com/office/drawing/2014/main" id="{0EA4A7D6-1DAA-B051-5AED-3861D270795C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8243888" y="450000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047B53F5-4203-E6BF-38DB-A0516B3987A8}"/>
              </a:ext>
            </a:extLst>
          </p:cNvPr>
          <p:cNvSpPr txBox="1"/>
          <p:nvPr userDrawn="1"/>
        </p:nvSpPr>
        <p:spPr bwMode="auto">
          <a:xfrm>
            <a:off x="674688" y="1122363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</p:spTree>
    <p:extLst>
      <p:ext uri="{BB962C8B-B14F-4D97-AF65-F5344CB8AC3E}">
        <p14:creationId xmlns:p14="http://schemas.microsoft.com/office/powerpoint/2010/main" val="3632657821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motif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A4C5F394-0EB6-5BE1-B52E-84BABE9DE0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Google Shape;12;p7">
            <a:extLst>
              <a:ext uri="{FF2B5EF4-FFF2-40B4-BE49-F238E27FC236}">
                <a16:creationId xmlns:a16="http://schemas.microsoft.com/office/drawing/2014/main" id="{CD585D08-BB24-28CD-E5CE-6562806D13BB}"/>
              </a:ext>
            </a:extLst>
          </p:cNvPr>
          <p:cNvSpPr/>
          <p:nvPr userDrawn="1"/>
        </p:nvSpPr>
        <p:spPr>
          <a:xfrm>
            <a:off x="450973" y="899999"/>
            <a:ext cx="7794000" cy="3798000"/>
          </a:xfrm>
          <a:prstGeom prst="rect">
            <a:avLst/>
          </a:prstGeom>
          <a:solidFill>
            <a:srgbClr val="1E2A78">
              <a:alpha val="7000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32811098-3698-4FDF-AA92-9463B68235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605246"/>
            <a:ext cx="7342187" cy="106235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F98DE-A1FB-4777-A6D7-53EE7B7D4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688" y="4268722"/>
            <a:ext cx="7342187" cy="238204"/>
          </a:xfrm>
          <a:prstGeom prst="rect">
            <a:avLst/>
          </a:prstGeom>
        </p:spPr>
        <p:txBody>
          <a:bodyPr anchor="b" anchorCtr="0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Date, </a:t>
            </a:r>
            <a:r>
              <a:rPr lang="en-GB" dirty="0">
                <a:ea typeface="Deutsche Bank Text" panose="020B0503020202030204" pitchFamily="34" charset="0"/>
              </a:rPr>
              <a:t>Speaker name</a:t>
            </a:r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98177C-F289-4DAD-8522-AE91DC3A48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4688" y="2667600"/>
            <a:ext cx="7342187" cy="87216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subline</a:t>
            </a:r>
          </a:p>
        </p:txBody>
      </p:sp>
      <p:sp>
        <p:nvSpPr>
          <p:cNvPr id="2" name="Freeform 4">
            <a:extLst>
              <a:ext uri="{FF2B5EF4-FFF2-40B4-BE49-F238E27FC236}">
                <a16:creationId xmlns:a16="http://schemas.microsoft.com/office/drawing/2014/main" id="{02ED9A7C-65FF-4367-8593-09EFEDC37EE2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8243888" y="450000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3580BBC9-37EC-89A3-2DEA-0582A4D4FC02}"/>
              </a:ext>
            </a:extLst>
          </p:cNvPr>
          <p:cNvSpPr txBox="1"/>
          <p:nvPr userDrawn="1"/>
        </p:nvSpPr>
        <p:spPr bwMode="auto">
          <a:xfrm>
            <a:off x="674688" y="1122363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</p:spTree>
    <p:extLst>
      <p:ext uri="{BB962C8B-B14F-4D97-AF65-F5344CB8AC3E}">
        <p14:creationId xmlns:p14="http://schemas.microsoft.com/office/powerpoint/2010/main" val="454086197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motif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A4C5F394-0EB6-5BE1-B52E-84BABE9DE0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Google Shape;12;p7">
            <a:extLst>
              <a:ext uri="{FF2B5EF4-FFF2-40B4-BE49-F238E27FC236}">
                <a16:creationId xmlns:a16="http://schemas.microsoft.com/office/drawing/2014/main" id="{CD585D08-BB24-28CD-E5CE-6562806D13BB}"/>
              </a:ext>
            </a:extLst>
          </p:cNvPr>
          <p:cNvSpPr/>
          <p:nvPr userDrawn="1"/>
        </p:nvSpPr>
        <p:spPr>
          <a:xfrm>
            <a:off x="450973" y="899999"/>
            <a:ext cx="7794000" cy="3798000"/>
          </a:xfrm>
          <a:prstGeom prst="rect">
            <a:avLst/>
          </a:prstGeom>
          <a:solidFill>
            <a:srgbClr val="1E2A78">
              <a:alpha val="7000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32811098-3698-4FDF-AA92-9463B68235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605246"/>
            <a:ext cx="7342187" cy="106235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F98DE-A1FB-4777-A6D7-53EE7B7D4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688" y="4268722"/>
            <a:ext cx="7342187" cy="238204"/>
          </a:xfrm>
          <a:prstGeom prst="rect">
            <a:avLst/>
          </a:prstGeom>
        </p:spPr>
        <p:txBody>
          <a:bodyPr anchor="b" anchorCtr="0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Date, </a:t>
            </a:r>
            <a:r>
              <a:rPr lang="en-GB" dirty="0">
                <a:ea typeface="Deutsche Bank Text" panose="020B0503020202030204" pitchFamily="34" charset="0"/>
              </a:rPr>
              <a:t>Speaker name</a:t>
            </a:r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98177C-F289-4DAD-8522-AE91DC3A48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4688" y="2667600"/>
            <a:ext cx="7342187" cy="87216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subline</a:t>
            </a:r>
          </a:p>
        </p:txBody>
      </p:sp>
      <p:sp>
        <p:nvSpPr>
          <p:cNvPr id="2" name="Freeform 4">
            <a:extLst>
              <a:ext uri="{FF2B5EF4-FFF2-40B4-BE49-F238E27FC236}">
                <a16:creationId xmlns:a16="http://schemas.microsoft.com/office/drawing/2014/main" id="{B37039A0-AFF2-091B-FE74-0F0F0481FBAD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8243888" y="450000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8C05AF85-84F7-FA11-BB3D-37A3D626CACF}"/>
              </a:ext>
            </a:extLst>
          </p:cNvPr>
          <p:cNvSpPr txBox="1"/>
          <p:nvPr userDrawn="1"/>
        </p:nvSpPr>
        <p:spPr bwMode="auto">
          <a:xfrm>
            <a:off x="674688" y="1122363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</p:spTree>
    <p:extLst>
      <p:ext uri="{BB962C8B-B14F-4D97-AF65-F5344CB8AC3E}">
        <p14:creationId xmlns:p14="http://schemas.microsoft.com/office/powerpoint/2010/main" val="415318479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motif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A4C5F394-0EB6-5BE1-B52E-84BABE9DE0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Google Shape;12;p7">
            <a:extLst>
              <a:ext uri="{FF2B5EF4-FFF2-40B4-BE49-F238E27FC236}">
                <a16:creationId xmlns:a16="http://schemas.microsoft.com/office/drawing/2014/main" id="{CD585D08-BB24-28CD-E5CE-6562806D13BB}"/>
              </a:ext>
            </a:extLst>
          </p:cNvPr>
          <p:cNvSpPr/>
          <p:nvPr userDrawn="1"/>
        </p:nvSpPr>
        <p:spPr>
          <a:xfrm>
            <a:off x="450973" y="899999"/>
            <a:ext cx="7794000" cy="3798000"/>
          </a:xfrm>
          <a:prstGeom prst="rect">
            <a:avLst/>
          </a:prstGeom>
          <a:solidFill>
            <a:srgbClr val="1E2A78">
              <a:alpha val="7000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32811098-3698-4FDF-AA92-9463B68235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605246"/>
            <a:ext cx="7342187" cy="106235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F98DE-A1FB-4777-A6D7-53EE7B7D4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688" y="4268722"/>
            <a:ext cx="7342187" cy="238204"/>
          </a:xfrm>
          <a:prstGeom prst="rect">
            <a:avLst/>
          </a:prstGeom>
        </p:spPr>
        <p:txBody>
          <a:bodyPr anchor="b" anchorCtr="0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Date, </a:t>
            </a:r>
            <a:r>
              <a:rPr lang="en-GB" dirty="0">
                <a:ea typeface="Deutsche Bank Text" panose="020B0503020202030204" pitchFamily="34" charset="0"/>
              </a:rPr>
              <a:t>Speaker name</a:t>
            </a:r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98177C-F289-4DAD-8522-AE91DC3A48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4688" y="2667600"/>
            <a:ext cx="7342187" cy="87216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subline</a:t>
            </a:r>
          </a:p>
        </p:txBody>
      </p:sp>
      <p:sp>
        <p:nvSpPr>
          <p:cNvPr id="2" name="Freeform 4">
            <a:extLst>
              <a:ext uri="{FF2B5EF4-FFF2-40B4-BE49-F238E27FC236}">
                <a16:creationId xmlns:a16="http://schemas.microsoft.com/office/drawing/2014/main" id="{B1B0E698-121E-1017-754B-BB3D946E242E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8243888" y="450000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69BC94E3-938A-09B3-5E44-CB93EF59C0C8}"/>
              </a:ext>
            </a:extLst>
          </p:cNvPr>
          <p:cNvSpPr txBox="1"/>
          <p:nvPr userDrawn="1"/>
        </p:nvSpPr>
        <p:spPr bwMode="auto">
          <a:xfrm>
            <a:off x="674688" y="1122363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</p:spTree>
    <p:extLst>
      <p:ext uri="{BB962C8B-B14F-4D97-AF65-F5344CB8AC3E}">
        <p14:creationId xmlns:p14="http://schemas.microsoft.com/office/powerpoint/2010/main" val="1138735699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Motif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6A1C39-83E4-3A0E-2953-8177B5997A5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2;p7">
            <a:extLst>
              <a:ext uri="{FF2B5EF4-FFF2-40B4-BE49-F238E27FC236}">
                <a16:creationId xmlns:a16="http://schemas.microsoft.com/office/drawing/2014/main" id="{672C52A1-3847-B8CF-F905-F2666F2B1032}"/>
              </a:ext>
            </a:extLst>
          </p:cNvPr>
          <p:cNvSpPr/>
          <p:nvPr userDrawn="1"/>
        </p:nvSpPr>
        <p:spPr>
          <a:xfrm>
            <a:off x="450973" y="899999"/>
            <a:ext cx="7794000" cy="3798000"/>
          </a:xfrm>
          <a:prstGeom prst="rect">
            <a:avLst/>
          </a:prstGeom>
          <a:solidFill>
            <a:srgbClr val="1E2A78">
              <a:alpha val="7000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32811098-3698-4FDF-AA92-9463B68235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605246"/>
            <a:ext cx="7342187" cy="106235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F98DE-A1FB-4777-A6D7-53EE7B7D4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688" y="4268722"/>
            <a:ext cx="7342187" cy="238204"/>
          </a:xfrm>
          <a:prstGeom prst="rect">
            <a:avLst/>
          </a:prstGeom>
        </p:spPr>
        <p:txBody>
          <a:bodyPr anchor="b" anchorCtr="0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Date, </a:t>
            </a:r>
            <a:r>
              <a:rPr lang="en-GB" dirty="0">
                <a:ea typeface="Deutsche Bank Text" panose="020B0503020202030204" pitchFamily="34" charset="0"/>
              </a:rPr>
              <a:t>Speaker name</a:t>
            </a:r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98177C-F289-4DAD-8522-AE91DC3A48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4688" y="2667600"/>
            <a:ext cx="7342187" cy="87216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subline</a:t>
            </a:r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86E28985-449B-BE87-B1A0-7513213870D2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8243888" y="450000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8" name="TextBox 19">
            <a:extLst>
              <a:ext uri="{FF2B5EF4-FFF2-40B4-BE49-F238E27FC236}">
                <a16:creationId xmlns:a16="http://schemas.microsoft.com/office/drawing/2014/main" id="{8BFECFFB-D440-20ED-B182-56633829A3D0}"/>
              </a:ext>
            </a:extLst>
          </p:cNvPr>
          <p:cNvSpPr txBox="1"/>
          <p:nvPr userDrawn="1"/>
        </p:nvSpPr>
        <p:spPr bwMode="auto">
          <a:xfrm>
            <a:off x="674688" y="1122363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</p:spTree>
    <p:extLst>
      <p:ext uri="{BB962C8B-B14F-4D97-AF65-F5344CB8AC3E}">
        <p14:creationId xmlns:p14="http://schemas.microsoft.com/office/powerpoint/2010/main" val="881401681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ark blu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2;p7">
            <a:extLst>
              <a:ext uri="{FF2B5EF4-FFF2-40B4-BE49-F238E27FC236}">
                <a16:creationId xmlns:a16="http://schemas.microsoft.com/office/drawing/2014/main" id="{BEB3A141-6558-B848-2022-CBBE6450236A}"/>
              </a:ext>
            </a:extLst>
          </p:cNvPr>
          <p:cNvSpPr/>
          <p:nvPr userDrawn="1"/>
        </p:nvSpPr>
        <p:spPr>
          <a:xfrm>
            <a:off x="450973" y="900000"/>
            <a:ext cx="7794000" cy="3798000"/>
          </a:xfrm>
          <a:prstGeom prst="rect">
            <a:avLst/>
          </a:prstGeom>
          <a:gradFill flip="none" rotWithShape="1">
            <a:gsLst>
              <a:gs pos="0">
                <a:srgbClr val="1E2A78"/>
              </a:gs>
              <a:gs pos="0">
                <a:srgbClr val="16184E"/>
              </a:gs>
              <a:gs pos="50000">
                <a:srgbClr val="1E2A78">
                  <a:shade val="67500"/>
                  <a:satMod val="115000"/>
                </a:srgbClr>
              </a:gs>
              <a:gs pos="100000">
                <a:srgbClr val="1E2A78"/>
              </a:gs>
            </a:gsLst>
            <a:lin ang="16200000" scaled="1"/>
            <a:tileRect/>
          </a:gra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32811098-3698-4FDF-AA92-9463B68235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605246"/>
            <a:ext cx="7342187" cy="106235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F98DE-A1FB-4777-A6D7-53EE7B7D4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688" y="4268722"/>
            <a:ext cx="7342187" cy="238204"/>
          </a:xfrm>
          <a:prstGeom prst="rect">
            <a:avLst/>
          </a:prstGeom>
        </p:spPr>
        <p:txBody>
          <a:bodyPr anchor="b" anchorCtr="0"/>
          <a:lstStyle>
            <a:lvl1pPr>
              <a:defRPr sz="900">
                <a:solidFill>
                  <a:srgbClr val="00A3E0"/>
                </a:solidFill>
              </a:defRPr>
            </a:lvl1pPr>
          </a:lstStyle>
          <a:p>
            <a:pPr lvl="0"/>
            <a:r>
              <a:rPr lang="en-GB" dirty="0"/>
              <a:t>Date, </a:t>
            </a:r>
            <a:r>
              <a:rPr lang="en-GB" dirty="0">
                <a:ea typeface="Deutsche Bank Text" panose="020B0503020202030204" pitchFamily="34" charset="0"/>
              </a:rPr>
              <a:t>Speaker name</a:t>
            </a:r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98177C-F289-4DAD-8522-AE91DC3A48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4688" y="2667600"/>
            <a:ext cx="7342187" cy="87216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subline</a:t>
            </a:r>
          </a:p>
        </p:txBody>
      </p:sp>
      <p:sp>
        <p:nvSpPr>
          <p:cNvPr id="3" name="TextBox 19">
            <a:extLst>
              <a:ext uri="{FF2B5EF4-FFF2-40B4-BE49-F238E27FC236}">
                <a16:creationId xmlns:a16="http://schemas.microsoft.com/office/drawing/2014/main" id="{6484FE55-51FD-EE64-5049-84B77457AFCF}"/>
              </a:ext>
            </a:extLst>
          </p:cNvPr>
          <p:cNvSpPr txBox="1"/>
          <p:nvPr userDrawn="1"/>
        </p:nvSpPr>
        <p:spPr bwMode="auto">
          <a:xfrm>
            <a:off x="674688" y="1122363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</p:spTree>
    <p:extLst>
      <p:ext uri="{BB962C8B-B14F-4D97-AF65-F5344CB8AC3E}">
        <p14:creationId xmlns:p14="http://schemas.microsoft.com/office/powerpoint/2010/main" val="402642732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dark blue 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2;p7">
            <a:extLst>
              <a:ext uri="{FF2B5EF4-FFF2-40B4-BE49-F238E27FC236}">
                <a16:creationId xmlns:a16="http://schemas.microsoft.com/office/drawing/2014/main" id="{BEB3A141-6558-B848-2022-CBBE6450236A}"/>
              </a:ext>
            </a:extLst>
          </p:cNvPr>
          <p:cNvSpPr/>
          <p:nvPr userDrawn="1"/>
        </p:nvSpPr>
        <p:spPr>
          <a:xfrm>
            <a:off x="450973" y="900000"/>
            <a:ext cx="7794000" cy="3798000"/>
          </a:xfrm>
          <a:prstGeom prst="rect">
            <a:avLst/>
          </a:prstGeom>
          <a:noFill/>
          <a:ln>
            <a:solidFill>
              <a:srgbClr val="1E2A78"/>
            </a:solidFill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14" name="TextBox 19">
            <a:extLst>
              <a:ext uri="{FF2B5EF4-FFF2-40B4-BE49-F238E27FC236}">
                <a16:creationId xmlns:a16="http://schemas.microsoft.com/office/drawing/2014/main" id="{7D5582B9-A14B-4A21-8DF9-86F8C3E76015}"/>
              </a:ext>
            </a:extLst>
          </p:cNvPr>
          <p:cNvSpPr txBox="1"/>
          <p:nvPr userDrawn="1"/>
        </p:nvSpPr>
        <p:spPr bwMode="auto">
          <a:xfrm>
            <a:off x="674688" y="1122363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rgbClr val="1E2A78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32811098-3698-4FDF-AA92-9463B68235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605246"/>
            <a:ext cx="7342187" cy="106235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rgbClr val="1E2A78"/>
                </a:solidFill>
              </a:defRPr>
            </a:lvl1pPr>
          </a:lstStyle>
          <a:p>
            <a:pPr lvl="0"/>
            <a:r>
              <a:rPr lang="en-GB" noProof="0" dirty="0"/>
              <a:t>Click to edit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F98DE-A1FB-4777-A6D7-53EE7B7D4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688" y="4268722"/>
            <a:ext cx="7342187" cy="238204"/>
          </a:xfrm>
          <a:prstGeom prst="rect">
            <a:avLst/>
          </a:prstGeom>
        </p:spPr>
        <p:txBody>
          <a:bodyPr anchor="b" anchorCtr="0"/>
          <a:lstStyle>
            <a:lvl1pPr>
              <a:defRPr sz="900">
                <a:solidFill>
                  <a:srgbClr val="00A3E0"/>
                </a:solidFill>
              </a:defRPr>
            </a:lvl1pPr>
          </a:lstStyle>
          <a:p>
            <a:pPr lvl="0"/>
            <a:r>
              <a:rPr lang="en-GB" dirty="0"/>
              <a:t>Date, </a:t>
            </a:r>
            <a:r>
              <a:rPr lang="en-GB" dirty="0">
                <a:ea typeface="Deutsche Bank Text" panose="020B0503020202030204" pitchFamily="34" charset="0"/>
              </a:rPr>
              <a:t>Speaker name</a:t>
            </a:r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98177C-F289-4DAD-8522-AE91DC3A48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4688" y="2667600"/>
            <a:ext cx="7342187" cy="87216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1E2A78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subline</a:t>
            </a:r>
          </a:p>
        </p:txBody>
      </p:sp>
      <p:sp>
        <p:nvSpPr>
          <p:cNvPr id="2" name="Freeform 4">
            <a:extLst>
              <a:ext uri="{FF2B5EF4-FFF2-40B4-BE49-F238E27FC236}">
                <a16:creationId xmlns:a16="http://schemas.microsoft.com/office/drawing/2014/main" id="{BECA304E-EBE3-4C8E-68E1-5712F2D2D803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8243888" y="450000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rgbClr val="1E2A78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1052004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dark blue a">
    <p:bg>
      <p:bgPr>
        <a:gradFill>
          <a:gsLst>
            <a:gs pos="0">
              <a:srgbClr val="16184E"/>
            </a:gs>
            <a:gs pos="60000">
              <a:srgbClr val="121D69"/>
            </a:gs>
            <a:gs pos="100000">
              <a:srgbClr val="1E2A78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2;p7">
            <a:extLst>
              <a:ext uri="{FF2B5EF4-FFF2-40B4-BE49-F238E27FC236}">
                <a16:creationId xmlns:a16="http://schemas.microsoft.com/office/drawing/2014/main" id="{BEB3A141-6558-B848-2022-CBBE6450236A}"/>
              </a:ext>
            </a:extLst>
          </p:cNvPr>
          <p:cNvSpPr/>
          <p:nvPr userDrawn="1"/>
        </p:nvSpPr>
        <p:spPr>
          <a:xfrm>
            <a:off x="450973" y="899999"/>
            <a:ext cx="7794000" cy="3798000"/>
          </a:xfrm>
          <a:prstGeom prst="rect">
            <a:avLst/>
          </a:prstGeom>
          <a:gradFill flip="none" rotWithShape="1">
            <a:gsLst>
              <a:gs pos="0">
                <a:srgbClr val="1E2A78"/>
              </a:gs>
              <a:gs pos="0">
                <a:srgbClr val="16184E"/>
              </a:gs>
              <a:gs pos="50000">
                <a:srgbClr val="1E2A78">
                  <a:shade val="67500"/>
                  <a:satMod val="115000"/>
                </a:srgbClr>
              </a:gs>
              <a:gs pos="100000">
                <a:srgbClr val="1E2A78"/>
              </a:gs>
            </a:gsLst>
            <a:lin ang="16200000" scaled="1"/>
            <a:tileRect/>
          </a:gra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2" name="Textplatzhalter 28">
            <a:extLst>
              <a:ext uri="{FF2B5EF4-FFF2-40B4-BE49-F238E27FC236}">
                <a16:creationId xmlns:a16="http://schemas.microsoft.com/office/drawing/2014/main" id="{CA990533-1AB6-AD8B-9943-917D9C9EEF7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122363"/>
            <a:ext cx="7342187" cy="1998208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rgbClr val="00A3E0"/>
                </a:solidFill>
              </a:defRPr>
            </a:lvl1pPr>
            <a:lvl2pPr>
              <a:defRPr sz="3000"/>
            </a:lvl2pPr>
          </a:lstStyle>
          <a:p>
            <a:pPr lvl="0"/>
            <a:r>
              <a:rPr lang="en-GB" noProof="0" dirty="0"/>
              <a:t>Click to edit topline</a:t>
            </a:r>
          </a:p>
          <a:p>
            <a:pPr lvl="1"/>
            <a:r>
              <a:rPr lang="en-GB" noProof="0" dirty="0"/>
              <a:t>Click to edit chapter headline</a:t>
            </a:r>
          </a:p>
        </p:txBody>
      </p:sp>
    </p:spTree>
    <p:extLst>
      <p:ext uri="{BB962C8B-B14F-4D97-AF65-F5344CB8AC3E}">
        <p14:creationId xmlns:p14="http://schemas.microsoft.com/office/powerpoint/2010/main" val="3586325344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dark blu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2;p7">
            <a:extLst>
              <a:ext uri="{FF2B5EF4-FFF2-40B4-BE49-F238E27FC236}">
                <a16:creationId xmlns:a16="http://schemas.microsoft.com/office/drawing/2014/main" id="{55C03535-6265-42EE-6675-8963596CE341}"/>
              </a:ext>
            </a:extLst>
          </p:cNvPr>
          <p:cNvSpPr/>
          <p:nvPr userDrawn="1"/>
        </p:nvSpPr>
        <p:spPr>
          <a:xfrm>
            <a:off x="2825513" y="898525"/>
            <a:ext cx="3450027" cy="3797300"/>
          </a:xfrm>
          <a:prstGeom prst="rect">
            <a:avLst/>
          </a:prstGeom>
          <a:gradFill flip="none" rotWithShape="1">
            <a:gsLst>
              <a:gs pos="0">
                <a:srgbClr val="1E2A78"/>
              </a:gs>
              <a:gs pos="0">
                <a:srgbClr val="16184E">
                  <a:lumMod val="95209"/>
                  <a:lumOff val="4791"/>
                </a:srgbClr>
              </a:gs>
              <a:gs pos="40000">
                <a:srgbClr val="1E2A78">
                  <a:shade val="67500"/>
                  <a:satMod val="115000"/>
                </a:srgbClr>
              </a:gs>
              <a:gs pos="60000">
                <a:srgbClr val="1A2673"/>
              </a:gs>
              <a:gs pos="100000">
                <a:srgbClr val="1E2A78"/>
              </a:gs>
            </a:gsLst>
            <a:lin ang="16200000" scaled="1"/>
            <a:tileRect/>
          </a:gra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9A9F3420-F375-435C-93CC-4E4B68B53337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6280836" y="448525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3" name="Textplatzhalter 28">
            <a:extLst>
              <a:ext uri="{FF2B5EF4-FFF2-40B4-BE49-F238E27FC236}">
                <a16:creationId xmlns:a16="http://schemas.microsoft.com/office/drawing/2014/main" id="{98EFC762-1F5A-5D2E-0A3E-4D9CA051CE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348525"/>
            <a:ext cx="7342187" cy="1317673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1500">
                <a:solidFill>
                  <a:srgbClr val="00A3E0"/>
                </a:solidFill>
              </a:defRPr>
            </a:lvl1pPr>
            <a:lvl2pPr>
              <a:defRPr sz="2000"/>
            </a:lvl2pPr>
            <a:lvl3pPr marL="0" indent="0">
              <a:buNone/>
              <a:defRPr sz="3000"/>
            </a:lvl3pPr>
          </a:lstStyle>
          <a:p>
            <a:pPr lvl="0"/>
            <a:r>
              <a:rPr lang="en-GB" noProof="0" dirty="0"/>
              <a:t>Click to edit topline</a:t>
            </a:r>
          </a:p>
          <a:p>
            <a:pPr lvl="2"/>
            <a:r>
              <a:rPr lang="en-GB" noProof="0" dirty="0"/>
              <a:t>Click to edit chapter headline</a:t>
            </a:r>
          </a:p>
        </p:txBody>
      </p:sp>
    </p:spTree>
    <p:extLst>
      <p:ext uri="{BB962C8B-B14F-4D97-AF65-F5344CB8AC3E}">
        <p14:creationId xmlns:p14="http://schemas.microsoft.com/office/powerpoint/2010/main" val="2700955661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1" orient="horz" pos="849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dark blue c">
    <p:bg>
      <p:bgPr>
        <a:solidFill>
          <a:srgbClr val="1E2A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2;p7">
            <a:extLst>
              <a:ext uri="{FF2B5EF4-FFF2-40B4-BE49-F238E27FC236}">
                <a16:creationId xmlns:a16="http://schemas.microsoft.com/office/drawing/2014/main" id="{478F2925-04D1-4766-6CA4-84070AEF58B6}"/>
              </a:ext>
            </a:extLst>
          </p:cNvPr>
          <p:cNvSpPr/>
          <p:nvPr userDrawn="1"/>
        </p:nvSpPr>
        <p:spPr>
          <a:xfrm>
            <a:off x="2825513" y="898525"/>
            <a:ext cx="3450027" cy="3797300"/>
          </a:xfrm>
          <a:prstGeom prst="rect">
            <a:avLst/>
          </a:prstGeom>
          <a:gradFill flip="none" rotWithShape="1">
            <a:gsLst>
              <a:gs pos="0">
                <a:srgbClr val="1E2A78"/>
              </a:gs>
              <a:gs pos="0">
                <a:srgbClr val="16184E">
                  <a:lumMod val="95209"/>
                  <a:lumOff val="4791"/>
                </a:srgbClr>
              </a:gs>
              <a:gs pos="50000">
                <a:srgbClr val="1E2A78">
                  <a:shade val="67500"/>
                  <a:satMod val="115000"/>
                </a:srgbClr>
              </a:gs>
              <a:gs pos="100000">
                <a:srgbClr val="19256D"/>
              </a:gs>
            </a:gsLst>
            <a:lin ang="5400000" scaled="0"/>
            <a:tileRect/>
          </a:gra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9A9F3420-F375-435C-93CC-4E4B68B53337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6280836" y="448525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2" name="Textplatzhalter 28">
            <a:extLst>
              <a:ext uri="{FF2B5EF4-FFF2-40B4-BE49-F238E27FC236}">
                <a16:creationId xmlns:a16="http://schemas.microsoft.com/office/drawing/2014/main" id="{2D154478-B3C3-CC94-6883-38EF02BC66C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348525"/>
            <a:ext cx="7342187" cy="1317673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1500">
                <a:solidFill>
                  <a:srgbClr val="00A3E0"/>
                </a:solidFill>
              </a:defRPr>
            </a:lvl1pPr>
            <a:lvl2pPr>
              <a:defRPr sz="2000"/>
            </a:lvl2pPr>
            <a:lvl3pPr marL="0" indent="0">
              <a:buNone/>
              <a:defRPr sz="3000"/>
            </a:lvl3pPr>
          </a:lstStyle>
          <a:p>
            <a:pPr lvl="0"/>
            <a:r>
              <a:rPr lang="en-GB" noProof="0" dirty="0"/>
              <a:t>Click to edit topline</a:t>
            </a:r>
          </a:p>
          <a:p>
            <a:pPr lvl="2"/>
            <a:r>
              <a:rPr lang="en-GB" noProof="0" dirty="0"/>
              <a:t>Click to edit chapter headline</a:t>
            </a:r>
          </a:p>
        </p:txBody>
      </p:sp>
    </p:spTree>
    <p:extLst>
      <p:ext uri="{BB962C8B-B14F-4D97-AF65-F5344CB8AC3E}">
        <p14:creationId xmlns:p14="http://schemas.microsoft.com/office/powerpoint/2010/main" val="1046412339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1" orient="horz" pos="849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Motif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6A1C39-83E4-3A0E-2953-8177B5997A5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Google Shape;12;p7">
            <a:extLst>
              <a:ext uri="{FF2B5EF4-FFF2-40B4-BE49-F238E27FC236}">
                <a16:creationId xmlns:a16="http://schemas.microsoft.com/office/drawing/2014/main" id="{BEB3A141-6558-B848-2022-CBBE6450236A}"/>
              </a:ext>
            </a:extLst>
          </p:cNvPr>
          <p:cNvSpPr/>
          <p:nvPr userDrawn="1"/>
        </p:nvSpPr>
        <p:spPr>
          <a:xfrm>
            <a:off x="450973" y="899999"/>
            <a:ext cx="7794000" cy="3798000"/>
          </a:xfrm>
          <a:prstGeom prst="rect">
            <a:avLst/>
          </a:prstGeom>
          <a:solidFill>
            <a:srgbClr val="1E2A78">
              <a:alpha val="7000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9A9F3420-F375-435C-93CC-4E4B68B53337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8243888" y="450000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2" name="Textplatzhalter 28">
            <a:extLst>
              <a:ext uri="{FF2B5EF4-FFF2-40B4-BE49-F238E27FC236}">
                <a16:creationId xmlns:a16="http://schemas.microsoft.com/office/drawing/2014/main" id="{BB54C801-FE4C-70B2-6F05-BCDA55557D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122363"/>
            <a:ext cx="7342187" cy="1998208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rgbClr val="00A3E0"/>
                </a:solidFill>
              </a:defRPr>
            </a:lvl1pPr>
            <a:lvl2pPr>
              <a:defRPr sz="3000"/>
            </a:lvl2pPr>
          </a:lstStyle>
          <a:p>
            <a:pPr lvl="0"/>
            <a:r>
              <a:rPr lang="en-GB" noProof="0" dirty="0"/>
              <a:t>Click to edit topline</a:t>
            </a:r>
          </a:p>
          <a:p>
            <a:pPr lvl="1"/>
            <a:r>
              <a:rPr lang="en-GB" noProof="0" dirty="0"/>
              <a:t>Click to edit chapter headline</a:t>
            </a:r>
          </a:p>
        </p:txBody>
      </p:sp>
    </p:spTree>
    <p:extLst>
      <p:ext uri="{BB962C8B-B14F-4D97-AF65-F5344CB8AC3E}">
        <p14:creationId xmlns:p14="http://schemas.microsoft.com/office/powerpoint/2010/main" val="2583516740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Motif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E4509FB4-19F7-0C11-F4C6-EC7612DD28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9" name="Google Shape;12;p7">
            <a:extLst>
              <a:ext uri="{FF2B5EF4-FFF2-40B4-BE49-F238E27FC236}">
                <a16:creationId xmlns:a16="http://schemas.microsoft.com/office/drawing/2014/main" id="{BEB3A141-6558-B848-2022-CBBE6450236A}"/>
              </a:ext>
            </a:extLst>
          </p:cNvPr>
          <p:cNvSpPr/>
          <p:nvPr userDrawn="1"/>
        </p:nvSpPr>
        <p:spPr>
          <a:xfrm>
            <a:off x="450973" y="900000"/>
            <a:ext cx="7794000" cy="3798000"/>
          </a:xfrm>
          <a:prstGeom prst="rect">
            <a:avLst/>
          </a:prstGeom>
          <a:solidFill>
            <a:srgbClr val="1E2A78">
              <a:alpha val="7000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9A9F3420-F375-435C-93CC-4E4B68B53337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8243888" y="450000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4" name="Textplatzhalter 28">
            <a:extLst>
              <a:ext uri="{FF2B5EF4-FFF2-40B4-BE49-F238E27FC236}">
                <a16:creationId xmlns:a16="http://schemas.microsoft.com/office/drawing/2014/main" id="{B42C112B-6D63-7D0F-AE00-6B8EC125D9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122363"/>
            <a:ext cx="7342187" cy="1998208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rgbClr val="00A3E0"/>
                </a:solidFill>
              </a:defRPr>
            </a:lvl1pPr>
            <a:lvl2pPr>
              <a:defRPr sz="3000"/>
            </a:lvl2pPr>
          </a:lstStyle>
          <a:p>
            <a:pPr lvl="0"/>
            <a:r>
              <a:rPr lang="en-GB" noProof="0" dirty="0"/>
              <a:t>Click to edit topline</a:t>
            </a:r>
          </a:p>
          <a:p>
            <a:pPr lvl="1"/>
            <a:r>
              <a:rPr lang="en-GB" noProof="0" dirty="0"/>
              <a:t>Click to edit chapter headline</a:t>
            </a:r>
          </a:p>
        </p:txBody>
      </p:sp>
    </p:spTree>
    <p:extLst>
      <p:ext uri="{BB962C8B-B14F-4D97-AF65-F5344CB8AC3E}">
        <p14:creationId xmlns:p14="http://schemas.microsoft.com/office/powerpoint/2010/main" val="1866107160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CAC88D1-244E-446D-8A03-B95B197796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8138" y="1016000"/>
            <a:ext cx="8469311" cy="3622675"/>
          </a:xfrm>
        </p:spPr>
        <p:txBody>
          <a:bodyPr numCol="2" spcCol="273600"/>
          <a:lstStyle>
            <a:lvl1pPr marL="269875" indent="-269875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  <a:defRPr sz="1200"/>
            </a:lvl1pPr>
            <a:lvl2pPr marL="538163" indent="-269875">
              <a:lnSpc>
                <a:spcPct val="100000"/>
              </a:lnSpc>
              <a:buFont typeface="+mj-lt"/>
              <a:buNone/>
              <a:tabLst>
                <a:tab pos="538163" algn="l"/>
                <a:tab pos="7175500" algn="r"/>
              </a:tabLst>
              <a:defRPr sz="1200" u="none"/>
            </a:lvl2pPr>
          </a:lstStyle>
          <a:p>
            <a:pPr lvl="0"/>
            <a:r>
              <a:rPr lang="en-GB" noProof="0" dirty="0"/>
              <a:t>Chapter</a:t>
            </a:r>
          </a:p>
          <a:p>
            <a:pPr lvl="1"/>
            <a:r>
              <a:rPr lang="en-GB" noProof="0" dirty="0"/>
              <a:t>1.1	Subchapter	Page X</a:t>
            </a:r>
          </a:p>
        </p:txBody>
      </p:sp>
      <p:sp>
        <p:nvSpPr>
          <p:cNvPr id="15" name="Foliennummernplatzhalter 1">
            <a:extLst>
              <a:ext uri="{FF2B5EF4-FFF2-40B4-BE49-F238E27FC236}">
                <a16:creationId xmlns:a16="http://schemas.microsoft.com/office/drawing/2014/main" id="{4A32BABE-48EC-85B4-13D6-56EBD3CE27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17" name="Title Placeholder 4">
            <a:extLst>
              <a:ext uri="{FF2B5EF4-FFF2-40B4-BE49-F238E27FC236}">
                <a16:creationId xmlns:a16="http://schemas.microsoft.com/office/drawing/2014/main" id="{C70868BA-483D-9E53-E24E-BC0DE093C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Edit Master title style</a:t>
            </a:r>
          </a:p>
        </p:txBody>
      </p:sp>
      <p:sp>
        <p:nvSpPr>
          <p:cNvPr id="19" name="Fußzeilenplatzhalter 2">
            <a:extLst>
              <a:ext uri="{FF2B5EF4-FFF2-40B4-BE49-F238E27FC236}">
                <a16:creationId xmlns:a16="http://schemas.microsoft.com/office/drawing/2014/main" id="{0007B342-5D62-7150-D615-B32255D02E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6D2FD727-7DF9-7F06-5290-44E178BCADC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15821861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2971">
          <p15:clr>
            <a:srgbClr val="FBAE40"/>
          </p15:clr>
        </p15:guide>
        <p15:guide id="3" pos="2789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CAC88D1-244E-446D-8A03-B95B197796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8400" y="1015199"/>
            <a:ext cx="8467463" cy="3623475"/>
          </a:xfrm>
        </p:spPr>
        <p:txBody>
          <a:bodyPr numCol="2" spcCol="273600"/>
          <a:lstStyle>
            <a:lvl1pPr marL="252000" indent="-25200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  <a:defRPr sz="1200"/>
            </a:lvl1pPr>
            <a:lvl2pPr marL="504000" indent="-252000">
              <a:lnSpc>
                <a:spcPct val="100000"/>
              </a:lnSpc>
              <a:buFont typeface="+mj-lt"/>
              <a:buNone/>
              <a:tabLst>
                <a:tab pos="7175500" algn="r"/>
              </a:tabLst>
              <a:defRPr sz="1000" u="none"/>
            </a:lvl2pPr>
          </a:lstStyle>
          <a:p>
            <a:pPr lvl="0"/>
            <a:r>
              <a:rPr lang="en-GB" noProof="0" dirty="0"/>
              <a:t>Chapter</a:t>
            </a:r>
          </a:p>
          <a:p>
            <a:pPr lvl="1"/>
            <a:r>
              <a:rPr lang="en-GB" noProof="0" dirty="0"/>
              <a:t>1.1	Subchapter	Page X</a:t>
            </a:r>
          </a:p>
        </p:txBody>
      </p:sp>
      <p:sp>
        <p:nvSpPr>
          <p:cNvPr id="15" name="Foliennummernplatzhalter 1">
            <a:extLst>
              <a:ext uri="{FF2B5EF4-FFF2-40B4-BE49-F238E27FC236}">
                <a16:creationId xmlns:a16="http://schemas.microsoft.com/office/drawing/2014/main" id="{4A32BABE-48EC-85B4-13D6-56EBD3CE27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17" name="Title Placeholder 4">
            <a:extLst>
              <a:ext uri="{FF2B5EF4-FFF2-40B4-BE49-F238E27FC236}">
                <a16:creationId xmlns:a16="http://schemas.microsoft.com/office/drawing/2014/main" id="{C70868BA-483D-9E53-E24E-BC0DE093C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Edit Master title style</a:t>
            </a:r>
          </a:p>
        </p:txBody>
      </p:sp>
      <p:sp>
        <p:nvSpPr>
          <p:cNvPr id="19" name="Fußzeilenplatzhalter 2">
            <a:extLst>
              <a:ext uri="{FF2B5EF4-FFF2-40B4-BE49-F238E27FC236}">
                <a16:creationId xmlns:a16="http://schemas.microsoft.com/office/drawing/2014/main" id="{0007B342-5D62-7150-D615-B32255D02E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6D2FD727-7DF9-7F06-5290-44E178BCADC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3671075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2971">
          <p15:clr>
            <a:srgbClr val="FBAE40"/>
          </p15:clr>
        </p15:guide>
        <p15:guide id="3" pos="2789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CAC88D1-244E-446D-8A03-B95B197796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8138" y="1016000"/>
            <a:ext cx="8467725" cy="3622675"/>
          </a:xfrm>
        </p:spPr>
        <p:txBody>
          <a:bodyPr numCol="2" spcCol="273600"/>
          <a:lstStyle>
            <a:lvl1pPr marL="179388" indent="-179388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  <a:defRPr sz="1000"/>
            </a:lvl1pPr>
            <a:lvl2pPr marL="446088" indent="-266700">
              <a:lnSpc>
                <a:spcPct val="100000"/>
              </a:lnSpc>
              <a:buFont typeface="+mj-lt"/>
              <a:buNone/>
              <a:tabLst>
                <a:tab pos="7175500" algn="r"/>
              </a:tabLst>
              <a:defRPr sz="1000" u="none"/>
            </a:lvl2pPr>
          </a:lstStyle>
          <a:p>
            <a:pPr lvl="0"/>
            <a:r>
              <a:rPr lang="en-GB" noProof="0" dirty="0"/>
              <a:t>Chapter</a:t>
            </a:r>
          </a:p>
          <a:p>
            <a:pPr lvl="1"/>
            <a:r>
              <a:rPr lang="en-GB" noProof="0" dirty="0"/>
              <a:t>1.1	Subchapter	Page X</a:t>
            </a:r>
          </a:p>
        </p:txBody>
      </p:sp>
      <p:sp>
        <p:nvSpPr>
          <p:cNvPr id="15" name="Foliennummernplatzhalter 1">
            <a:extLst>
              <a:ext uri="{FF2B5EF4-FFF2-40B4-BE49-F238E27FC236}">
                <a16:creationId xmlns:a16="http://schemas.microsoft.com/office/drawing/2014/main" id="{4A32BABE-48EC-85B4-13D6-56EBD3CE27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17" name="Title Placeholder 4">
            <a:extLst>
              <a:ext uri="{FF2B5EF4-FFF2-40B4-BE49-F238E27FC236}">
                <a16:creationId xmlns:a16="http://schemas.microsoft.com/office/drawing/2014/main" id="{C70868BA-483D-9E53-E24E-BC0DE093C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Edit Master title style</a:t>
            </a:r>
          </a:p>
        </p:txBody>
      </p:sp>
      <p:sp>
        <p:nvSpPr>
          <p:cNvPr id="19" name="Fußzeilenplatzhalter 2">
            <a:extLst>
              <a:ext uri="{FF2B5EF4-FFF2-40B4-BE49-F238E27FC236}">
                <a16:creationId xmlns:a16="http://schemas.microsoft.com/office/drawing/2014/main" id="{0007B342-5D62-7150-D615-B32255D02E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6D2FD727-7DF9-7F06-5290-44E178BCADC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17879214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2971">
          <p15:clr>
            <a:srgbClr val="FBAE40"/>
          </p15:clr>
        </p15:guide>
        <p15:guide id="3" pos="2789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c 1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69C42C2B-E994-FBE1-4E9E-1F58C6238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6" name="Title Placeholder 4">
            <a:extLst>
              <a:ext uri="{FF2B5EF4-FFF2-40B4-BE49-F238E27FC236}">
                <a16:creationId xmlns:a16="http://schemas.microsoft.com/office/drawing/2014/main" id="{395AB259-C6A1-3675-B984-C2C15C7B84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GB" noProof="0" dirty="0"/>
              <a:t>Edit Master title style</a:t>
            </a:r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D9F97F99-CD7A-AD34-F53A-63621B912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E4F07-A267-E5AF-43EC-78BEBB7BBD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  <p:sp>
        <p:nvSpPr>
          <p:cNvPr id="14" name="Inhaltsplatzhalter 13">
            <a:extLst>
              <a:ext uri="{FF2B5EF4-FFF2-40B4-BE49-F238E27FC236}">
                <a16:creationId xmlns:a16="http://schemas.microsoft.com/office/drawing/2014/main" id="{D3A92151-B6D0-8782-A8E4-6A94BC6E47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8138" y="1015999"/>
            <a:ext cx="8467725" cy="36226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97258233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c 1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69C42C2B-E994-FBE1-4E9E-1F58C6238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6" name="Title Placeholder 4">
            <a:extLst>
              <a:ext uri="{FF2B5EF4-FFF2-40B4-BE49-F238E27FC236}">
                <a16:creationId xmlns:a16="http://schemas.microsoft.com/office/drawing/2014/main" id="{395AB259-C6A1-3675-B984-C2C15C7B8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Edit Master title style</a:t>
            </a:r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D9F97F99-CD7A-AD34-F53A-63621B912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E4F07-A267-E5AF-43EC-78BEBB7BBD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  <p:sp>
        <p:nvSpPr>
          <p:cNvPr id="14" name="Inhaltsplatzhalter 13">
            <a:extLst>
              <a:ext uri="{FF2B5EF4-FFF2-40B4-BE49-F238E27FC236}">
                <a16:creationId xmlns:a16="http://schemas.microsoft.com/office/drawing/2014/main" id="{D3A92151-B6D0-8782-A8E4-6A94BC6E47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8138" y="1015999"/>
            <a:ext cx="4144961" cy="36226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2" name="Inhaltsplatzhalter 13">
            <a:extLst>
              <a:ext uri="{FF2B5EF4-FFF2-40B4-BE49-F238E27FC236}">
                <a16:creationId xmlns:a16="http://schemas.microsoft.com/office/drawing/2014/main" id="{54D13192-5D33-EA9A-E52F-CF35A037118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61692" y="1015999"/>
            <a:ext cx="4145758" cy="36226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04766738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2936" userDrawn="1">
          <p15:clr>
            <a:srgbClr val="FBAE40"/>
          </p15:clr>
        </p15:guide>
        <p15:guide id="3" pos="2824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c 2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69C42C2B-E994-FBE1-4E9E-1F58C6238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6" name="Title Placeholder 4">
            <a:extLst>
              <a:ext uri="{FF2B5EF4-FFF2-40B4-BE49-F238E27FC236}">
                <a16:creationId xmlns:a16="http://schemas.microsoft.com/office/drawing/2014/main" id="{395AB259-C6A1-3675-B984-C2C15C7B8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Edit Master title style</a:t>
            </a:r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D9F97F99-CD7A-AD34-F53A-63621B912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E4F07-A267-E5AF-43EC-78BEBB7BBD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  <p:sp>
        <p:nvSpPr>
          <p:cNvPr id="14" name="Inhaltsplatzhalter 13">
            <a:extLst>
              <a:ext uri="{FF2B5EF4-FFF2-40B4-BE49-F238E27FC236}">
                <a16:creationId xmlns:a16="http://schemas.microsoft.com/office/drawing/2014/main" id="{D3A92151-B6D0-8782-A8E4-6A94BC6E47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8138" y="1016000"/>
            <a:ext cx="4144961" cy="17145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2" name="Inhaltsplatzhalter 13">
            <a:extLst>
              <a:ext uri="{FF2B5EF4-FFF2-40B4-BE49-F238E27FC236}">
                <a16:creationId xmlns:a16="http://schemas.microsoft.com/office/drawing/2014/main" id="{54D13192-5D33-EA9A-E52F-CF35A037118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62488" y="1016000"/>
            <a:ext cx="4144962" cy="17145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" name="Inhaltsplatzhalter 13">
            <a:extLst>
              <a:ext uri="{FF2B5EF4-FFF2-40B4-BE49-F238E27FC236}">
                <a16:creationId xmlns:a16="http://schemas.microsoft.com/office/drawing/2014/main" id="{84CC4C7D-7F5D-1ADB-A30E-CEAD08A0BFE9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38444" y="2913063"/>
            <a:ext cx="4144961" cy="172561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5" name="Inhaltsplatzhalter 13">
            <a:extLst>
              <a:ext uri="{FF2B5EF4-FFF2-40B4-BE49-F238E27FC236}">
                <a16:creationId xmlns:a16="http://schemas.microsoft.com/office/drawing/2014/main" id="{5C26C813-FC2A-E649-F811-FFA8D670A8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662794" y="2913063"/>
            <a:ext cx="4144962" cy="172561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78228934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pos="2937" userDrawn="1">
          <p15:clr>
            <a:srgbClr val="FBAE40"/>
          </p15:clr>
        </p15:guide>
        <p15:guide id="3" pos="2824" userDrawn="1">
          <p15:clr>
            <a:srgbClr val="FBAE40"/>
          </p15:clr>
        </p15:guide>
        <p15:guide id="4" orient="horz" pos="1835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c 1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69C42C2B-E994-FBE1-4E9E-1F58C6238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6" name="Title Placeholder 4">
            <a:extLst>
              <a:ext uri="{FF2B5EF4-FFF2-40B4-BE49-F238E27FC236}">
                <a16:creationId xmlns:a16="http://schemas.microsoft.com/office/drawing/2014/main" id="{395AB259-C6A1-3675-B984-C2C15C7B8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Edit Master title style</a:t>
            </a:r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D9F97F99-CD7A-AD34-F53A-63621B912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E4F07-A267-E5AF-43EC-78BEBB7BBD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  <p:sp>
        <p:nvSpPr>
          <p:cNvPr id="14" name="Inhaltsplatzhalter 13">
            <a:extLst>
              <a:ext uri="{FF2B5EF4-FFF2-40B4-BE49-F238E27FC236}">
                <a16:creationId xmlns:a16="http://schemas.microsoft.com/office/drawing/2014/main" id="{D3A92151-B6D0-8782-A8E4-6A94BC6E47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8137" y="1015999"/>
            <a:ext cx="2685033" cy="36226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" name="Inhaltsplatzhalter 13">
            <a:extLst>
              <a:ext uri="{FF2B5EF4-FFF2-40B4-BE49-F238E27FC236}">
                <a16:creationId xmlns:a16="http://schemas.microsoft.com/office/drawing/2014/main" id="{5CA372FA-9895-0C5F-1EC7-D1A032F9AA6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200967" y="1018599"/>
            <a:ext cx="2739458" cy="36226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11" name="Inhaltsplatzhalter 13">
            <a:extLst>
              <a:ext uri="{FF2B5EF4-FFF2-40B4-BE49-F238E27FC236}">
                <a16:creationId xmlns:a16="http://schemas.microsoft.com/office/drawing/2014/main" id="{883BB2EE-32A9-3A08-7709-8604193B1BDA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19813" y="1015998"/>
            <a:ext cx="2686049" cy="36226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82154901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4" pos="1905" userDrawn="1">
          <p15:clr>
            <a:srgbClr val="FBAE40"/>
          </p15:clr>
        </p15:guide>
        <p15:guide id="5" pos="2018" userDrawn="1">
          <p15:clr>
            <a:srgbClr val="FBAE40"/>
          </p15:clr>
        </p15:guide>
        <p15:guide id="6" pos="3742" userDrawn="1">
          <p15:clr>
            <a:srgbClr val="FBAE40"/>
          </p15:clr>
        </p15:guide>
        <p15:guide id="7" pos="3855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c 2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69C42C2B-E994-FBE1-4E9E-1F58C6238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6" name="Title Placeholder 4">
            <a:extLst>
              <a:ext uri="{FF2B5EF4-FFF2-40B4-BE49-F238E27FC236}">
                <a16:creationId xmlns:a16="http://schemas.microsoft.com/office/drawing/2014/main" id="{395AB259-C6A1-3675-B984-C2C15C7B8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Edit Master title style</a:t>
            </a:r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D9F97F99-CD7A-AD34-F53A-63621B912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E4F07-A267-E5AF-43EC-78BEBB7BBD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  <p:sp>
        <p:nvSpPr>
          <p:cNvPr id="7" name="Inhaltsplatzhalter 13">
            <a:extLst>
              <a:ext uri="{FF2B5EF4-FFF2-40B4-BE49-F238E27FC236}">
                <a16:creationId xmlns:a16="http://schemas.microsoft.com/office/drawing/2014/main" id="{B30ECE1C-C670-6B68-2F14-86A63985F73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8400" y="1016000"/>
            <a:ext cx="2684462" cy="171190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11" name="Inhaltsplatzhalter 13">
            <a:extLst>
              <a:ext uri="{FF2B5EF4-FFF2-40B4-BE49-F238E27FC236}">
                <a16:creationId xmlns:a16="http://schemas.microsoft.com/office/drawing/2014/main" id="{EE9A095C-F7B4-ACB2-F2F9-076925C67FC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204474" y="1016000"/>
            <a:ext cx="2736850" cy="171190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12" name="Inhaltsplatzhalter 13">
            <a:extLst>
              <a:ext uri="{FF2B5EF4-FFF2-40B4-BE49-F238E27FC236}">
                <a16:creationId xmlns:a16="http://schemas.microsoft.com/office/drawing/2014/main" id="{353DE1C3-A7F2-83E9-A120-4FE2A1FA9AF9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27512" y="1016000"/>
            <a:ext cx="2680837" cy="171190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13" name="Inhaltsplatzhalter 13">
            <a:extLst>
              <a:ext uri="{FF2B5EF4-FFF2-40B4-BE49-F238E27FC236}">
                <a16:creationId xmlns:a16="http://schemas.microsoft.com/office/drawing/2014/main" id="{E47B2B28-13D4-5795-3ABD-B70AF78F25E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9726" y="2909888"/>
            <a:ext cx="2684462" cy="17250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15" name="Inhaltsplatzhalter 13">
            <a:extLst>
              <a:ext uri="{FF2B5EF4-FFF2-40B4-BE49-F238E27FC236}">
                <a16:creationId xmlns:a16="http://schemas.microsoft.com/office/drawing/2014/main" id="{0779CD6A-02D9-4FC6-91F7-5992E2F89E9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203575" y="2909888"/>
            <a:ext cx="2736850" cy="17250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16" name="Inhaltsplatzhalter 13">
            <a:extLst>
              <a:ext uri="{FF2B5EF4-FFF2-40B4-BE49-F238E27FC236}">
                <a16:creationId xmlns:a16="http://schemas.microsoft.com/office/drawing/2014/main" id="{62C094EA-31F1-49C8-6434-500F1546138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26613" y="2909888"/>
            <a:ext cx="2680837" cy="17250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27896736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4" orient="horz" pos="1833" userDrawn="1">
          <p15:clr>
            <a:srgbClr val="FBAE40"/>
          </p15:clr>
        </p15:guide>
        <p15:guide id="5" pos="1905" userDrawn="1">
          <p15:clr>
            <a:srgbClr val="FBAE40"/>
          </p15:clr>
        </p15:guide>
        <p15:guide id="6" pos="2018" userDrawn="1">
          <p15:clr>
            <a:srgbClr val="FBAE40"/>
          </p15:clr>
        </p15:guide>
        <p15:guide id="7" pos="3742" userDrawn="1">
          <p15:clr>
            <a:srgbClr val="FBAE40"/>
          </p15:clr>
        </p15:guide>
        <p15:guide id="8" pos="3855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c 1p blue box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69C42C2B-E994-FBE1-4E9E-1F58C6238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6" name="Title Placeholder 4">
            <a:extLst>
              <a:ext uri="{FF2B5EF4-FFF2-40B4-BE49-F238E27FC236}">
                <a16:creationId xmlns:a16="http://schemas.microsoft.com/office/drawing/2014/main" id="{395AB259-C6A1-3675-B984-C2C15C7B8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Edit Master title style</a:t>
            </a:r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D9F97F99-CD7A-AD34-F53A-63621B912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E4F07-A267-E5AF-43EC-78BEBB7BBD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  <p:sp>
        <p:nvSpPr>
          <p:cNvPr id="14" name="Inhaltsplatzhalter 13">
            <a:extLst>
              <a:ext uri="{FF2B5EF4-FFF2-40B4-BE49-F238E27FC236}">
                <a16:creationId xmlns:a16="http://schemas.microsoft.com/office/drawing/2014/main" id="{D3A92151-B6D0-8782-A8E4-6A94BC6E47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8139" y="1015999"/>
            <a:ext cx="4144965" cy="3622675"/>
          </a:xfrm>
          <a:solidFill>
            <a:srgbClr val="E5F6FC"/>
          </a:solidFill>
        </p:spPr>
        <p:txBody>
          <a:bodyPr lIns="108000" tIns="108000" rIns="108000" bIns="10800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2" name="Inhaltsplatzhalter 13">
            <a:extLst>
              <a:ext uri="{FF2B5EF4-FFF2-40B4-BE49-F238E27FC236}">
                <a16:creationId xmlns:a16="http://schemas.microsoft.com/office/drawing/2014/main" id="{54D13192-5D33-EA9A-E52F-CF35A037118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60900" y="1015999"/>
            <a:ext cx="4146550" cy="3622675"/>
          </a:xfrm>
          <a:solidFill>
            <a:srgbClr val="E5F6FC"/>
          </a:solidFill>
        </p:spPr>
        <p:txBody>
          <a:bodyPr lIns="108000" tIns="108000" rIns="108000" bIns="10800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4403096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pos="2936" userDrawn="1">
          <p15:clr>
            <a:srgbClr val="FBAE40"/>
          </p15:clr>
        </p15:guide>
        <p15:guide id="3" pos="2824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c 1p blue box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69C42C2B-E994-FBE1-4E9E-1F58C6238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6" name="Title Placeholder 4">
            <a:extLst>
              <a:ext uri="{FF2B5EF4-FFF2-40B4-BE49-F238E27FC236}">
                <a16:creationId xmlns:a16="http://schemas.microsoft.com/office/drawing/2014/main" id="{395AB259-C6A1-3675-B984-C2C15C7B8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Edit Master title style</a:t>
            </a:r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D9F97F99-CD7A-AD34-F53A-63621B912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E4F07-A267-E5AF-43EC-78BEBB7BBD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  <p:sp>
        <p:nvSpPr>
          <p:cNvPr id="14" name="Inhaltsplatzhalter 13">
            <a:extLst>
              <a:ext uri="{FF2B5EF4-FFF2-40B4-BE49-F238E27FC236}">
                <a16:creationId xmlns:a16="http://schemas.microsoft.com/office/drawing/2014/main" id="{D3A92151-B6D0-8782-A8E4-6A94BC6E47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8139" y="1460500"/>
            <a:ext cx="4144966" cy="3178174"/>
          </a:xfrm>
          <a:solidFill>
            <a:srgbClr val="E5F6FC"/>
          </a:solidFill>
        </p:spPr>
        <p:txBody>
          <a:bodyPr lIns="108000" tIns="108000" rIns="108000" bIns="10800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2" name="Inhaltsplatzhalter 13">
            <a:extLst>
              <a:ext uri="{FF2B5EF4-FFF2-40B4-BE49-F238E27FC236}">
                <a16:creationId xmlns:a16="http://schemas.microsoft.com/office/drawing/2014/main" id="{54D13192-5D33-EA9A-E52F-CF35A037118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62484" y="1460500"/>
            <a:ext cx="4144966" cy="3178174"/>
          </a:xfrm>
          <a:solidFill>
            <a:srgbClr val="E5F6FC"/>
          </a:solidFill>
        </p:spPr>
        <p:txBody>
          <a:bodyPr lIns="108000" tIns="108000" rIns="108000" bIns="10800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857D3E1-ED2A-BFB9-AD11-2FCA92D5B0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138" y="1016000"/>
            <a:ext cx="4144966" cy="406400"/>
          </a:xfrm>
          <a:solidFill>
            <a:srgbClr val="1E2A78"/>
          </a:solidFill>
        </p:spPr>
        <p:txBody>
          <a:bodyPr lIns="108000"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Edit Master </a:t>
            </a:r>
            <a:r>
              <a:rPr lang="de-DE" dirty="0" err="1"/>
              <a:t>text</a:t>
            </a:r>
            <a:r>
              <a:rPr lang="de-DE" dirty="0"/>
              <a:t> style</a:t>
            </a:r>
          </a:p>
        </p:txBody>
      </p:sp>
      <p:sp>
        <p:nvSpPr>
          <p:cNvPr id="7" name="Textplatzhalter 4">
            <a:extLst>
              <a:ext uri="{FF2B5EF4-FFF2-40B4-BE49-F238E27FC236}">
                <a16:creationId xmlns:a16="http://schemas.microsoft.com/office/drawing/2014/main" id="{9F643515-DC98-8830-840D-88F0A16EFC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0896" y="1016000"/>
            <a:ext cx="4144966" cy="406400"/>
          </a:xfrm>
          <a:solidFill>
            <a:srgbClr val="1E2A78"/>
          </a:solidFill>
        </p:spPr>
        <p:txBody>
          <a:bodyPr lIns="108000"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Edit Master </a:t>
            </a:r>
            <a:r>
              <a:rPr lang="de-DE" dirty="0" err="1"/>
              <a:t>text</a:t>
            </a:r>
            <a:r>
              <a:rPr lang="de-DE" dirty="0"/>
              <a:t> style</a:t>
            </a:r>
          </a:p>
        </p:txBody>
      </p:sp>
    </p:spTree>
    <p:extLst>
      <p:ext uri="{BB962C8B-B14F-4D97-AF65-F5344CB8AC3E}">
        <p14:creationId xmlns:p14="http://schemas.microsoft.com/office/powerpoint/2010/main" val="2510093149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2" pos="2936" userDrawn="1">
          <p15:clr>
            <a:srgbClr val="FBAE40"/>
          </p15:clr>
        </p15:guide>
        <p15:guide id="3" pos="2824" userDrawn="1">
          <p15:clr>
            <a:srgbClr val="FBAE40"/>
          </p15:clr>
        </p15:guide>
        <p15:guide id="4" pos="288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69C42C2B-E994-FBE1-4E9E-1F58C6238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6" name="Title Placeholder 4">
            <a:extLst>
              <a:ext uri="{FF2B5EF4-FFF2-40B4-BE49-F238E27FC236}">
                <a16:creationId xmlns:a16="http://schemas.microsoft.com/office/drawing/2014/main" id="{395AB259-C6A1-3675-B984-C2C15C7B8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Edit Master title style</a:t>
            </a:r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D9F97F99-CD7A-AD34-F53A-63621B912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E4F07-A267-E5AF-43EC-78BEBB7BBD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186748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69C42C2B-E994-FBE1-4E9E-1F58C6238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D9F97F99-CD7A-AD34-F53A-63621B912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E4F07-A267-E5AF-43EC-78BEBB7BBD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90927744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69C42C2B-E994-FBE1-4E9E-1F58C6238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6" name="Title Placeholder 4">
            <a:extLst>
              <a:ext uri="{FF2B5EF4-FFF2-40B4-BE49-F238E27FC236}">
                <a16:creationId xmlns:a16="http://schemas.microsoft.com/office/drawing/2014/main" id="{395AB259-C6A1-3675-B984-C2C15C7B8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Edit Master title style</a:t>
            </a:r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D9F97F99-CD7A-AD34-F53A-63621B912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E4F07-A267-E5AF-43EC-78BEBB7BBD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234A8AF-6BA9-11CB-30CE-F32AC5ED34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138" y="1015999"/>
            <a:ext cx="7788275" cy="3622675"/>
          </a:xfr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  <a:lvl2pPr>
              <a:defRPr sz="1000">
                <a:solidFill>
                  <a:srgbClr val="8794A1"/>
                </a:solidFill>
              </a:defRPr>
            </a:lvl2pPr>
            <a:lvl3pPr>
              <a:defRPr sz="1000">
                <a:solidFill>
                  <a:schemeClr val="tx1"/>
                </a:solidFill>
              </a:defRPr>
            </a:lvl3pPr>
            <a:lvl4pPr>
              <a:defRPr sz="800">
                <a:solidFill>
                  <a:schemeClr val="tx1"/>
                </a:solidFill>
              </a:defRPr>
            </a:lvl4pPr>
            <a:lvl5pPr>
              <a:defRPr>
                <a:solidFill>
                  <a:srgbClr val="8794A1"/>
                </a:solidFill>
              </a:defRPr>
            </a:lvl5pPr>
          </a:lstStyle>
          <a:p>
            <a:pPr lvl="0"/>
            <a:r>
              <a:rPr lang="de-DE" dirty="0"/>
              <a:t>Disclaimer </a:t>
            </a:r>
            <a:r>
              <a:rPr lang="de-DE" dirty="0" err="1"/>
              <a:t>text</a:t>
            </a:r>
            <a:endParaRPr lang="de-DE" dirty="0"/>
          </a:p>
          <a:p>
            <a:pPr lvl="2"/>
            <a:r>
              <a:rPr lang="de-DE" dirty="0"/>
              <a:t>Second Level</a:t>
            </a:r>
          </a:p>
          <a:p>
            <a:pPr lvl="3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6038371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content a">
    <p:bg>
      <p:bgPr>
        <a:gradFill>
          <a:gsLst>
            <a:gs pos="0">
              <a:srgbClr val="16184E"/>
            </a:gs>
            <a:gs pos="60000">
              <a:srgbClr val="121D69"/>
            </a:gs>
            <a:gs pos="100000">
              <a:srgbClr val="1E2A78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69C42C2B-E994-FBE1-4E9E-1F58C6238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6" name="Title Placeholder 4">
            <a:extLst>
              <a:ext uri="{FF2B5EF4-FFF2-40B4-BE49-F238E27FC236}">
                <a16:creationId xmlns:a16="http://schemas.microsoft.com/office/drawing/2014/main" id="{395AB259-C6A1-3675-B984-C2C15C7B8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Edit Master title style</a:t>
            </a:r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D9F97F99-CD7A-AD34-F53A-63621B912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chemeClr val="bg1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E4F07-A267-E5AF-43EC-78BEBB7BBD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  <p:sp>
        <p:nvSpPr>
          <p:cNvPr id="10" name="Grafik 9">
            <a:extLst>
              <a:ext uri="{FF2B5EF4-FFF2-40B4-BE49-F238E27FC236}">
                <a16:creationId xmlns:a16="http://schemas.microsoft.com/office/drawing/2014/main" id="{0B884D4E-2E62-A2AC-08DE-431DAE758A58}"/>
              </a:ext>
            </a:extLst>
          </p:cNvPr>
          <p:cNvSpPr>
            <a:spLocks noChangeAspect="1"/>
          </p:cNvSpPr>
          <p:nvPr userDrawn="1"/>
        </p:nvSpPr>
        <p:spPr>
          <a:xfrm>
            <a:off x="8467463" y="338400"/>
            <a:ext cx="338400" cy="338400"/>
          </a:xfrm>
          <a:custGeom>
            <a:avLst/>
            <a:gdLst>
              <a:gd name="connsiteX0" fmla="*/ 385667 w 2699994"/>
              <a:gd name="connsiteY0" fmla="*/ 2314346 h 2700004"/>
              <a:gd name="connsiteX1" fmla="*/ 2314146 w 2699994"/>
              <a:gd name="connsiteY1" fmla="*/ 2314346 h 2700004"/>
              <a:gd name="connsiteX2" fmla="*/ 2314146 w 2699994"/>
              <a:gd name="connsiteY2" fmla="*/ 385658 h 2700004"/>
              <a:gd name="connsiteX3" fmla="*/ 385667 w 2699994"/>
              <a:gd name="connsiteY3" fmla="*/ 385658 h 2700004"/>
              <a:gd name="connsiteX4" fmla="*/ 385667 w 2699994"/>
              <a:gd name="connsiteY4" fmla="*/ 2314346 h 2700004"/>
              <a:gd name="connsiteX5" fmla="*/ 0 w 2699994"/>
              <a:gd name="connsiteY5" fmla="*/ 0 h 2700004"/>
              <a:gd name="connsiteX6" fmla="*/ 2699995 w 2699994"/>
              <a:gd name="connsiteY6" fmla="*/ 0 h 2700004"/>
              <a:gd name="connsiteX7" fmla="*/ 2699995 w 2699994"/>
              <a:gd name="connsiteY7" fmla="*/ 2700004 h 2700004"/>
              <a:gd name="connsiteX8" fmla="*/ 0 w 2699994"/>
              <a:gd name="connsiteY8" fmla="*/ 2700004 h 2700004"/>
              <a:gd name="connsiteX9" fmla="*/ 0 w 2699994"/>
              <a:gd name="connsiteY9" fmla="*/ 0 h 2700004"/>
              <a:gd name="connsiteX10" fmla="*/ 582549 w 2699994"/>
              <a:gd name="connsiteY10" fmla="*/ 2051971 h 2700004"/>
              <a:gd name="connsiteX11" fmla="*/ 1635709 w 2699994"/>
              <a:gd name="connsiteY11" fmla="*/ 648033 h 2700004"/>
              <a:gd name="connsiteX12" fmla="*/ 2117874 w 2699994"/>
              <a:gd name="connsiteY12" fmla="*/ 648033 h 2700004"/>
              <a:gd name="connsiteX13" fmla="*/ 1064714 w 2699994"/>
              <a:gd name="connsiteY13" fmla="*/ 2051971 h 2700004"/>
              <a:gd name="connsiteX14" fmla="*/ 582549 w 2699994"/>
              <a:gd name="connsiteY14" fmla="*/ 2051971 h 2700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699994" h="2700004">
                <a:moveTo>
                  <a:pt x="385667" y="2314346"/>
                </a:moveTo>
                <a:lnTo>
                  <a:pt x="2314146" y="2314346"/>
                </a:lnTo>
                <a:lnTo>
                  <a:pt x="2314146" y="385658"/>
                </a:lnTo>
                <a:lnTo>
                  <a:pt x="385667" y="385658"/>
                </a:lnTo>
                <a:lnTo>
                  <a:pt x="385667" y="2314346"/>
                </a:lnTo>
                <a:close/>
                <a:moveTo>
                  <a:pt x="0" y="0"/>
                </a:moveTo>
                <a:lnTo>
                  <a:pt x="2699995" y="0"/>
                </a:lnTo>
                <a:lnTo>
                  <a:pt x="2699995" y="2700004"/>
                </a:lnTo>
                <a:lnTo>
                  <a:pt x="0" y="2700004"/>
                </a:lnTo>
                <a:lnTo>
                  <a:pt x="0" y="0"/>
                </a:lnTo>
                <a:close/>
                <a:moveTo>
                  <a:pt x="582549" y="2051971"/>
                </a:moveTo>
                <a:lnTo>
                  <a:pt x="1635709" y="648033"/>
                </a:lnTo>
                <a:lnTo>
                  <a:pt x="2117874" y="648033"/>
                </a:lnTo>
                <a:lnTo>
                  <a:pt x="1064714" y="2051971"/>
                </a:lnTo>
                <a:lnTo>
                  <a:pt x="582549" y="2051971"/>
                </a:lnTo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234A8AF-6BA9-11CB-30CE-F32AC5ED34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138" y="1015999"/>
            <a:ext cx="7788275" cy="3622675"/>
          </a:xfrm>
        </p:spPr>
        <p:txBody>
          <a:bodyPr/>
          <a:lstStyle>
            <a:lvl1pPr>
              <a:defRPr sz="1200">
                <a:solidFill>
                  <a:srgbClr val="00A3E0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DEE5C55C-FC6F-43BD-470C-E7A30DD15F0B}"/>
              </a:ext>
            </a:extLst>
          </p:cNvPr>
          <p:cNvSpPr/>
          <p:nvPr userDrawn="1"/>
        </p:nvSpPr>
        <p:spPr>
          <a:xfrm>
            <a:off x="338138" y="4805100"/>
            <a:ext cx="1798363" cy="241521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pPr marL="0" indent="0">
              <a:lnSpc>
                <a:spcPts val="800"/>
              </a:lnSpc>
              <a:defRPr/>
            </a:pPr>
            <a:r>
              <a:rPr lang="en-GB" sz="700" noProof="1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Bank. </a:t>
            </a:r>
            <a:r>
              <a:rPr lang="en-GB" sz="700" noProof="1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</p:spTree>
    <p:extLst>
      <p:ext uri="{BB962C8B-B14F-4D97-AF65-F5344CB8AC3E}">
        <p14:creationId xmlns:p14="http://schemas.microsoft.com/office/powerpoint/2010/main" val="3812640786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Motif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6A1C39-83E4-3A0E-2953-8177B5997A5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2;p7">
            <a:extLst>
              <a:ext uri="{FF2B5EF4-FFF2-40B4-BE49-F238E27FC236}">
                <a16:creationId xmlns:a16="http://schemas.microsoft.com/office/drawing/2014/main" id="{672C52A1-3847-B8CF-F905-F2666F2B1032}"/>
              </a:ext>
            </a:extLst>
          </p:cNvPr>
          <p:cNvSpPr/>
          <p:nvPr userDrawn="1"/>
        </p:nvSpPr>
        <p:spPr>
          <a:xfrm>
            <a:off x="450973" y="899999"/>
            <a:ext cx="7794000" cy="3798000"/>
          </a:xfrm>
          <a:prstGeom prst="rect">
            <a:avLst/>
          </a:prstGeom>
          <a:solidFill>
            <a:srgbClr val="1E2A78">
              <a:alpha val="7000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32811098-3698-4FDF-AA92-9463B68235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605246"/>
            <a:ext cx="7342187" cy="106235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F98DE-A1FB-4777-A6D7-53EE7B7D4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688" y="4268722"/>
            <a:ext cx="7342187" cy="238204"/>
          </a:xfrm>
          <a:prstGeom prst="rect">
            <a:avLst/>
          </a:prstGeom>
        </p:spPr>
        <p:txBody>
          <a:bodyPr anchor="b" anchorCtr="0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Date, </a:t>
            </a:r>
            <a:r>
              <a:rPr lang="en-GB" dirty="0">
                <a:ea typeface="Deutsche Bank Text" panose="020B0503020202030204" pitchFamily="34" charset="0"/>
              </a:rPr>
              <a:t>Speaker name</a:t>
            </a:r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98177C-F289-4DAD-8522-AE91DC3A48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4688" y="2667600"/>
            <a:ext cx="7342187" cy="87216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subline</a:t>
            </a:r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86E28985-449B-BE87-B1A0-7513213870D2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8243888" y="450000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8" name="TextBox 19">
            <a:extLst>
              <a:ext uri="{FF2B5EF4-FFF2-40B4-BE49-F238E27FC236}">
                <a16:creationId xmlns:a16="http://schemas.microsoft.com/office/drawing/2014/main" id="{8BFECFFB-D440-20ED-B182-56633829A3D0}"/>
              </a:ext>
            </a:extLst>
          </p:cNvPr>
          <p:cNvSpPr txBox="1"/>
          <p:nvPr userDrawn="1"/>
        </p:nvSpPr>
        <p:spPr bwMode="auto">
          <a:xfrm>
            <a:off x="674688" y="1122363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</p:spTree>
    <p:extLst>
      <p:ext uri="{BB962C8B-B14F-4D97-AF65-F5344CB8AC3E}">
        <p14:creationId xmlns:p14="http://schemas.microsoft.com/office/powerpoint/2010/main" val="2955041384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motif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F55DC8F6-EA8B-0DFB-6CB9-063D3DC092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Google Shape;12;p7">
            <a:extLst>
              <a:ext uri="{FF2B5EF4-FFF2-40B4-BE49-F238E27FC236}">
                <a16:creationId xmlns:a16="http://schemas.microsoft.com/office/drawing/2014/main" id="{C0671CDF-CBD6-A4B5-7F49-5EE9C863640F}"/>
              </a:ext>
            </a:extLst>
          </p:cNvPr>
          <p:cNvSpPr/>
          <p:nvPr userDrawn="1"/>
        </p:nvSpPr>
        <p:spPr>
          <a:xfrm>
            <a:off x="450973" y="899999"/>
            <a:ext cx="7794000" cy="3798000"/>
          </a:xfrm>
          <a:prstGeom prst="rect">
            <a:avLst/>
          </a:prstGeom>
          <a:solidFill>
            <a:srgbClr val="1E2A78">
              <a:alpha val="7000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32811098-3698-4FDF-AA92-9463B68235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605246"/>
            <a:ext cx="7342187" cy="106235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F98DE-A1FB-4777-A6D7-53EE7B7D4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688" y="4268722"/>
            <a:ext cx="7342187" cy="238204"/>
          </a:xfrm>
          <a:prstGeom prst="rect">
            <a:avLst/>
          </a:prstGeom>
        </p:spPr>
        <p:txBody>
          <a:bodyPr anchor="b" anchorCtr="0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Date, </a:t>
            </a:r>
            <a:r>
              <a:rPr lang="en-GB" dirty="0">
                <a:ea typeface="Deutsche Bank Text" panose="020B0503020202030204" pitchFamily="34" charset="0"/>
              </a:rPr>
              <a:t>Speaker name</a:t>
            </a:r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98177C-F289-4DAD-8522-AE91DC3A48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4688" y="2667600"/>
            <a:ext cx="7342187" cy="87216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subline</a:t>
            </a: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26421A6F-196D-40A6-230B-CAC806CB44B5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8243888" y="450000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14D8C02C-9441-F254-5EE6-5CE3B2F8F371}"/>
              </a:ext>
            </a:extLst>
          </p:cNvPr>
          <p:cNvSpPr txBox="1"/>
          <p:nvPr userDrawn="1"/>
        </p:nvSpPr>
        <p:spPr bwMode="auto">
          <a:xfrm>
            <a:off x="674688" y="1122363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</p:spTree>
    <p:extLst>
      <p:ext uri="{BB962C8B-B14F-4D97-AF65-F5344CB8AC3E}">
        <p14:creationId xmlns:p14="http://schemas.microsoft.com/office/powerpoint/2010/main" val="2308571152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motif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8675094C-6D1B-DA5D-A98F-A3608A45C1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9" name="Google Shape;12;p7">
            <a:extLst>
              <a:ext uri="{FF2B5EF4-FFF2-40B4-BE49-F238E27FC236}">
                <a16:creationId xmlns:a16="http://schemas.microsoft.com/office/drawing/2014/main" id="{BEB3A141-6558-B848-2022-CBBE6450236A}"/>
              </a:ext>
            </a:extLst>
          </p:cNvPr>
          <p:cNvSpPr/>
          <p:nvPr userDrawn="1"/>
        </p:nvSpPr>
        <p:spPr>
          <a:xfrm>
            <a:off x="450973" y="899999"/>
            <a:ext cx="7794000" cy="3798000"/>
          </a:xfrm>
          <a:prstGeom prst="rect">
            <a:avLst/>
          </a:prstGeom>
          <a:solidFill>
            <a:srgbClr val="1E2A78">
              <a:alpha val="7000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9A9F3420-F375-435C-93CC-4E4B68B53337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8243888" y="450000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14" name="TextBox 19">
            <a:extLst>
              <a:ext uri="{FF2B5EF4-FFF2-40B4-BE49-F238E27FC236}">
                <a16:creationId xmlns:a16="http://schemas.microsoft.com/office/drawing/2014/main" id="{7D5582B9-A14B-4A21-8DF9-86F8C3E76015}"/>
              </a:ext>
            </a:extLst>
          </p:cNvPr>
          <p:cNvSpPr txBox="1"/>
          <p:nvPr userDrawn="1"/>
        </p:nvSpPr>
        <p:spPr bwMode="auto">
          <a:xfrm>
            <a:off x="674688" y="1122363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32811098-3698-4FDF-AA92-9463B68235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605246"/>
            <a:ext cx="7342187" cy="106235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F98DE-A1FB-4777-A6D7-53EE7B7D4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688" y="4268722"/>
            <a:ext cx="7342187" cy="238204"/>
          </a:xfrm>
          <a:prstGeom prst="rect">
            <a:avLst/>
          </a:prstGeom>
        </p:spPr>
        <p:txBody>
          <a:bodyPr anchor="b" anchorCtr="0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Date, </a:t>
            </a:r>
            <a:r>
              <a:rPr lang="en-GB" dirty="0">
                <a:ea typeface="Deutsche Bank Text" panose="020B0503020202030204" pitchFamily="34" charset="0"/>
              </a:rPr>
              <a:t>Speaker name</a:t>
            </a:r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98177C-F289-4DAD-8522-AE91DC3A48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4688" y="2667600"/>
            <a:ext cx="7342187" cy="87216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subline</a:t>
            </a:r>
          </a:p>
        </p:txBody>
      </p:sp>
    </p:spTree>
    <p:extLst>
      <p:ext uri="{BB962C8B-B14F-4D97-AF65-F5344CB8AC3E}">
        <p14:creationId xmlns:p14="http://schemas.microsoft.com/office/powerpoint/2010/main" val="3894232640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665C97-7830-49FC-9697-6D19DA8217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4688" y="1120459"/>
            <a:ext cx="2676862" cy="14512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FC2B49-C94A-476B-8639-FC6E77CEDCC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F5C3C28A-B976-B1E4-63A7-9E463F950C8F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8243888" y="450000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2802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469" r:id="rId1"/>
    <p:sldLayoutId id="2147485468" r:id="rId2"/>
    <p:sldLayoutId id="2147485455" r:id="rId3"/>
    <p:sldLayoutId id="2147485471" r:id="rId4"/>
    <p:sldLayoutId id="2147485472" r:id="rId5"/>
    <p:sldLayoutId id="2147485475" r:id="rId6"/>
    <p:sldLayoutId id="2147485474" r:id="rId7"/>
    <p:sldLayoutId id="2147485449" r:id="rId8"/>
    <p:sldLayoutId id="2147485476" r:id="rId9"/>
    <p:sldLayoutId id="2147485457" r:id="rId10"/>
    <p:sldLayoutId id="2147485464" r:id="rId11"/>
    <p:sldLayoutId id="2147485465" r:id="rId12"/>
    <p:sldLayoutId id="2147485460" r:id="rId13"/>
    <p:sldLayoutId id="2147485470" r:id="rId14"/>
  </p:sldLayoutIdLst>
  <p:transition>
    <p:wipe dir="r"/>
  </p:transition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tabLst/>
        <a:defRPr sz="1400" kern="1200" baseline="0">
          <a:solidFill>
            <a:srgbClr val="1E2A78"/>
          </a:solidFill>
          <a:latin typeface="+mj-lt"/>
          <a:ea typeface="Deutsche Bank Display" panose="020F0403020203030304" pitchFamily="34" charset="0"/>
          <a:cs typeface="Deutsche Bank Display" panose="020F04030202030303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64">
          <a:solidFill>
            <a:schemeClr val="tx1"/>
          </a:solidFill>
          <a:latin typeface="Arial" charset="0"/>
          <a:ea typeface="ＭＳ Ｐゴシック" pitchFamily="34" charset="-128"/>
          <a:cs typeface="ＭＳ Ｐゴシック" pitchFamily="-109" charset="-128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64">
          <a:solidFill>
            <a:schemeClr val="tx1"/>
          </a:solidFill>
          <a:latin typeface="Arial" charset="0"/>
          <a:ea typeface="ＭＳ Ｐゴシック" pitchFamily="34" charset="-128"/>
          <a:cs typeface="ＭＳ Ｐゴシック" pitchFamily="-109" charset="-128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64">
          <a:solidFill>
            <a:schemeClr val="tx1"/>
          </a:solidFill>
          <a:latin typeface="Arial" charset="0"/>
          <a:ea typeface="ＭＳ Ｐゴシック" pitchFamily="34" charset="-128"/>
          <a:cs typeface="ＭＳ Ｐゴシック" pitchFamily="-109" charset="-128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64">
          <a:solidFill>
            <a:schemeClr val="tx1"/>
          </a:solidFill>
          <a:latin typeface="Arial" charset="0"/>
          <a:ea typeface="ＭＳ Ｐゴシック" pitchFamily="34" charset="-128"/>
          <a:cs typeface="ＭＳ Ｐゴシック" pitchFamily="-109" charset="-128"/>
        </a:defRPr>
      </a:lvl5pPr>
      <a:lvl6pPr marL="342254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tabLst>
          <a:tab pos="499120" algn="l"/>
        </a:tabLst>
        <a:defRPr sz="1764" b="1">
          <a:solidFill>
            <a:schemeClr val="tx1"/>
          </a:solidFill>
          <a:latin typeface="Arial" charset="0"/>
        </a:defRPr>
      </a:lvl6pPr>
      <a:lvl7pPr marL="68450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tabLst>
          <a:tab pos="499120" algn="l"/>
        </a:tabLst>
        <a:defRPr sz="1764" b="1">
          <a:solidFill>
            <a:schemeClr val="tx1"/>
          </a:solidFill>
          <a:latin typeface="Arial" charset="0"/>
        </a:defRPr>
      </a:lvl7pPr>
      <a:lvl8pPr marL="1026762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tabLst>
          <a:tab pos="499120" algn="l"/>
        </a:tabLst>
        <a:defRPr sz="1764" b="1">
          <a:solidFill>
            <a:schemeClr val="tx1"/>
          </a:solidFill>
          <a:latin typeface="Arial" charset="0"/>
        </a:defRPr>
      </a:lvl8pPr>
      <a:lvl9pPr marL="1369014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tabLst>
          <a:tab pos="499120" algn="l"/>
        </a:tabLst>
        <a:defRPr sz="1764" b="1">
          <a:solidFill>
            <a:schemeClr val="tx1"/>
          </a:solidFill>
          <a:latin typeface="Arial" charset="0"/>
        </a:defRPr>
      </a:lvl9pPr>
    </p:titleStyle>
    <p:bodyStyle>
      <a:lvl1pPr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defRPr sz="1200" kern="1200" baseline="0">
          <a:solidFill>
            <a:srgbClr val="00A3E0"/>
          </a:solidFill>
          <a:latin typeface="+mn-lt"/>
          <a:ea typeface="ＭＳ Ｐゴシック" pitchFamily="-109" charset="-128"/>
          <a:cs typeface="ＭＳ Ｐゴシック" pitchFamily="-109" charset="-128"/>
        </a:defRPr>
      </a:lvl1pPr>
      <a:lvl2pPr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defRPr sz="1200" kern="1200" baseline="0">
          <a:solidFill>
            <a:schemeClr val="bg1"/>
          </a:solidFill>
          <a:latin typeface="+mn-lt"/>
          <a:ea typeface="ＭＳ Ｐゴシック" pitchFamily="-109" charset="-128"/>
        </a:defRPr>
      </a:lvl2pPr>
      <a:lvl3pPr marL="252000" indent="-252000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Font typeface="Arial" charset="0"/>
        <a:buChar char="—"/>
        <a:defRPr sz="1200" kern="1200" baseline="0">
          <a:solidFill>
            <a:schemeClr val="bg1"/>
          </a:solidFill>
          <a:latin typeface="+mn-lt"/>
          <a:ea typeface="Deutsche Bank Text" panose="020B0503020202030204" pitchFamily="34" charset="0"/>
          <a:cs typeface="Deutsche Bank Text" panose="020B0503020202030204" pitchFamily="34" charset="0"/>
        </a:defRPr>
      </a:lvl3pPr>
      <a:lvl4pPr marL="468000" indent="-216000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Font typeface="Arial" charset="0"/>
        <a:buChar char="—"/>
        <a:defRPr sz="1000" kern="1200" baseline="0">
          <a:solidFill>
            <a:schemeClr val="bg1"/>
          </a:solidFill>
          <a:latin typeface="+mn-lt"/>
          <a:ea typeface="ＭＳ Ｐゴシック" pitchFamily="-109" charset="-128"/>
        </a:defRPr>
      </a:lvl4pPr>
      <a:lvl5pPr marL="717550" indent="-227013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Font typeface="Arial" charset="0"/>
        <a:buChar char="—"/>
        <a:defRPr sz="1000" kern="1200" baseline="0">
          <a:solidFill>
            <a:schemeClr val="bg1"/>
          </a:solidFill>
          <a:latin typeface="+mn-lt"/>
          <a:ea typeface="ＭＳ Ｐゴシック" pitchFamily="-109" charset="-128"/>
        </a:defRPr>
      </a:lvl5pPr>
      <a:lvl6pPr marL="882969" indent="-133099" algn="l" rtl="0" eaLnBrk="1" fontAlgn="base" hangingPunct="1">
        <a:spcBef>
          <a:spcPct val="10000"/>
        </a:spcBef>
        <a:spcAft>
          <a:spcPct val="10000"/>
        </a:spcAft>
        <a:buClr>
          <a:schemeClr val="tx2"/>
        </a:buClr>
        <a:buFont typeface="Arial" charset="0"/>
        <a:buChar char="-"/>
        <a:defRPr sz="1017">
          <a:solidFill>
            <a:schemeClr val="tx1"/>
          </a:solidFill>
          <a:latin typeface="+mn-lt"/>
        </a:defRPr>
      </a:lvl6pPr>
      <a:lvl7pPr marL="1225221" indent="-133099" algn="l" rtl="0" eaLnBrk="1" fontAlgn="base" hangingPunct="1">
        <a:spcBef>
          <a:spcPct val="10000"/>
        </a:spcBef>
        <a:spcAft>
          <a:spcPct val="10000"/>
        </a:spcAft>
        <a:buClr>
          <a:schemeClr val="tx2"/>
        </a:buClr>
        <a:buFont typeface="Arial" charset="0"/>
        <a:buChar char="-"/>
        <a:defRPr sz="1017">
          <a:solidFill>
            <a:schemeClr val="tx1"/>
          </a:solidFill>
          <a:latin typeface="+mn-lt"/>
        </a:defRPr>
      </a:lvl7pPr>
      <a:lvl8pPr marL="1567475" indent="-133099" algn="l" rtl="0" eaLnBrk="1" fontAlgn="base" hangingPunct="1">
        <a:spcBef>
          <a:spcPct val="10000"/>
        </a:spcBef>
        <a:spcAft>
          <a:spcPct val="10000"/>
        </a:spcAft>
        <a:buClr>
          <a:schemeClr val="tx2"/>
        </a:buClr>
        <a:buFont typeface="Arial" charset="0"/>
        <a:buChar char="-"/>
        <a:defRPr sz="1017">
          <a:solidFill>
            <a:schemeClr val="tx1"/>
          </a:solidFill>
          <a:latin typeface="+mn-lt"/>
        </a:defRPr>
      </a:lvl8pPr>
      <a:lvl9pPr marL="1909729" indent="-133099" algn="l" rtl="0" eaLnBrk="1" fontAlgn="base" hangingPunct="1">
        <a:spcBef>
          <a:spcPct val="10000"/>
        </a:spcBef>
        <a:spcAft>
          <a:spcPct val="10000"/>
        </a:spcAft>
        <a:buClr>
          <a:schemeClr val="tx2"/>
        </a:buClr>
        <a:buFont typeface="Arial" charset="0"/>
        <a:buChar char="-"/>
        <a:defRPr sz="1017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1pPr>
      <a:lvl2pPr marL="342254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2pPr>
      <a:lvl3pPr marL="684508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3pPr>
      <a:lvl4pPr marL="1026762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4pPr>
      <a:lvl5pPr marL="1369014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5pPr>
      <a:lvl6pPr marL="1711269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6pPr>
      <a:lvl7pPr marL="2053523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7pPr>
      <a:lvl8pPr marL="2395776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8pPr>
      <a:lvl9pPr marL="2738030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1" pos="5476" userDrawn="1">
          <p15:clr>
            <a:srgbClr val="F26B43"/>
          </p15:clr>
        </p15:guide>
        <p15:guide id="12" pos="283" userDrawn="1">
          <p15:clr>
            <a:srgbClr val="F26B43"/>
          </p15:clr>
        </p15:guide>
        <p15:guide id="13" orient="horz" pos="283" userDrawn="1">
          <p15:clr>
            <a:srgbClr val="F26B43"/>
          </p15:clr>
        </p15:guide>
        <p15:guide id="17" orient="horz" pos="565" userDrawn="1">
          <p15:clr>
            <a:srgbClr val="F26B43"/>
          </p15:clr>
        </p15:guide>
        <p15:guide id="18" orient="horz" pos="2958" userDrawn="1">
          <p15:clr>
            <a:srgbClr val="F26B43"/>
          </p15:clr>
        </p15:guide>
        <p15:guide id="19" orient="horz" pos="2822" userDrawn="1">
          <p15:clr>
            <a:srgbClr val="F26B43"/>
          </p15:clr>
        </p15:guide>
        <p15:guide id="22" pos="5050" userDrawn="1">
          <p15:clr>
            <a:srgbClr val="F26B43"/>
          </p15:clr>
        </p15:guide>
        <p15:guide id="23" orient="horz" pos="707" userDrawn="1">
          <p15:clr>
            <a:srgbClr val="F26B43"/>
          </p15:clr>
        </p15:guide>
        <p15:guide id="24" pos="5193" userDrawn="1">
          <p15:clr>
            <a:srgbClr val="F26B43"/>
          </p15:clr>
        </p15:guide>
        <p15:guide id="27" pos="425" userDrawn="1">
          <p15:clr>
            <a:srgbClr val="F26B43"/>
          </p15:clr>
        </p15:guide>
        <p15:guide id="28" orient="horz" pos="16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B5B9FD7A-E47D-464F-908E-0A898F0994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665C97-7830-49FC-9697-6D19DA8217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8138" y="1015199"/>
            <a:ext cx="8467725" cy="36234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429F3B1B-8104-4CBB-A285-B4B3ADCCE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Edit Master title style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76EDBBC0-08FC-4FF5-93D8-319C27CD84CB}"/>
              </a:ext>
            </a:extLst>
          </p:cNvPr>
          <p:cNvSpPr/>
          <p:nvPr userDrawn="1"/>
        </p:nvSpPr>
        <p:spPr>
          <a:xfrm>
            <a:off x="338138" y="4805100"/>
            <a:ext cx="1798363" cy="241521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pPr marL="0" indent="0">
              <a:lnSpc>
                <a:spcPts val="800"/>
              </a:lnSpc>
              <a:defRPr/>
            </a:pPr>
            <a:r>
              <a:rPr lang="en-GB" sz="700" noProof="1">
                <a:solidFill>
                  <a:srgbClr val="1E2A78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Bank. </a:t>
            </a:r>
            <a:r>
              <a:rPr lang="en-GB" sz="700" noProof="1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4A4B362-19DC-4728-8691-B4DF4C9AAD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FC2B49-C94A-476B-8639-FC6E77CEDCC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  <p:sp>
        <p:nvSpPr>
          <p:cNvPr id="12" name="Grafik 9">
            <a:extLst>
              <a:ext uri="{FF2B5EF4-FFF2-40B4-BE49-F238E27FC236}">
                <a16:creationId xmlns:a16="http://schemas.microsoft.com/office/drawing/2014/main" id="{B29001C1-63DA-2119-A100-853E4B7B6C6E}"/>
              </a:ext>
            </a:extLst>
          </p:cNvPr>
          <p:cNvSpPr>
            <a:spLocks noChangeAspect="1"/>
          </p:cNvSpPr>
          <p:nvPr userDrawn="1"/>
        </p:nvSpPr>
        <p:spPr>
          <a:xfrm>
            <a:off x="8467463" y="338400"/>
            <a:ext cx="338400" cy="338400"/>
          </a:xfrm>
          <a:custGeom>
            <a:avLst/>
            <a:gdLst>
              <a:gd name="connsiteX0" fmla="*/ 385667 w 2699994"/>
              <a:gd name="connsiteY0" fmla="*/ 2314346 h 2700004"/>
              <a:gd name="connsiteX1" fmla="*/ 2314146 w 2699994"/>
              <a:gd name="connsiteY1" fmla="*/ 2314346 h 2700004"/>
              <a:gd name="connsiteX2" fmla="*/ 2314146 w 2699994"/>
              <a:gd name="connsiteY2" fmla="*/ 385658 h 2700004"/>
              <a:gd name="connsiteX3" fmla="*/ 385667 w 2699994"/>
              <a:gd name="connsiteY3" fmla="*/ 385658 h 2700004"/>
              <a:gd name="connsiteX4" fmla="*/ 385667 w 2699994"/>
              <a:gd name="connsiteY4" fmla="*/ 2314346 h 2700004"/>
              <a:gd name="connsiteX5" fmla="*/ 0 w 2699994"/>
              <a:gd name="connsiteY5" fmla="*/ 0 h 2700004"/>
              <a:gd name="connsiteX6" fmla="*/ 2699995 w 2699994"/>
              <a:gd name="connsiteY6" fmla="*/ 0 h 2700004"/>
              <a:gd name="connsiteX7" fmla="*/ 2699995 w 2699994"/>
              <a:gd name="connsiteY7" fmla="*/ 2700004 h 2700004"/>
              <a:gd name="connsiteX8" fmla="*/ 0 w 2699994"/>
              <a:gd name="connsiteY8" fmla="*/ 2700004 h 2700004"/>
              <a:gd name="connsiteX9" fmla="*/ 0 w 2699994"/>
              <a:gd name="connsiteY9" fmla="*/ 0 h 2700004"/>
              <a:gd name="connsiteX10" fmla="*/ 582549 w 2699994"/>
              <a:gd name="connsiteY10" fmla="*/ 2051971 h 2700004"/>
              <a:gd name="connsiteX11" fmla="*/ 1635709 w 2699994"/>
              <a:gd name="connsiteY11" fmla="*/ 648033 h 2700004"/>
              <a:gd name="connsiteX12" fmla="*/ 2117874 w 2699994"/>
              <a:gd name="connsiteY12" fmla="*/ 648033 h 2700004"/>
              <a:gd name="connsiteX13" fmla="*/ 1064714 w 2699994"/>
              <a:gd name="connsiteY13" fmla="*/ 2051971 h 2700004"/>
              <a:gd name="connsiteX14" fmla="*/ 582549 w 2699994"/>
              <a:gd name="connsiteY14" fmla="*/ 2051971 h 2700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699994" h="2700004">
                <a:moveTo>
                  <a:pt x="385667" y="2314346"/>
                </a:moveTo>
                <a:lnTo>
                  <a:pt x="2314146" y="2314346"/>
                </a:lnTo>
                <a:lnTo>
                  <a:pt x="2314146" y="385658"/>
                </a:lnTo>
                <a:lnTo>
                  <a:pt x="385667" y="385658"/>
                </a:lnTo>
                <a:lnTo>
                  <a:pt x="385667" y="2314346"/>
                </a:lnTo>
                <a:close/>
                <a:moveTo>
                  <a:pt x="0" y="0"/>
                </a:moveTo>
                <a:lnTo>
                  <a:pt x="2699995" y="0"/>
                </a:lnTo>
                <a:lnTo>
                  <a:pt x="2699995" y="2700004"/>
                </a:lnTo>
                <a:lnTo>
                  <a:pt x="0" y="2700004"/>
                </a:lnTo>
                <a:lnTo>
                  <a:pt x="0" y="0"/>
                </a:lnTo>
                <a:close/>
                <a:moveTo>
                  <a:pt x="582549" y="2051971"/>
                </a:moveTo>
                <a:lnTo>
                  <a:pt x="1635709" y="648033"/>
                </a:lnTo>
                <a:lnTo>
                  <a:pt x="2117874" y="648033"/>
                </a:lnTo>
                <a:lnTo>
                  <a:pt x="1064714" y="2051971"/>
                </a:lnTo>
                <a:lnTo>
                  <a:pt x="582549" y="2051971"/>
                </a:lnTo>
              </a:path>
            </a:pathLst>
          </a:custGeom>
          <a:solidFill>
            <a:srgbClr val="1E2A7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1592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385" r:id="rId1"/>
    <p:sldLayoutId id="2147485423" r:id="rId2"/>
    <p:sldLayoutId id="2147485424" r:id="rId3"/>
    <p:sldLayoutId id="2147485411" r:id="rId4"/>
    <p:sldLayoutId id="2147485422" r:id="rId5"/>
    <p:sldLayoutId id="2147485425" r:id="rId6"/>
    <p:sldLayoutId id="2147485426" r:id="rId7"/>
    <p:sldLayoutId id="2147485427" r:id="rId8"/>
    <p:sldLayoutId id="2147485462" r:id="rId9"/>
    <p:sldLayoutId id="2147485463" r:id="rId10"/>
    <p:sldLayoutId id="2147485428" r:id="rId11"/>
    <p:sldLayoutId id="2147485429" r:id="rId12"/>
    <p:sldLayoutId id="2147485430" r:id="rId13"/>
    <p:sldLayoutId id="2147485466" r:id="rId14"/>
    <p:sldLayoutId id="2147485477" r:id="rId15"/>
    <p:sldLayoutId id="2147485478" r:id="rId16"/>
    <p:sldLayoutId id="2147485479" r:id="rId17"/>
  </p:sldLayoutIdLst>
  <p:transition>
    <p:wipe dir="r"/>
  </p:transition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tabLst/>
        <a:defRPr sz="1400" kern="1200" baseline="0">
          <a:solidFill>
            <a:srgbClr val="1E2A78"/>
          </a:solidFill>
          <a:latin typeface="+mj-lt"/>
          <a:ea typeface="Deutsche Bank Text" panose="020B0503020202030204" pitchFamily="34" charset="0"/>
          <a:cs typeface="Deutsche Bank Text" panose="020B050302020203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64">
          <a:solidFill>
            <a:schemeClr val="tx1"/>
          </a:solidFill>
          <a:latin typeface="Arial" charset="0"/>
          <a:ea typeface="ＭＳ Ｐゴシック" pitchFamily="34" charset="-128"/>
          <a:cs typeface="ＭＳ Ｐゴシック" pitchFamily="-109" charset="-128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64">
          <a:solidFill>
            <a:schemeClr val="tx1"/>
          </a:solidFill>
          <a:latin typeface="Arial" charset="0"/>
          <a:ea typeface="ＭＳ Ｐゴシック" pitchFamily="34" charset="-128"/>
          <a:cs typeface="ＭＳ Ｐゴシック" pitchFamily="-109" charset="-128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64">
          <a:solidFill>
            <a:schemeClr val="tx1"/>
          </a:solidFill>
          <a:latin typeface="Arial" charset="0"/>
          <a:ea typeface="ＭＳ Ｐゴシック" pitchFamily="34" charset="-128"/>
          <a:cs typeface="ＭＳ Ｐゴシック" pitchFamily="-109" charset="-128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64">
          <a:solidFill>
            <a:schemeClr val="tx1"/>
          </a:solidFill>
          <a:latin typeface="Arial" charset="0"/>
          <a:ea typeface="ＭＳ Ｐゴシック" pitchFamily="34" charset="-128"/>
          <a:cs typeface="ＭＳ Ｐゴシック" pitchFamily="-109" charset="-128"/>
        </a:defRPr>
      </a:lvl5pPr>
      <a:lvl6pPr marL="342254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tabLst>
          <a:tab pos="499120" algn="l"/>
        </a:tabLst>
        <a:defRPr sz="1764" b="1">
          <a:solidFill>
            <a:schemeClr val="tx1"/>
          </a:solidFill>
          <a:latin typeface="Arial" charset="0"/>
        </a:defRPr>
      </a:lvl6pPr>
      <a:lvl7pPr marL="68450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tabLst>
          <a:tab pos="499120" algn="l"/>
        </a:tabLst>
        <a:defRPr sz="1764" b="1">
          <a:solidFill>
            <a:schemeClr val="tx1"/>
          </a:solidFill>
          <a:latin typeface="Arial" charset="0"/>
        </a:defRPr>
      </a:lvl7pPr>
      <a:lvl8pPr marL="1026762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tabLst>
          <a:tab pos="499120" algn="l"/>
        </a:tabLst>
        <a:defRPr sz="1764" b="1">
          <a:solidFill>
            <a:schemeClr val="tx1"/>
          </a:solidFill>
          <a:latin typeface="Arial" charset="0"/>
        </a:defRPr>
      </a:lvl8pPr>
      <a:lvl9pPr marL="1369014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tabLst>
          <a:tab pos="499120" algn="l"/>
        </a:tabLst>
        <a:defRPr sz="1764" b="1">
          <a:solidFill>
            <a:schemeClr val="tx1"/>
          </a:solidFill>
          <a:latin typeface="Arial" charset="0"/>
        </a:defRPr>
      </a:lvl9pPr>
    </p:titleStyle>
    <p:bodyStyle>
      <a:lvl1pPr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defRPr sz="1200" kern="1200" baseline="0">
          <a:solidFill>
            <a:srgbClr val="00A3E0"/>
          </a:solidFill>
          <a:latin typeface="+mn-lt"/>
          <a:ea typeface="ＭＳ Ｐゴシック" pitchFamily="-109" charset="-128"/>
          <a:cs typeface="ＭＳ Ｐゴシック" pitchFamily="-109" charset="-128"/>
        </a:defRPr>
      </a:lvl1pPr>
      <a:lvl2pPr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defRPr sz="1200" kern="1200" baseline="0">
          <a:solidFill>
            <a:schemeClr val="tx1"/>
          </a:solidFill>
          <a:latin typeface="+mn-lt"/>
          <a:ea typeface="ＭＳ Ｐゴシック" pitchFamily="-109" charset="-128"/>
        </a:defRPr>
      </a:lvl2pPr>
      <a:lvl3pPr marL="252000" indent="-252000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Font typeface="Arial" charset="0"/>
        <a:buChar char="—"/>
        <a:defRPr sz="1200" kern="1200" baseline="0">
          <a:solidFill>
            <a:schemeClr val="tx1"/>
          </a:solidFill>
          <a:latin typeface="+mn-lt"/>
          <a:ea typeface="Deutsche Bank Text" panose="020B0503020202030204" pitchFamily="34" charset="0"/>
          <a:cs typeface="Deutsche Bank Text" panose="020B0503020202030204" pitchFamily="34" charset="0"/>
        </a:defRPr>
      </a:lvl3pPr>
      <a:lvl4pPr marL="468000" indent="-216000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Font typeface="Arial" charset="0"/>
        <a:buChar char="—"/>
        <a:defRPr sz="1000" kern="1200" baseline="0">
          <a:solidFill>
            <a:schemeClr val="tx1"/>
          </a:solidFill>
          <a:latin typeface="+mn-lt"/>
          <a:ea typeface="ＭＳ Ｐゴシック" pitchFamily="-109" charset="-128"/>
        </a:defRPr>
      </a:lvl4pPr>
      <a:lvl5pPr marL="717550" indent="-227013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Font typeface="Arial" charset="0"/>
        <a:buChar char="—"/>
        <a:defRPr sz="1000" kern="1200" baseline="0">
          <a:solidFill>
            <a:schemeClr val="tx1"/>
          </a:solidFill>
          <a:latin typeface="+mn-lt"/>
          <a:ea typeface="ＭＳ Ｐゴシック" pitchFamily="-109" charset="-128"/>
        </a:defRPr>
      </a:lvl5pPr>
      <a:lvl6pPr marL="882969" indent="-133099" algn="l" rtl="0" eaLnBrk="1" fontAlgn="base" hangingPunct="1">
        <a:spcBef>
          <a:spcPct val="10000"/>
        </a:spcBef>
        <a:spcAft>
          <a:spcPct val="10000"/>
        </a:spcAft>
        <a:buClr>
          <a:schemeClr val="tx2"/>
        </a:buClr>
        <a:buFont typeface="Arial" charset="0"/>
        <a:buChar char="-"/>
        <a:defRPr sz="1017">
          <a:solidFill>
            <a:schemeClr val="tx1"/>
          </a:solidFill>
          <a:latin typeface="+mn-lt"/>
        </a:defRPr>
      </a:lvl6pPr>
      <a:lvl7pPr marL="1225221" indent="-133099" algn="l" rtl="0" eaLnBrk="1" fontAlgn="base" hangingPunct="1">
        <a:spcBef>
          <a:spcPct val="10000"/>
        </a:spcBef>
        <a:spcAft>
          <a:spcPct val="10000"/>
        </a:spcAft>
        <a:buClr>
          <a:schemeClr val="tx2"/>
        </a:buClr>
        <a:buFont typeface="Arial" charset="0"/>
        <a:buChar char="-"/>
        <a:defRPr sz="1017">
          <a:solidFill>
            <a:schemeClr val="tx1"/>
          </a:solidFill>
          <a:latin typeface="+mn-lt"/>
        </a:defRPr>
      </a:lvl7pPr>
      <a:lvl8pPr marL="1567475" indent="-133099" algn="l" rtl="0" eaLnBrk="1" fontAlgn="base" hangingPunct="1">
        <a:spcBef>
          <a:spcPct val="10000"/>
        </a:spcBef>
        <a:spcAft>
          <a:spcPct val="10000"/>
        </a:spcAft>
        <a:buClr>
          <a:schemeClr val="tx2"/>
        </a:buClr>
        <a:buFont typeface="Arial" charset="0"/>
        <a:buChar char="-"/>
        <a:defRPr sz="1017">
          <a:solidFill>
            <a:schemeClr val="tx1"/>
          </a:solidFill>
          <a:latin typeface="+mn-lt"/>
        </a:defRPr>
      </a:lvl8pPr>
      <a:lvl9pPr marL="1909729" indent="-133099" algn="l" rtl="0" eaLnBrk="1" fontAlgn="base" hangingPunct="1">
        <a:spcBef>
          <a:spcPct val="10000"/>
        </a:spcBef>
        <a:spcAft>
          <a:spcPct val="10000"/>
        </a:spcAft>
        <a:buClr>
          <a:schemeClr val="tx2"/>
        </a:buClr>
        <a:buFont typeface="Arial" charset="0"/>
        <a:buChar char="-"/>
        <a:defRPr sz="1017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1pPr>
      <a:lvl2pPr marL="342254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2pPr>
      <a:lvl3pPr marL="684508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3pPr>
      <a:lvl4pPr marL="1026762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4pPr>
      <a:lvl5pPr marL="1369014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5pPr>
      <a:lvl6pPr marL="1711269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6pPr>
      <a:lvl7pPr marL="2053523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7pPr>
      <a:lvl8pPr marL="2395776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8pPr>
      <a:lvl9pPr marL="2738030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1" pos="5548">
          <p15:clr>
            <a:srgbClr val="F26B43"/>
          </p15:clr>
        </p15:guide>
        <p15:guide id="12" pos="213">
          <p15:clr>
            <a:srgbClr val="F26B43"/>
          </p15:clr>
        </p15:guide>
        <p15:guide id="13" orient="horz" pos="211">
          <p15:clr>
            <a:srgbClr val="F26B43"/>
          </p15:clr>
        </p15:guide>
        <p15:guide id="17" orient="horz" pos="427">
          <p15:clr>
            <a:srgbClr val="F26B43"/>
          </p15:clr>
        </p15:guide>
        <p15:guide id="18" orient="horz" pos="3028">
          <p15:clr>
            <a:srgbClr val="F26B43"/>
          </p15:clr>
        </p15:guide>
        <p15:guide id="19" orient="horz" pos="2599">
          <p15:clr>
            <a:srgbClr val="F26B43"/>
          </p15:clr>
        </p15:guide>
        <p15:guide id="21" orient="horz" pos="2813">
          <p15:clr>
            <a:srgbClr val="F26B43"/>
          </p15:clr>
        </p15:guide>
        <p15:guide id="22" pos="5332">
          <p15:clr>
            <a:srgbClr val="F26B43"/>
          </p15:clr>
        </p15:guide>
        <p15:guide id="23" orient="horz" pos="640">
          <p15:clr>
            <a:srgbClr val="F26B43"/>
          </p15:clr>
        </p15:guide>
        <p15:guide id="24" pos="5119">
          <p15:clr>
            <a:srgbClr val="F26B43"/>
          </p15:clr>
        </p15:guide>
        <p15:guide id="25" orient="horz" pos="1720">
          <p15:clr>
            <a:srgbClr val="F26B43"/>
          </p15:clr>
        </p15:guide>
        <p15:guide id="26" pos="425">
          <p15:clr>
            <a:srgbClr val="F26B43"/>
          </p15:clr>
        </p15:guide>
        <p15:guide id="27" pos="639">
          <p15:clr>
            <a:srgbClr val="F26B43"/>
          </p15:clr>
        </p15:guide>
        <p15:guide id="28" orient="horz" pos="292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2database.com/html/main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80/actuator/health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4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E650CF02-3B46-4AC8-A1D7-3EE3D59D7E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Implementing Spring MVC Functionalities within Your Spring Boot Application</a:t>
            </a:r>
            <a:endParaRPr lang="en-GB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36AE81D8-1F01-456C-B7E9-0E09995C35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8 May 2024, Speaker name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54D4890-D5F9-46D6-8590-FEE139B996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Module 3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449BCC54-58D2-1039-62CB-BE5C4450FB58}"/>
              </a:ext>
            </a:extLst>
          </p:cNvPr>
          <p:cNvSpPr txBox="1"/>
          <p:nvPr/>
        </p:nvSpPr>
        <p:spPr>
          <a:xfrm>
            <a:off x="7531101" y="3201535"/>
            <a:ext cx="1612899" cy="461665"/>
          </a:xfrm>
          <a:prstGeom prst="rect">
            <a:avLst/>
          </a:prstGeom>
          <a:solidFill>
            <a:srgbClr val="FF0027"/>
          </a:solidFill>
          <a:ln>
            <a:solidFill>
              <a:srgbClr val="FF0027"/>
            </a:solidFill>
          </a:ln>
        </p:spPr>
        <p:txBody>
          <a:bodyPr wrap="square">
            <a:spAutoFit/>
          </a:bodyPr>
          <a:lstStyle/>
          <a:p>
            <a:r>
              <a:rPr lang="en-GB" sz="600" dirty="0">
                <a:solidFill>
                  <a:schemeClr val="bg1"/>
                </a:solidFill>
              </a:rPr>
              <a:t>PPT-Master </a:t>
            </a:r>
            <a:r>
              <a:rPr lang="en-GB" sz="600">
                <a:solidFill>
                  <a:schemeClr val="bg1"/>
                </a:solidFill>
              </a:rPr>
              <a:t>Version 01</a:t>
            </a:r>
            <a:r>
              <a:rPr lang="en-GB" sz="600" dirty="0">
                <a:solidFill>
                  <a:schemeClr val="bg1"/>
                </a:solidFill>
              </a:rPr>
              <a:t>. There will be an extensive update with the new Deutsche Bank font and sample charts at the end of August 2024.</a:t>
            </a:r>
          </a:p>
        </p:txBody>
      </p:sp>
    </p:spTree>
    <p:extLst>
      <p:ext uri="{BB962C8B-B14F-4D97-AF65-F5344CB8AC3E}">
        <p14:creationId xmlns:p14="http://schemas.microsoft.com/office/powerpoint/2010/main" val="4039500496"/>
      </p:ext>
    </p:extLst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1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r>
              <a:rPr lang="en-IN" dirty="0"/>
              <a:t>What is Spring MVC?</a:t>
            </a:r>
            <a:endParaRPr lang="en-GB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8138" y="1015999"/>
            <a:ext cx="8467725" cy="3622675"/>
          </a:xfrm>
        </p:spPr>
        <p:txBody>
          <a:bodyPr/>
          <a:lstStyle/>
          <a:p>
            <a:pPr lvl="2"/>
            <a:r>
              <a:rPr lang="en-US" dirty="0"/>
              <a:t>Spring MVC (Model-View-Controller) is a framework for building web applications.</a:t>
            </a:r>
          </a:p>
          <a:p>
            <a:pPr lvl="2"/>
            <a:r>
              <a:rPr lang="en-US" dirty="0"/>
              <a:t>Separates application logic, user interface, and user input.</a:t>
            </a:r>
          </a:p>
          <a:p>
            <a:pPr lvl="2"/>
            <a:r>
              <a:rPr lang="en-US" dirty="0"/>
              <a:t>Handles HTTP requests and responses.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AE4483-7051-79FF-F734-1253C7B19079}"/>
              </a:ext>
            </a:extLst>
          </p:cNvPr>
          <p:cNvSpPr/>
          <p:nvPr/>
        </p:nvSpPr>
        <p:spPr bwMode="auto">
          <a:xfrm>
            <a:off x="1132979" y="2145266"/>
            <a:ext cx="934497" cy="1627833"/>
          </a:xfrm>
          <a:prstGeom prst="rect">
            <a:avLst/>
          </a:prstGeom>
          <a:ln>
            <a:solidFill>
              <a:srgbClr val="1E2A78"/>
            </a:solidFill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r>
              <a:rPr lang="en-US" sz="1200" dirty="0">
                <a:solidFill>
                  <a:schemeClr val="tx2"/>
                </a:solidFill>
                <a:latin typeface="+mn-lt"/>
              </a:rPr>
              <a:t>Model</a:t>
            </a:r>
            <a:endParaRPr lang="en-IN" sz="1200" dirty="0" err="1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D43E59-1AC2-21AF-7319-BA16AEE209C6}"/>
              </a:ext>
            </a:extLst>
          </p:cNvPr>
          <p:cNvSpPr/>
          <p:nvPr/>
        </p:nvSpPr>
        <p:spPr bwMode="auto">
          <a:xfrm>
            <a:off x="2415566" y="2164265"/>
            <a:ext cx="1428719" cy="1627833"/>
          </a:xfrm>
          <a:prstGeom prst="rect">
            <a:avLst/>
          </a:prstGeom>
          <a:ln>
            <a:solidFill>
              <a:srgbClr val="1E2A78"/>
            </a:solidFill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r>
              <a:rPr lang="en-US" sz="1200" dirty="0">
                <a:solidFill>
                  <a:schemeClr val="tx2"/>
                </a:solidFill>
              </a:rPr>
              <a:t>Controller</a:t>
            </a:r>
            <a:endParaRPr lang="en-IN" sz="1200" dirty="0" err="1">
              <a:solidFill>
                <a:schemeClr val="tx2"/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932135-D99F-2A33-4122-A3971AC32C36}"/>
              </a:ext>
            </a:extLst>
          </p:cNvPr>
          <p:cNvSpPr/>
          <p:nvPr/>
        </p:nvSpPr>
        <p:spPr bwMode="auto">
          <a:xfrm>
            <a:off x="4173416" y="2164264"/>
            <a:ext cx="934497" cy="1627833"/>
          </a:xfrm>
          <a:prstGeom prst="rect">
            <a:avLst/>
          </a:prstGeom>
          <a:ln>
            <a:solidFill>
              <a:srgbClr val="1E2A78"/>
            </a:solidFill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r>
              <a:rPr lang="en-US" sz="1200" dirty="0">
                <a:solidFill>
                  <a:schemeClr val="tx2"/>
                </a:solidFill>
                <a:latin typeface="+mn-lt"/>
              </a:rPr>
              <a:t>View</a:t>
            </a:r>
            <a:endParaRPr lang="en-IN" sz="1200" dirty="0" err="1">
              <a:solidFill>
                <a:schemeClr val="tx2"/>
              </a:solidFill>
              <a:latin typeface="+mn-lt"/>
            </a:endParaRPr>
          </a:p>
        </p:txBody>
      </p:sp>
      <p:pic>
        <p:nvPicPr>
          <p:cNvPr id="6" name="Graphic 5" descr="Users with solid fill">
            <a:extLst>
              <a:ext uri="{FF2B5EF4-FFF2-40B4-BE49-F238E27FC236}">
                <a16:creationId xmlns:a16="http://schemas.microsoft.com/office/drawing/2014/main" id="{1EA5564D-BE4F-8EA0-9E42-5BA54AA879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81703" y="1720962"/>
            <a:ext cx="914400" cy="914400"/>
          </a:xfrm>
          <a:prstGeom prst="rect">
            <a:avLst/>
          </a:prstGeom>
        </p:spPr>
      </p:pic>
      <p:pic>
        <p:nvPicPr>
          <p:cNvPr id="8" name="Graphic 7" descr="Users with solid fill">
            <a:extLst>
              <a:ext uri="{FF2B5EF4-FFF2-40B4-BE49-F238E27FC236}">
                <a16:creationId xmlns:a16="http://schemas.microsoft.com/office/drawing/2014/main" id="{139AE2A5-613D-9407-E3BD-253435EB9A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13947" y="3246817"/>
            <a:ext cx="914400" cy="914400"/>
          </a:xfrm>
          <a:prstGeom prst="rect">
            <a:avLst/>
          </a:prstGeom>
        </p:spPr>
      </p:pic>
      <p:pic>
        <p:nvPicPr>
          <p:cNvPr id="11" name="Graphic 10" descr="Users with solid fill">
            <a:extLst>
              <a:ext uri="{FF2B5EF4-FFF2-40B4-BE49-F238E27FC236}">
                <a16:creationId xmlns:a16="http://schemas.microsoft.com/office/drawing/2014/main" id="{F3886310-653F-1552-32A3-D5FCA930D1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72188" y="2520980"/>
            <a:ext cx="914400" cy="91440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F737D41-8AD1-BC82-F04A-F09D48A456FF}"/>
              </a:ext>
            </a:extLst>
          </p:cNvPr>
          <p:cNvCxnSpPr>
            <a:cxnSpLocks/>
          </p:cNvCxnSpPr>
          <p:nvPr/>
        </p:nvCxnSpPr>
        <p:spPr bwMode="auto">
          <a:xfrm flipH="1">
            <a:off x="5252471" y="2264749"/>
            <a:ext cx="1345747" cy="356717"/>
          </a:xfrm>
          <a:prstGeom prst="straightConnector1">
            <a:avLst/>
          </a:prstGeom>
          <a:ln>
            <a:solidFill>
              <a:srgbClr val="1E2A78"/>
            </a:solidFill>
            <a:headEnd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3EAD3C3-B234-BCBB-27FA-327C9873A5A5}"/>
              </a:ext>
            </a:extLst>
          </p:cNvPr>
          <p:cNvCxnSpPr>
            <a:cxnSpLocks/>
          </p:cNvCxnSpPr>
          <p:nvPr/>
        </p:nvCxnSpPr>
        <p:spPr bwMode="auto">
          <a:xfrm flipH="1">
            <a:off x="5281884" y="3063279"/>
            <a:ext cx="1316334" cy="0"/>
          </a:xfrm>
          <a:prstGeom prst="straightConnector1">
            <a:avLst/>
          </a:prstGeom>
          <a:ln>
            <a:solidFill>
              <a:srgbClr val="1E2A78"/>
            </a:solidFill>
            <a:headEnd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6B25B55-7BEA-B397-88DD-B2360C940CD4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5350988" y="3594271"/>
            <a:ext cx="1362375" cy="129057"/>
          </a:xfrm>
          <a:prstGeom prst="straightConnector1">
            <a:avLst/>
          </a:prstGeom>
          <a:ln>
            <a:solidFill>
              <a:srgbClr val="1E2A78"/>
            </a:solidFill>
            <a:headEnd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DB5778E-8736-AC3C-C8EF-DC1E762E077A}"/>
              </a:ext>
            </a:extLst>
          </p:cNvPr>
          <p:cNvSpPr txBox="1"/>
          <p:nvPr/>
        </p:nvSpPr>
        <p:spPr bwMode="ltGray">
          <a:xfrm>
            <a:off x="8130278" y="2759965"/>
            <a:ext cx="697999" cy="276999"/>
          </a:xfrm>
          <a:prstGeom prst="rect">
            <a:avLst/>
          </a:prstGeom>
          <a:solidFill>
            <a:schemeClr val="accent3"/>
          </a:solidFill>
          <a:ln>
            <a:solidFill>
              <a:srgbClr val="1E2A78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+mn-lt"/>
              </a:rPr>
              <a:t>Users</a:t>
            </a:r>
            <a:endParaRPr lang="en-IN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6" name="Arrow: Left-Right 15">
            <a:extLst>
              <a:ext uri="{FF2B5EF4-FFF2-40B4-BE49-F238E27FC236}">
                <a16:creationId xmlns:a16="http://schemas.microsoft.com/office/drawing/2014/main" id="{A0F63AA0-9499-0334-F476-CF58528409D8}"/>
              </a:ext>
            </a:extLst>
          </p:cNvPr>
          <p:cNvSpPr/>
          <p:nvPr/>
        </p:nvSpPr>
        <p:spPr bwMode="auto">
          <a:xfrm>
            <a:off x="1979657" y="2461528"/>
            <a:ext cx="523578" cy="219492"/>
          </a:xfrm>
          <a:prstGeom prst="leftRightArrow">
            <a:avLst/>
          </a:prstGeom>
          <a:ln>
            <a:solidFill>
              <a:srgbClr val="1E2A78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endParaRPr lang="en-IN" sz="1200" dirty="0" err="1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7" name="Arrow: Left-Right 16">
            <a:extLst>
              <a:ext uri="{FF2B5EF4-FFF2-40B4-BE49-F238E27FC236}">
                <a16:creationId xmlns:a16="http://schemas.microsoft.com/office/drawing/2014/main" id="{3C8C54AA-23AB-0E47-CC56-20A50A9E03CA}"/>
              </a:ext>
            </a:extLst>
          </p:cNvPr>
          <p:cNvSpPr/>
          <p:nvPr/>
        </p:nvSpPr>
        <p:spPr bwMode="auto">
          <a:xfrm>
            <a:off x="3727054" y="2461528"/>
            <a:ext cx="523578" cy="219492"/>
          </a:xfrm>
          <a:prstGeom prst="leftRightArrow">
            <a:avLst/>
          </a:prstGeom>
          <a:ln>
            <a:solidFill>
              <a:srgbClr val="1E2A78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endParaRPr lang="en-IN" sz="1200" dirty="0" err="1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8" name="Cylinder 17">
            <a:extLst>
              <a:ext uri="{FF2B5EF4-FFF2-40B4-BE49-F238E27FC236}">
                <a16:creationId xmlns:a16="http://schemas.microsoft.com/office/drawing/2014/main" id="{D514F8B4-B3C3-6BF8-5F53-C40CB0C97E22}"/>
              </a:ext>
            </a:extLst>
          </p:cNvPr>
          <p:cNvSpPr/>
          <p:nvPr/>
        </p:nvSpPr>
        <p:spPr bwMode="auto">
          <a:xfrm>
            <a:off x="410016" y="2958336"/>
            <a:ext cx="578405" cy="1028389"/>
          </a:xfrm>
          <a:prstGeom prst="can">
            <a:avLst/>
          </a:prstGeom>
          <a:ln>
            <a:solidFill>
              <a:srgbClr val="1E2A78"/>
            </a:solidFill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r>
              <a:rPr lang="en-US" sz="12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db</a:t>
            </a:r>
            <a:endParaRPr lang="en-IN" sz="1200" dirty="0" err="1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9" name="Arrow: Left-Right 18">
            <a:extLst>
              <a:ext uri="{FF2B5EF4-FFF2-40B4-BE49-F238E27FC236}">
                <a16:creationId xmlns:a16="http://schemas.microsoft.com/office/drawing/2014/main" id="{31CA3FF7-7046-1CDB-8F14-7FD548BF12DC}"/>
              </a:ext>
            </a:extLst>
          </p:cNvPr>
          <p:cNvSpPr/>
          <p:nvPr/>
        </p:nvSpPr>
        <p:spPr bwMode="auto">
          <a:xfrm>
            <a:off x="871190" y="3658799"/>
            <a:ext cx="523578" cy="219492"/>
          </a:xfrm>
          <a:prstGeom prst="leftRightArrow">
            <a:avLst/>
          </a:prstGeom>
          <a:ln>
            <a:solidFill>
              <a:srgbClr val="1E2A78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endParaRPr lang="en-IN" sz="1200" dirty="0" err="1">
              <a:solidFill>
                <a:srgbClr val="FFFFFF"/>
              </a:solidFill>
              <a:latin typeface="+mn-lt"/>
            </a:endParaRPr>
          </a:p>
        </p:txBody>
      </p:sp>
      <p:sp>
        <p:nvSpPr>
          <p:cNvPr id="20" name="Right Brace 19">
            <a:extLst>
              <a:ext uri="{FF2B5EF4-FFF2-40B4-BE49-F238E27FC236}">
                <a16:creationId xmlns:a16="http://schemas.microsoft.com/office/drawing/2014/main" id="{016E2B16-35CC-D2DD-8AFC-2432251D8292}"/>
              </a:ext>
            </a:extLst>
          </p:cNvPr>
          <p:cNvSpPr/>
          <p:nvPr/>
        </p:nvSpPr>
        <p:spPr bwMode="auto">
          <a:xfrm>
            <a:off x="7705618" y="2023906"/>
            <a:ext cx="258631" cy="1798654"/>
          </a:xfrm>
          <a:prstGeom prst="rightBrace">
            <a:avLst/>
          </a:prstGeom>
          <a:ln>
            <a:solidFill>
              <a:srgbClr val="1E2A78"/>
            </a:solidFill>
            <a:headEnd/>
            <a:tailEnd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</p:spTree>
    <p:extLst>
      <p:ext uri="{BB962C8B-B14F-4D97-AF65-F5344CB8AC3E}">
        <p14:creationId xmlns:p14="http://schemas.microsoft.com/office/powerpoint/2010/main" val="3644502737"/>
      </p:ext>
    </p:extLst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2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r>
              <a:rPr lang="en-US" dirty="0"/>
              <a:t>Spring Boot and Spring MVC</a:t>
            </a:r>
            <a:endParaRPr lang="en-GB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8138" y="1015999"/>
            <a:ext cx="8467725" cy="3622675"/>
          </a:xfrm>
        </p:spPr>
        <p:txBody>
          <a:bodyPr/>
          <a:lstStyle/>
          <a:p>
            <a:pPr lvl="2"/>
            <a:r>
              <a:rPr lang="en-US" dirty="0"/>
              <a:t>Spring Boot simplifies Spring MVC configuration.</a:t>
            </a:r>
          </a:p>
          <a:p>
            <a:pPr lvl="2"/>
            <a:r>
              <a:rPr lang="en-US" dirty="0"/>
              <a:t>Auto-configures essential components.</a:t>
            </a:r>
          </a:p>
          <a:p>
            <a:pPr lvl="2"/>
            <a:r>
              <a:rPr lang="en-US" dirty="0"/>
              <a:t>Embedded server for running web applications.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D85EAD-81C6-5F65-DBEF-7FBFF16AF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992" y="1875630"/>
            <a:ext cx="3366782" cy="250734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4DE0D78-2A0A-5F2B-8F22-592C4B340D5D}"/>
              </a:ext>
            </a:extLst>
          </p:cNvPr>
          <p:cNvSpPr txBox="1"/>
          <p:nvPr/>
        </p:nvSpPr>
        <p:spPr bwMode="ltGray">
          <a:xfrm>
            <a:off x="4006858" y="1706354"/>
            <a:ext cx="2383310" cy="46166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dirty="0"/>
              <a:t>Typical Spring MVC project structure</a:t>
            </a:r>
            <a:endParaRPr lang="en-IN" sz="12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FA541A3-9A96-C18C-98BC-273D324B528E}"/>
              </a:ext>
            </a:extLst>
          </p:cNvPr>
          <p:cNvCxnSpPr>
            <a:cxnSpLocks/>
          </p:cNvCxnSpPr>
          <p:nvPr/>
        </p:nvCxnSpPr>
        <p:spPr bwMode="auto">
          <a:xfrm flipH="1">
            <a:off x="3138616" y="1998741"/>
            <a:ext cx="1024388" cy="129275"/>
          </a:xfrm>
          <a:prstGeom prst="straightConnector1">
            <a:avLst/>
          </a:prstGeom>
          <a:ln>
            <a:headEnd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6421868"/>
      </p:ext>
    </p:extLst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3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r>
              <a:rPr lang="en-US" sz="1400" dirty="0"/>
              <a:t>Setting Up Spring MVC in Spring Boot</a:t>
            </a:r>
            <a:endParaRPr lang="en-GB" sz="14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8138" y="1015999"/>
            <a:ext cx="8467725" cy="3622675"/>
          </a:xfrm>
        </p:spPr>
        <p:txBody>
          <a:bodyPr/>
          <a:lstStyle/>
          <a:p>
            <a:pPr lvl="2"/>
            <a:r>
              <a:rPr lang="en-US" dirty="0"/>
              <a:t>No additional configuration needed if using spring-boot-starter-web.</a:t>
            </a:r>
          </a:p>
          <a:p>
            <a:pPr lvl="2"/>
            <a:r>
              <a:rPr lang="en-US" dirty="0"/>
              <a:t>Spring Boot automatically configures </a:t>
            </a:r>
            <a:r>
              <a:rPr lang="en-US" dirty="0" err="1"/>
              <a:t>DispatcherServlet</a:t>
            </a:r>
            <a:r>
              <a:rPr lang="en-US" dirty="0"/>
              <a:t>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8F2987E-FB8C-DEFB-3243-B1E2A7C47D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066" y="3202044"/>
            <a:ext cx="5219700" cy="1057275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DE751D9-AD45-41D7-45F6-42B75655C053}"/>
              </a:ext>
            </a:extLst>
          </p:cNvPr>
          <p:cNvCxnSpPr>
            <a:cxnSpLocks/>
          </p:cNvCxnSpPr>
          <p:nvPr/>
        </p:nvCxnSpPr>
        <p:spPr bwMode="auto">
          <a:xfrm>
            <a:off x="4998716" y="1173484"/>
            <a:ext cx="0" cy="2076343"/>
          </a:xfrm>
          <a:prstGeom prst="straightConnector1">
            <a:avLst/>
          </a:prstGeom>
          <a:ln>
            <a:solidFill>
              <a:srgbClr val="1E2A78"/>
            </a:solidFill>
            <a:headEnd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4DD2B672-A7E4-6D0B-4F38-4C30F45EFC56}"/>
              </a:ext>
            </a:extLst>
          </p:cNvPr>
          <p:cNvSpPr/>
          <p:nvPr/>
        </p:nvSpPr>
        <p:spPr bwMode="auto">
          <a:xfrm>
            <a:off x="873740" y="1880127"/>
            <a:ext cx="3283952" cy="1057275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  <a:headEnd/>
            <a:tailEnd/>
          </a:ln>
        </p:spPr>
        <p:txBody>
          <a:bodyPr lIns="100913" tIns="50457" rIns="100913" bIns="50457" rtlCol="0" anchor="ctr">
            <a:noAutofit/>
          </a:bodyPr>
          <a:lstStyle/>
          <a:p>
            <a:pPr defTabSz="963613" eaLnBrk="0" hangingPunct="0">
              <a:tabLst>
                <a:tab pos="1257300" algn="l"/>
              </a:tabLst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+mn-lt"/>
              </a:rPr>
              <a:t>The core component of the Spring MVC framework that handles all HTTP requests and responses.</a:t>
            </a:r>
            <a:endParaRPr lang="en-IN" sz="1200" dirty="0" err="1">
              <a:solidFill>
                <a:schemeClr val="bg1">
                  <a:lumMod val="95000"/>
                </a:schemeClr>
              </a:solidFill>
              <a:latin typeface="+mn-lt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CF2F86D-6EC6-58CA-35CE-2116F4C88EC5}"/>
              </a:ext>
            </a:extLst>
          </p:cNvPr>
          <p:cNvCxnSpPr>
            <a:cxnSpLocks/>
          </p:cNvCxnSpPr>
          <p:nvPr/>
        </p:nvCxnSpPr>
        <p:spPr bwMode="auto">
          <a:xfrm>
            <a:off x="3999697" y="1389434"/>
            <a:ext cx="0" cy="490693"/>
          </a:xfrm>
          <a:prstGeom prst="straightConnector1">
            <a:avLst/>
          </a:prstGeom>
          <a:ln>
            <a:solidFill>
              <a:srgbClr val="1E2A78"/>
            </a:solidFill>
            <a:headEnd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949523"/>
      </p:ext>
    </p:extLst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4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r>
              <a:rPr lang="en-US" sz="1400" dirty="0"/>
              <a:t>Handling Web Requests</a:t>
            </a:r>
            <a:endParaRPr lang="en-GB" sz="14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8138" y="1015999"/>
            <a:ext cx="8467725" cy="3622675"/>
          </a:xfrm>
        </p:spPr>
        <p:txBody>
          <a:bodyPr/>
          <a:lstStyle/>
          <a:p>
            <a:pPr lvl="2">
              <a:lnSpc>
                <a:spcPct val="150000"/>
              </a:lnSpc>
            </a:pPr>
            <a:r>
              <a:rPr lang="en-US" dirty="0"/>
              <a:t>Use @Controller to define a controller class.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Use @RequestMapping or @GetMapping, @PostMapping, etc., to map URLs to methods.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Access request parameters and path variables.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E97046-B9FE-37F7-6CBB-F5D2F0804D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7211" y="2016817"/>
            <a:ext cx="6562725" cy="24003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C1A352C-F224-01AE-67A7-851E26B7ABC2}"/>
              </a:ext>
            </a:extLst>
          </p:cNvPr>
          <p:cNvSpPr txBox="1"/>
          <p:nvPr/>
        </p:nvSpPr>
        <p:spPr bwMode="ltGray">
          <a:xfrm>
            <a:off x="5817130" y="2137156"/>
            <a:ext cx="2020809" cy="276999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dirty="0"/>
              <a:t>API URL/path</a:t>
            </a:r>
            <a:endParaRPr lang="en-IN" sz="12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4648298-C50E-6F99-B56E-D48FB9CB6398}"/>
              </a:ext>
            </a:extLst>
          </p:cNvPr>
          <p:cNvCxnSpPr>
            <a:stCxn id="3" idx="1"/>
          </p:cNvCxnSpPr>
          <p:nvPr/>
        </p:nvCxnSpPr>
        <p:spPr bwMode="auto">
          <a:xfrm flipH="1">
            <a:off x="4189149" y="2275656"/>
            <a:ext cx="1627981" cy="115689"/>
          </a:xfrm>
          <a:prstGeom prst="straightConnector1">
            <a:avLst/>
          </a:prstGeom>
          <a:ln>
            <a:headEnd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7945064-406A-46D0-5F13-53F10408B734}"/>
              </a:ext>
            </a:extLst>
          </p:cNvPr>
          <p:cNvSpPr txBox="1"/>
          <p:nvPr/>
        </p:nvSpPr>
        <p:spPr bwMode="ltGray">
          <a:xfrm>
            <a:off x="5817130" y="2896400"/>
            <a:ext cx="2020809" cy="276999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dirty="0"/>
              <a:t>Get the parameter</a:t>
            </a:r>
            <a:endParaRPr lang="en-IN" sz="12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DFD461E-C8E3-BCCB-B3A9-FAC8FBE6D684}"/>
              </a:ext>
            </a:extLst>
          </p:cNvPr>
          <p:cNvCxnSpPr>
            <a:stCxn id="6" idx="1"/>
          </p:cNvCxnSpPr>
          <p:nvPr/>
        </p:nvCxnSpPr>
        <p:spPr bwMode="auto">
          <a:xfrm flipH="1">
            <a:off x="4189149" y="3034900"/>
            <a:ext cx="1627981" cy="115689"/>
          </a:xfrm>
          <a:prstGeom prst="straightConnector1">
            <a:avLst/>
          </a:prstGeom>
          <a:ln>
            <a:headEnd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FF8C99D-380B-B3E6-2186-138DB4D16A35}"/>
              </a:ext>
            </a:extLst>
          </p:cNvPr>
          <p:cNvSpPr txBox="1"/>
          <p:nvPr/>
        </p:nvSpPr>
        <p:spPr bwMode="ltGray">
          <a:xfrm>
            <a:off x="3360134" y="4120746"/>
            <a:ext cx="2020809" cy="46166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dirty="0"/>
              <a:t>Response from the controller</a:t>
            </a:r>
            <a:endParaRPr lang="en-IN" sz="12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34F335F-81CB-D52D-EDF9-E191523E5762}"/>
              </a:ext>
            </a:extLst>
          </p:cNvPr>
          <p:cNvCxnSpPr>
            <a:cxnSpLocks/>
            <a:stCxn id="11" idx="1"/>
          </p:cNvCxnSpPr>
          <p:nvPr/>
        </p:nvCxnSpPr>
        <p:spPr bwMode="auto">
          <a:xfrm flipH="1" flipV="1">
            <a:off x="2933105" y="3856020"/>
            <a:ext cx="427029" cy="495559"/>
          </a:xfrm>
          <a:prstGeom prst="straightConnector1">
            <a:avLst/>
          </a:prstGeom>
          <a:ln>
            <a:headEnd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1243447"/>
      </p:ext>
    </p:extLst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5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r>
              <a:rPr lang="en-US" sz="1400" dirty="0"/>
              <a:t>Response in Postman</a:t>
            </a:r>
            <a:endParaRPr lang="en-GB" sz="14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8138" y="1015999"/>
            <a:ext cx="8467725" cy="3622675"/>
          </a:xfrm>
        </p:spPr>
        <p:txBody>
          <a:bodyPr/>
          <a:lstStyle/>
          <a:p>
            <a:pPr lvl="2"/>
            <a:r>
              <a:rPr lang="en-US" dirty="0"/>
              <a:t>Return views or data (e.g., JSON) from controller methods.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C55948F-6099-BD81-4034-6174392B3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347" y="1455737"/>
            <a:ext cx="5172075" cy="23241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788D2A5-091F-3C02-6624-4A7D4175E9F4}"/>
              </a:ext>
            </a:extLst>
          </p:cNvPr>
          <p:cNvSpPr txBox="1"/>
          <p:nvPr/>
        </p:nvSpPr>
        <p:spPr bwMode="ltGray">
          <a:xfrm>
            <a:off x="5091489" y="1153370"/>
            <a:ext cx="2020809" cy="46166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dirty="0"/>
              <a:t>Sample output as seen in postman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391725981"/>
      </p:ext>
    </p:extLst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6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r>
              <a:rPr lang="en-US" sz="1400" dirty="0"/>
              <a:t>Introduction to H2 Database</a:t>
            </a:r>
            <a:endParaRPr lang="en-GB" sz="14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8138" y="1015999"/>
            <a:ext cx="8467725" cy="3622675"/>
          </a:xfrm>
        </p:spPr>
        <p:txBody>
          <a:bodyPr/>
          <a:lstStyle/>
          <a:p>
            <a:pPr lvl="2"/>
            <a:r>
              <a:rPr lang="en-US" dirty="0"/>
              <a:t>Lightweight, open-source, and fast relational database.</a:t>
            </a:r>
          </a:p>
          <a:p>
            <a:pPr lvl="2"/>
            <a:r>
              <a:rPr lang="en-US" dirty="0"/>
              <a:t>Written in Java and can be embedded in Java applications.</a:t>
            </a:r>
          </a:p>
          <a:p>
            <a:pPr lvl="2"/>
            <a:r>
              <a:rPr lang="en-US" dirty="0"/>
              <a:t>Ideal for development, testing, and small-scale applications.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r>
              <a:rPr lang="en-US" dirty="0"/>
              <a:t>In-memory database option.</a:t>
            </a:r>
          </a:p>
          <a:p>
            <a:pPr lvl="2"/>
            <a:r>
              <a:rPr lang="en-US" dirty="0"/>
              <a:t>Web-based H2 Console for managing the database.</a:t>
            </a:r>
          </a:p>
          <a:p>
            <a:pPr lvl="2"/>
            <a:r>
              <a:rPr lang="en-US" dirty="0"/>
              <a:t>Supports standard SQL and JDBC API.</a:t>
            </a:r>
          </a:p>
          <a:p>
            <a:pPr lvl="2"/>
            <a:endParaRPr lang="en-US" dirty="0"/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85B1F7B9-150D-B063-ADAD-62BC207E8CB5}"/>
              </a:ext>
            </a:extLst>
          </p:cNvPr>
          <p:cNvSpPr txBox="1">
            <a:spLocks/>
          </p:cNvSpPr>
          <p:nvPr/>
        </p:nvSpPr>
        <p:spPr>
          <a:xfrm>
            <a:off x="321944" y="2214038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/>
              <a:defRPr sz="1400" kern="1200" baseline="0">
                <a:solidFill>
                  <a:srgbClr val="1E2A78"/>
                </a:solidFill>
                <a:latin typeface="+mj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4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ＭＳ Ｐゴシック" pitchFamily="-109" charset="-128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4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ＭＳ Ｐゴシック" pitchFamily="-109" charset="-128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4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ＭＳ Ｐゴシック" pitchFamily="-109" charset="-128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4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ＭＳ Ｐゴシック" pitchFamily="-109" charset="-128"/>
              </a:defRPr>
            </a:lvl5pPr>
            <a:lvl6pPr marL="342254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499120" algn="l"/>
              </a:tabLst>
              <a:defRPr sz="1764" b="1">
                <a:solidFill>
                  <a:schemeClr val="tx1"/>
                </a:solidFill>
                <a:latin typeface="Arial" charset="0"/>
              </a:defRPr>
            </a:lvl6pPr>
            <a:lvl7pPr marL="684508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499120" algn="l"/>
              </a:tabLst>
              <a:defRPr sz="1764" b="1">
                <a:solidFill>
                  <a:schemeClr val="tx1"/>
                </a:solidFill>
                <a:latin typeface="Arial" charset="0"/>
              </a:defRPr>
            </a:lvl7pPr>
            <a:lvl8pPr marL="1026762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499120" algn="l"/>
              </a:tabLst>
              <a:defRPr sz="1764" b="1">
                <a:solidFill>
                  <a:schemeClr val="tx1"/>
                </a:solidFill>
                <a:latin typeface="Arial" charset="0"/>
              </a:defRPr>
            </a:lvl8pPr>
            <a:lvl9pPr marL="1369014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499120" algn="l"/>
              </a:tabLst>
              <a:defRPr sz="1764" b="1"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914400"/>
            <a:r>
              <a:rPr lang="en-US" sz="1400" dirty="0"/>
              <a:t>Key Features</a:t>
            </a:r>
            <a:endParaRPr lang="en-GB"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E82678-88F9-1834-F7B9-A8B4CCB304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643"/>
          <a:stretch/>
        </p:blipFill>
        <p:spPr>
          <a:xfrm>
            <a:off x="4982396" y="1880318"/>
            <a:ext cx="1547256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728325"/>
      </p:ext>
    </p:extLst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7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r>
              <a:rPr lang="en-US" sz="1400" dirty="0"/>
              <a:t>Having H2 </a:t>
            </a:r>
            <a:r>
              <a:rPr lang="en-US" sz="1400" dirty="0" err="1"/>
              <a:t>db</a:t>
            </a:r>
            <a:r>
              <a:rPr lang="en-US" sz="1400" dirty="0"/>
              <a:t> on your machine</a:t>
            </a:r>
            <a:endParaRPr lang="en-GB" sz="14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8138" y="1015999"/>
            <a:ext cx="8467725" cy="3622675"/>
          </a:xfrm>
        </p:spPr>
        <p:txBody>
          <a:bodyPr/>
          <a:lstStyle/>
          <a:p>
            <a:pPr lvl="2"/>
            <a:r>
              <a:rPr lang="en-US" dirty="0"/>
              <a:t>Download form the official H2 website: </a:t>
            </a:r>
            <a:r>
              <a:rPr lang="en-US" dirty="0">
                <a:hlinkClick r:id="rId3"/>
              </a:rPr>
              <a:t>https://www.h2database.com/html/main.html</a:t>
            </a:r>
            <a:endParaRPr lang="en-US" dirty="0"/>
          </a:p>
          <a:p>
            <a:pPr marL="0" lvl="2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D6DF74-9037-7395-681A-65F065E2DD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8598" y="1471612"/>
            <a:ext cx="2647950" cy="2200275"/>
          </a:xfrm>
          <a:prstGeom prst="rect">
            <a:avLst/>
          </a:prstGeom>
          <a:ln>
            <a:solidFill>
              <a:srgbClr val="1E2A78"/>
            </a:solidFill>
          </a:ln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730BE3F3-09EC-26A8-4DD0-6173375958B1}"/>
              </a:ext>
            </a:extLst>
          </p:cNvPr>
          <p:cNvSpPr/>
          <p:nvPr/>
        </p:nvSpPr>
        <p:spPr bwMode="auto">
          <a:xfrm>
            <a:off x="2555842" y="2473370"/>
            <a:ext cx="874206" cy="261257"/>
          </a:xfrm>
          <a:prstGeom prst="rightArrow">
            <a:avLst/>
          </a:prstGeom>
          <a:ln>
            <a:solidFill>
              <a:srgbClr val="1E2A78"/>
            </a:solidFill>
            <a:headEnd/>
            <a:tailEnd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endParaRPr lang="en-IN" dirty="0" err="1">
              <a:solidFill>
                <a:srgbClr val="FFFFFF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88664433"/>
      </p:ext>
    </p:extLst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8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r>
              <a:rPr lang="en-US" sz="1400" dirty="0"/>
              <a:t>Installing H2 on your machine</a:t>
            </a:r>
            <a:endParaRPr lang="en-GB" sz="14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8138" y="1015999"/>
            <a:ext cx="8467725" cy="3622675"/>
          </a:xfrm>
        </p:spPr>
        <p:txBody>
          <a:bodyPr/>
          <a:lstStyle/>
          <a:p>
            <a:pPr lvl="2"/>
            <a:r>
              <a:rPr lang="en-US" dirty="0"/>
              <a:t>Double click the downloaded setup file and follow on screen instructions.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5DCCCC1-F7C6-3B6E-D06C-8CB4D763EC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764" y="1586652"/>
            <a:ext cx="3744365" cy="2874706"/>
          </a:xfrm>
          <a:prstGeom prst="rect">
            <a:avLst/>
          </a:prstGeom>
          <a:ln>
            <a:solidFill>
              <a:srgbClr val="1E2A78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93DE85F-C508-82E4-FB2F-BEBE8D78A6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586652"/>
            <a:ext cx="3694329" cy="2874706"/>
          </a:xfrm>
          <a:prstGeom prst="rect">
            <a:avLst/>
          </a:prstGeom>
          <a:ln>
            <a:solidFill>
              <a:srgbClr val="1E2A78"/>
            </a:solidFill>
          </a:ln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0433D1AF-6F1A-D192-6B3D-429B22C3394A}"/>
              </a:ext>
            </a:extLst>
          </p:cNvPr>
          <p:cNvSpPr/>
          <p:nvPr/>
        </p:nvSpPr>
        <p:spPr bwMode="auto">
          <a:xfrm>
            <a:off x="4160017" y="3109085"/>
            <a:ext cx="482321" cy="155251"/>
          </a:xfrm>
          <a:prstGeom prst="rightArrow">
            <a:avLst/>
          </a:prstGeom>
          <a:ln>
            <a:solidFill>
              <a:srgbClr val="1E2A78"/>
            </a:solidFill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endParaRPr lang="en-IN" dirty="0" err="1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3C0647-321B-DACA-C542-78B393F19C0D}"/>
              </a:ext>
            </a:extLst>
          </p:cNvPr>
          <p:cNvSpPr/>
          <p:nvPr/>
        </p:nvSpPr>
        <p:spPr bwMode="auto">
          <a:xfrm>
            <a:off x="6898194" y="4137277"/>
            <a:ext cx="753626" cy="324081"/>
          </a:xfrm>
          <a:prstGeom prst="rect">
            <a:avLst/>
          </a:prstGeom>
          <a:noFill/>
          <a:ln>
            <a:solidFill>
              <a:srgbClr val="E7001D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endParaRPr lang="en-IN" dirty="0" err="1">
              <a:solidFill>
                <a:srgbClr val="FFFFFF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61299545"/>
      </p:ext>
    </p:extLst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9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r>
              <a:rPr lang="en-US" sz="1400" dirty="0"/>
              <a:t>Accessing H2 </a:t>
            </a:r>
            <a:r>
              <a:rPr lang="en-US" sz="1400" dirty="0" err="1"/>
              <a:t>db</a:t>
            </a:r>
            <a:r>
              <a:rPr lang="en-US" sz="1400" dirty="0"/>
              <a:t> console</a:t>
            </a:r>
            <a:endParaRPr lang="en-GB" sz="14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8138" y="1015999"/>
            <a:ext cx="8467725" cy="3622675"/>
          </a:xfrm>
        </p:spPr>
        <p:txBody>
          <a:bodyPr/>
          <a:lstStyle/>
          <a:p>
            <a:pPr lvl="2"/>
            <a:r>
              <a:rPr lang="en-US" dirty="0"/>
              <a:t>Go to start and click on H2 Console. This will open up web browser displaying H2 Console.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0CA5C37-24E2-623E-7FC2-6C2CF1E74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608" y="1774597"/>
            <a:ext cx="2650053" cy="11205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70C1964-A216-5FDC-6F34-B35B4A0C06F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560"/>
          <a:stretch/>
        </p:blipFill>
        <p:spPr>
          <a:xfrm>
            <a:off x="3676650" y="800546"/>
            <a:ext cx="5467350" cy="4023865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9E4A20F4-8CFF-3882-CFE2-D37F648DFCD6}"/>
              </a:ext>
            </a:extLst>
          </p:cNvPr>
          <p:cNvSpPr/>
          <p:nvPr/>
        </p:nvSpPr>
        <p:spPr bwMode="auto">
          <a:xfrm>
            <a:off x="3031597" y="2441121"/>
            <a:ext cx="874206" cy="261257"/>
          </a:xfrm>
          <a:prstGeom prst="rightArrow">
            <a:avLst/>
          </a:prstGeom>
          <a:ln>
            <a:solidFill>
              <a:srgbClr val="1E2A78"/>
            </a:solidFill>
            <a:headEnd/>
            <a:tailEnd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endParaRPr lang="en-IN" sz="1200" dirty="0" err="1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BBF339-E795-C8AE-4FA8-8F9070A9B9E0}"/>
              </a:ext>
            </a:extLst>
          </p:cNvPr>
          <p:cNvSpPr/>
          <p:nvPr/>
        </p:nvSpPr>
        <p:spPr bwMode="auto">
          <a:xfrm>
            <a:off x="721895" y="3653741"/>
            <a:ext cx="2050337" cy="675741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  <a:headEnd/>
            <a:tailEnd/>
          </a:ln>
        </p:spPr>
        <p:txBody>
          <a:bodyPr lIns="100913" tIns="50457" rIns="100913" bIns="50457" rtlCol="0" anchor="ctr">
            <a:noAutofit/>
          </a:bodyPr>
          <a:lstStyle/>
          <a:p>
            <a:pPr algn="r" defTabSz="963613" eaLnBrk="0" hangingPunct="0">
              <a:tabLst>
                <a:tab pos="1257300" algn="l"/>
              </a:tabLst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+mn-lt"/>
              </a:rPr>
              <a:t>Default username :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+mn-lt"/>
              </a:rPr>
              <a:t>sa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+mn-lt"/>
              </a:rPr>
              <a:t> and password : password</a:t>
            </a:r>
            <a:endParaRPr lang="en-IN" sz="1200" dirty="0" err="1">
              <a:solidFill>
                <a:schemeClr val="bg1">
                  <a:lumMod val="95000"/>
                </a:schemeClr>
              </a:solidFill>
              <a:latin typeface="+mn-lt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4ED5718-E453-AF51-DC5D-E0AB1E3F4893}"/>
              </a:ext>
            </a:extLst>
          </p:cNvPr>
          <p:cNvCxnSpPr>
            <a:cxnSpLocks/>
          </p:cNvCxnSpPr>
          <p:nvPr/>
        </p:nvCxnSpPr>
        <p:spPr bwMode="auto">
          <a:xfrm>
            <a:off x="2772232" y="4211463"/>
            <a:ext cx="2456348" cy="0"/>
          </a:xfrm>
          <a:prstGeom prst="straightConnector1">
            <a:avLst/>
          </a:prstGeom>
          <a:ln>
            <a:headEnd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AD190BBD-59E5-E3C0-7ACF-4920BF9339D5}"/>
              </a:ext>
            </a:extLst>
          </p:cNvPr>
          <p:cNvSpPr/>
          <p:nvPr/>
        </p:nvSpPr>
        <p:spPr bwMode="auto">
          <a:xfrm>
            <a:off x="7438953" y="2815503"/>
            <a:ext cx="1401983" cy="381456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  <a:headEnd/>
            <a:tailEnd/>
          </a:ln>
        </p:spPr>
        <p:txBody>
          <a:bodyPr lIns="100913" tIns="50457" rIns="100913" bIns="50457" rtlCol="0" anchor="ctr">
            <a:noAutofit/>
          </a:bodyPr>
          <a:lstStyle/>
          <a:p>
            <a:pPr algn="r" defTabSz="963613" eaLnBrk="0" hangingPunct="0">
              <a:tabLst>
                <a:tab pos="1257300" algn="l"/>
              </a:tabLst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+mn-lt"/>
              </a:rPr>
              <a:t>Click on connect</a:t>
            </a:r>
            <a:endParaRPr lang="en-IN" sz="1200" dirty="0" err="1">
              <a:solidFill>
                <a:schemeClr val="bg1">
                  <a:lumMod val="95000"/>
                </a:schemeClr>
              </a:solidFill>
              <a:latin typeface="+mn-lt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1226C72-5265-ABFA-721F-9CE019489DA8}"/>
              </a:ext>
            </a:extLst>
          </p:cNvPr>
          <p:cNvCxnSpPr>
            <a:cxnSpLocks/>
            <a:stCxn id="11" idx="2"/>
          </p:cNvCxnSpPr>
          <p:nvPr/>
        </p:nvCxnSpPr>
        <p:spPr bwMode="auto">
          <a:xfrm flipH="1">
            <a:off x="5680789" y="3196959"/>
            <a:ext cx="2459156" cy="1265712"/>
          </a:xfrm>
          <a:prstGeom prst="straightConnector1">
            <a:avLst/>
          </a:prstGeom>
          <a:ln>
            <a:headEnd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B62EBBA-1AAC-8DE6-8349-1D06B64415C3}"/>
              </a:ext>
            </a:extLst>
          </p:cNvPr>
          <p:cNvCxnSpPr>
            <a:cxnSpLocks/>
          </p:cNvCxnSpPr>
          <p:nvPr/>
        </p:nvCxnSpPr>
        <p:spPr bwMode="auto">
          <a:xfrm flipH="1">
            <a:off x="1487701" y="1219121"/>
            <a:ext cx="1191319" cy="1081086"/>
          </a:xfrm>
          <a:prstGeom prst="straightConnector1">
            <a:avLst/>
          </a:prstGeom>
          <a:ln>
            <a:solidFill>
              <a:srgbClr val="1E2A78"/>
            </a:solidFill>
            <a:headEnd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1345654"/>
      </p:ext>
    </p:extLst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D0CA93-B20C-9D99-3695-7EB1FD9301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1DA9FD-6EF8-4CC5-AF9B-B6159B5B937C}" type="slidenum">
              <a:rPr lang="en-GB" noProof="1" smtClean="0"/>
              <a:pPr/>
              <a:t>10</a:t>
            </a:fld>
            <a:endParaRPr lang="en-GB" noProof="1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AF7743-EC03-E3BF-98E6-0CEAA7C7AD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lnSpc>
                <a:spcPts val="650"/>
              </a:lnSpc>
              <a:defRPr/>
            </a:pPr>
            <a:r>
              <a:rPr lang="en-GB">
                <a:ea typeface="Deutsche Bank Text" panose="020B0503020202030204" pitchFamily="34" charset="0"/>
              </a:rPr>
              <a:t>Speaker name. Name of event or project. Date</a:t>
            </a:r>
            <a:endParaRPr lang="en-GB" dirty="0">
              <a:ea typeface="Deutsche Bank Text" panose="020B0503020202030204" pitchFamily="34" charset="0"/>
            </a:endParaRPr>
          </a:p>
        </p:txBody>
      </p:sp>
      <p:sp>
        <p:nvSpPr>
          <p:cNvPr id="4" name="Textplatzhalter 5">
            <a:extLst>
              <a:ext uri="{FF2B5EF4-FFF2-40B4-BE49-F238E27FC236}">
                <a16:creationId xmlns:a16="http://schemas.microsoft.com/office/drawing/2014/main" id="{FC0F6D75-409E-F6A4-4483-5FB0C4541ADD}"/>
              </a:ext>
            </a:extLst>
          </p:cNvPr>
          <p:cNvSpPr txBox="1">
            <a:spLocks/>
          </p:cNvSpPr>
          <p:nvPr/>
        </p:nvSpPr>
        <p:spPr>
          <a:xfrm>
            <a:off x="308345" y="289117"/>
            <a:ext cx="7559675" cy="618473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kern="1200" baseline="0">
                <a:solidFill>
                  <a:srgbClr val="00A3E0"/>
                </a:solidFill>
                <a:latin typeface="+mn-lt"/>
                <a:ea typeface="ＭＳ Ｐゴシック" pitchFamily="-109" charset="-128"/>
                <a:cs typeface="ＭＳ Ｐゴシック" pitchFamily="-109" charset="-128"/>
              </a:defRPr>
            </a:lvl1pPr>
            <a:lvl2pPr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kern="1200" baseline="0">
                <a:solidFill>
                  <a:schemeClr val="tx1"/>
                </a:solidFill>
                <a:latin typeface="+mn-lt"/>
                <a:ea typeface="ＭＳ Ｐゴシック" pitchFamily="-109" charset="-128"/>
              </a:defRPr>
            </a:lvl2pPr>
            <a:lvl3pPr marL="252000" indent="-2520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Char char="—"/>
              <a:defRPr sz="1200" kern="1200" baseline="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3pPr>
            <a:lvl4pPr marL="468000" indent="-2160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Char char="—"/>
              <a:defRPr sz="1000" kern="1200" baseline="0">
                <a:solidFill>
                  <a:schemeClr val="tx1"/>
                </a:solidFill>
                <a:latin typeface="+mn-lt"/>
                <a:ea typeface="ＭＳ Ｐゴシック" pitchFamily="-109" charset="-128"/>
              </a:defRPr>
            </a:lvl4pPr>
            <a:lvl5pPr marL="717550" indent="-227013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Char char="—"/>
              <a:defRPr sz="1000" kern="1200" baseline="0">
                <a:solidFill>
                  <a:schemeClr val="tx1"/>
                </a:solidFill>
                <a:latin typeface="+mn-lt"/>
                <a:ea typeface="ＭＳ Ｐゴシック" pitchFamily="-109" charset="-128"/>
              </a:defRPr>
            </a:lvl5pPr>
            <a:lvl6pPr marL="882969" indent="-133099" algn="l" rtl="0" eaLnBrk="1" fontAlgn="base" hangingPunct="1">
              <a:spcBef>
                <a:spcPct val="10000"/>
              </a:spcBef>
              <a:spcAft>
                <a:spcPct val="10000"/>
              </a:spcAft>
              <a:buClr>
                <a:schemeClr val="tx2"/>
              </a:buClr>
              <a:buFont typeface="Arial" charset="0"/>
              <a:buChar char="-"/>
              <a:defRPr sz="1017">
                <a:solidFill>
                  <a:schemeClr val="tx1"/>
                </a:solidFill>
                <a:latin typeface="+mn-lt"/>
              </a:defRPr>
            </a:lvl6pPr>
            <a:lvl7pPr marL="1225221" indent="-133099" algn="l" rtl="0" eaLnBrk="1" fontAlgn="base" hangingPunct="1">
              <a:spcBef>
                <a:spcPct val="10000"/>
              </a:spcBef>
              <a:spcAft>
                <a:spcPct val="10000"/>
              </a:spcAft>
              <a:buClr>
                <a:schemeClr val="tx2"/>
              </a:buClr>
              <a:buFont typeface="Arial" charset="0"/>
              <a:buChar char="-"/>
              <a:defRPr sz="1017">
                <a:solidFill>
                  <a:schemeClr val="tx1"/>
                </a:solidFill>
                <a:latin typeface="+mn-lt"/>
              </a:defRPr>
            </a:lvl7pPr>
            <a:lvl8pPr marL="1567475" indent="-133099" algn="l" rtl="0" eaLnBrk="1" fontAlgn="base" hangingPunct="1">
              <a:spcBef>
                <a:spcPct val="10000"/>
              </a:spcBef>
              <a:spcAft>
                <a:spcPct val="10000"/>
              </a:spcAft>
              <a:buClr>
                <a:schemeClr val="tx2"/>
              </a:buClr>
              <a:buFont typeface="Arial" charset="0"/>
              <a:buChar char="-"/>
              <a:defRPr sz="1017">
                <a:solidFill>
                  <a:schemeClr val="tx1"/>
                </a:solidFill>
                <a:latin typeface="+mn-lt"/>
              </a:defRPr>
            </a:lvl8pPr>
            <a:lvl9pPr marL="1909729" indent="-133099" algn="l" rtl="0" eaLnBrk="1" fontAlgn="base" hangingPunct="1">
              <a:spcBef>
                <a:spcPct val="10000"/>
              </a:spcBef>
              <a:spcAft>
                <a:spcPct val="10000"/>
              </a:spcAft>
              <a:buClr>
                <a:schemeClr val="tx2"/>
              </a:buClr>
              <a:buFont typeface="Arial" charset="0"/>
              <a:buChar char="-"/>
              <a:defRPr sz="1017">
                <a:solidFill>
                  <a:schemeClr val="tx1"/>
                </a:solidFill>
                <a:latin typeface="+mn-lt"/>
              </a:defRPr>
            </a:lvl9pPr>
          </a:lstStyle>
          <a:p>
            <a:pPr defTabSz="914400"/>
            <a:r>
              <a:rPr lang="en-US" sz="1400" dirty="0">
                <a:solidFill>
                  <a:srgbClr val="1E2A78"/>
                </a:solidFill>
                <a:latin typeface="+mj-lt"/>
              </a:rPr>
              <a:t>Setting Up H2 in Maven</a:t>
            </a:r>
            <a:endParaRPr lang="en-GB" sz="1400" dirty="0">
              <a:solidFill>
                <a:srgbClr val="1E2A78"/>
              </a:solidFill>
              <a:latin typeface="+mj-lt"/>
            </a:endParaRPr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1C682216-8AA2-E2C5-B65E-68C8CFDF8458}"/>
              </a:ext>
            </a:extLst>
          </p:cNvPr>
          <p:cNvSpPr txBox="1">
            <a:spLocks/>
          </p:cNvSpPr>
          <p:nvPr/>
        </p:nvSpPr>
        <p:spPr>
          <a:xfrm>
            <a:off x="474407" y="1128067"/>
            <a:ext cx="7559675" cy="432080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kern="1200" baseline="0">
                <a:solidFill>
                  <a:srgbClr val="00A3E0"/>
                </a:solidFill>
                <a:latin typeface="+mn-lt"/>
                <a:ea typeface="ＭＳ Ｐゴシック" pitchFamily="-109" charset="-128"/>
                <a:cs typeface="ＭＳ Ｐゴシック" pitchFamily="-109" charset="-128"/>
              </a:defRPr>
            </a:lvl1pPr>
            <a:lvl2pPr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kern="1200" baseline="0">
                <a:solidFill>
                  <a:schemeClr val="tx1"/>
                </a:solidFill>
                <a:latin typeface="+mn-lt"/>
                <a:ea typeface="ＭＳ Ｐゴシック" pitchFamily="-109" charset="-128"/>
              </a:defRPr>
            </a:lvl2pPr>
            <a:lvl3pPr marL="252000" indent="-2520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Char char="—"/>
              <a:defRPr sz="1200" kern="1200" baseline="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3pPr>
            <a:lvl4pPr marL="468000" indent="-2160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Char char="—"/>
              <a:defRPr sz="1000" kern="1200" baseline="0">
                <a:solidFill>
                  <a:schemeClr val="tx1"/>
                </a:solidFill>
                <a:latin typeface="+mn-lt"/>
                <a:ea typeface="ＭＳ Ｐゴシック" pitchFamily="-109" charset="-128"/>
              </a:defRPr>
            </a:lvl4pPr>
            <a:lvl5pPr marL="717550" indent="-227013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Char char="—"/>
              <a:defRPr sz="1000" kern="1200" baseline="0">
                <a:solidFill>
                  <a:schemeClr val="tx1"/>
                </a:solidFill>
                <a:latin typeface="+mn-lt"/>
                <a:ea typeface="ＭＳ Ｐゴシック" pitchFamily="-109" charset="-128"/>
              </a:defRPr>
            </a:lvl5pPr>
            <a:lvl6pPr marL="882969" indent="-133099" algn="l" rtl="0" eaLnBrk="1" fontAlgn="base" hangingPunct="1">
              <a:spcBef>
                <a:spcPct val="10000"/>
              </a:spcBef>
              <a:spcAft>
                <a:spcPct val="10000"/>
              </a:spcAft>
              <a:buClr>
                <a:schemeClr val="tx2"/>
              </a:buClr>
              <a:buFont typeface="Arial" charset="0"/>
              <a:buChar char="-"/>
              <a:defRPr sz="1017">
                <a:solidFill>
                  <a:schemeClr val="tx1"/>
                </a:solidFill>
                <a:latin typeface="+mn-lt"/>
              </a:defRPr>
            </a:lvl6pPr>
            <a:lvl7pPr marL="1225221" indent="-133099" algn="l" rtl="0" eaLnBrk="1" fontAlgn="base" hangingPunct="1">
              <a:spcBef>
                <a:spcPct val="10000"/>
              </a:spcBef>
              <a:spcAft>
                <a:spcPct val="10000"/>
              </a:spcAft>
              <a:buClr>
                <a:schemeClr val="tx2"/>
              </a:buClr>
              <a:buFont typeface="Arial" charset="0"/>
              <a:buChar char="-"/>
              <a:defRPr sz="1017">
                <a:solidFill>
                  <a:schemeClr val="tx1"/>
                </a:solidFill>
                <a:latin typeface="+mn-lt"/>
              </a:defRPr>
            </a:lvl7pPr>
            <a:lvl8pPr marL="1567475" indent="-133099" algn="l" rtl="0" eaLnBrk="1" fontAlgn="base" hangingPunct="1">
              <a:spcBef>
                <a:spcPct val="10000"/>
              </a:spcBef>
              <a:spcAft>
                <a:spcPct val="10000"/>
              </a:spcAft>
              <a:buClr>
                <a:schemeClr val="tx2"/>
              </a:buClr>
              <a:buFont typeface="Arial" charset="0"/>
              <a:buChar char="-"/>
              <a:defRPr sz="1017">
                <a:solidFill>
                  <a:schemeClr val="tx1"/>
                </a:solidFill>
                <a:latin typeface="+mn-lt"/>
              </a:defRPr>
            </a:lvl8pPr>
            <a:lvl9pPr marL="1909729" indent="-133099" algn="l" rtl="0" eaLnBrk="1" fontAlgn="base" hangingPunct="1">
              <a:spcBef>
                <a:spcPct val="10000"/>
              </a:spcBef>
              <a:spcAft>
                <a:spcPct val="10000"/>
              </a:spcAft>
              <a:buClr>
                <a:schemeClr val="tx2"/>
              </a:buClr>
              <a:buFont typeface="Arial" charset="0"/>
              <a:buChar char="-"/>
              <a:defRPr sz="1017">
                <a:solidFill>
                  <a:schemeClr val="tx1"/>
                </a:solidFill>
                <a:latin typeface="+mn-lt"/>
              </a:defRPr>
            </a:lvl9pPr>
          </a:lstStyle>
          <a:p>
            <a:pPr marL="342900" indent="-342900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u="sng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Add H2</a:t>
            </a: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dependency to pom.xml.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173C4B-576D-D3C6-50B0-BC8B65E18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419" y="1875061"/>
            <a:ext cx="3743325" cy="1381125"/>
          </a:xfrm>
          <a:prstGeom prst="rect">
            <a:avLst/>
          </a:prstGeom>
        </p:spPr>
      </p:pic>
      <p:sp>
        <p:nvSpPr>
          <p:cNvPr id="7" name="Textplatzhalter 7">
            <a:extLst>
              <a:ext uri="{FF2B5EF4-FFF2-40B4-BE49-F238E27FC236}">
                <a16:creationId xmlns:a16="http://schemas.microsoft.com/office/drawing/2014/main" id="{39E81243-A23E-7FB9-B9E4-B6AFD5CDA7D3}"/>
              </a:ext>
            </a:extLst>
          </p:cNvPr>
          <p:cNvSpPr txBox="1">
            <a:spLocks/>
          </p:cNvSpPr>
          <p:nvPr/>
        </p:nvSpPr>
        <p:spPr>
          <a:xfrm>
            <a:off x="543159" y="3542598"/>
            <a:ext cx="7559675" cy="87226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000" kern="1200" baseline="0">
                <a:solidFill>
                  <a:schemeClr val="bg1"/>
                </a:solidFill>
                <a:latin typeface="+mj-lt"/>
                <a:ea typeface="ＭＳ Ｐゴシック" pitchFamily="-109" charset="-128"/>
                <a:cs typeface="ＭＳ Ｐゴシック" pitchFamily="-109" charset="-128"/>
              </a:defRPr>
            </a:lvl1pPr>
            <a:lvl2pPr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kern="1200" baseline="0">
                <a:solidFill>
                  <a:schemeClr val="bg1"/>
                </a:solidFill>
                <a:latin typeface="+mn-lt"/>
                <a:ea typeface="ＭＳ Ｐゴシック" pitchFamily="-109" charset="-128"/>
              </a:defRPr>
            </a:lvl2pPr>
            <a:lvl3pPr marL="370390" indent="-37039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Char char="—"/>
              <a:defRPr sz="1400" kern="1200" baseline="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3pPr>
            <a:lvl4pPr marL="687866" indent="-317477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Char char="—"/>
              <a:defRPr sz="1200" kern="1200" baseline="0">
                <a:solidFill>
                  <a:schemeClr val="bg1"/>
                </a:solidFill>
                <a:latin typeface="+mn-lt"/>
                <a:ea typeface="ＭＳ Ｐゴシック" pitchFamily="-109" charset="-128"/>
              </a:defRPr>
            </a:lvl4pPr>
            <a:lvl5pPr marL="1054655" indent="-333664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Char char="—"/>
              <a:defRPr sz="1000" kern="1200" baseline="0">
                <a:solidFill>
                  <a:schemeClr val="bg1"/>
                </a:solidFill>
                <a:latin typeface="+mn-lt"/>
                <a:ea typeface="ＭＳ Ｐゴシック" pitchFamily="-109" charset="-128"/>
              </a:defRPr>
            </a:lvl5pPr>
            <a:lvl6pPr marL="1297788" indent="-195629" algn="l" rtl="0" eaLnBrk="1" fontAlgn="base" hangingPunct="1">
              <a:spcBef>
                <a:spcPct val="10000"/>
              </a:spcBef>
              <a:spcAft>
                <a:spcPct val="10000"/>
              </a:spcAft>
              <a:buClr>
                <a:schemeClr val="tx2"/>
              </a:buClr>
              <a:buFont typeface="Arial" charset="0"/>
              <a:buChar char="-"/>
              <a:defRPr sz="1495">
                <a:solidFill>
                  <a:schemeClr val="tx1"/>
                </a:solidFill>
                <a:latin typeface="+mn-lt"/>
              </a:defRPr>
            </a:lvl6pPr>
            <a:lvl7pPr marL="1800830" indent="-195629" algn="l" rtl="0" eaLnBrk="1" fontAlgn="base" hangingPunct="1">
              <a:spcBef>
                <a:spcPct val="10000"/>
              </a:spcBef>
              <a:spcAft>
                <a:spcPct val="10000"/>
              </a:spcAft>
              <a:buClr>
                <a:schemeClr val="tx2"/>
              </a:buClr>
              <a:buFont typeface="Arial" charset="0"/>
              <a:buChar char="-"/>
              <a:defRPr sz="1495">
                <a:solidFill>
                  <a:schemeClr val="tx1"/>
                </a:solidFill>
                <a:latin typeface="+mn-lt"/>
              </a:defRPr>
            </a:lvl7pPr>
            <a:lvl8pPr marL="2303875" indent="-195629" algn="l" rtl="0" eaLnBrk="1" fontAlgn="base" hangingPunct="1">
              <a:spcBef>
                <a:spcPct val="10000"/>
              </a:spcBef>
              <a:spcAft>
                <a:spcPct val="10000"/>
              </a:spcAft>
              <a:buClr>
                <a:schemeClr val="tx2"/>
              </a:buClr>
              <a:buFont typeface="Arial" charset="0"/>
              <a:buChar char="-"/>
              <a:defRPr sz="1495">
                <a:solidFill>
                  <a:schemeClr val="tx1"/>
                </a:solidFill>
                <a:latin typeface="+mn-lt"/>
              </a:defRPr>
            </a:lvl8pPr>
            <a:lvl9pPr marL="2806920" indent="-195629" algn="l" rtl="0" eaLnBrk="1" fontAlgn="base" hangingPunct="1">
              <a:spcBef>
                <a:spcPct val="10000"/>
              </a:spcBef>
              <a:spcAft>
                <a:spcPct val="10000"/>
              </a:spcAft>
              <a:buClr>
                <a:schemeClr val="tx2"/>
              </a:buClr>
              <a:buFont typeface="Arial" charset="0"/>
              <a:buChar char="-"/>
              <a:defRPr sz="1495">
                <a:solidFill>
                  <a:schemeClr val="tx1"/>
                </a:solidFill>
                <a:latin typeface="+mn-lt"/>
              </a:defRPr>
            </a:lvl9pPr>
          </a:lstStyle>
          <a:p>
            <a:pPr marL="342900" indent="-342900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H2 dependency coordinates: com.h2database:h2.</a:t>
            </a:r>
          </a:p>
          <a:p>
            <a:pPr marL="342900" indent="-342900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Automatic configuration</a:t>
            </a: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in Spring Boot.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163C2BB-A9A1-81F7-28F5-2C600237A377}"/>
              </a:ext>
            </a:extLst>
          </p:cNvPr>
          <p:cNvCxnSpPr/>
          <p:nvPr/>
        </p:nvCxnSpPr>
        <p:spPr bwMode="auto">
          <a:xfrm>
            <a:off x="1204744" y="1476639"/>
            <a:ext cx="887675" cy="522514"/>
          </a:xfrm>
          <a:prstGeom prst="straightConnector1">
            <a:avLst/>
          </a:prstGeom>
          <a:ln>
            <a:headEnd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06D4A8D-17F7-CD18-48FF-9107DFB35273}"/>
              </a:ext>
            </a:extLst>
          </p:cNvPr>
          <p:cNvSpPr txBox="1"/>
          <p:nvPr/>
        </p:nvSpPr>
        <p:spPr bwMode="ltGray">
          <a:xfrm>
            <a:off x="4751812" y="1757993"/>
            <a:ext cx="1083932" cy="33855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pom.xml</a:t>
            </a:r>
            <a:endParaRPr lang="en-IN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516537"/>
      </p:ext>
    </p:extLst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695E10-DB9B-E24D-7CF9-344FAA9A64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1DA9FD-6EF8-4CC5-AF9B-B6159B5B937C}" type="slidenum">
              <a:rPr lang="en-GB" noProof="1" smtClean="0"/>
              <a:pPr/>
              <a:t>11</a:t>
            </a:fld>
            <a:endParaRPr lang="en-GB" noProof="1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6A996E9-0C03-5232-AA04-3A00B9A3A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dirty="0"/>
              <a:t>Configuring H2 in Spring Boot</a:t>
            </a:r>
            <a:br>
              <a:rPr lang="en-GB" sz="1400" dirty="0"/>
            </a:b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B41EC-FB9C-79FD-0151-82C6CB1593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lnSpc>
                <a:spcPts val="650"/>
              </a:lnSpc>
              <a:defRPr/>
            </a:pPr>
            <a:r>
              <a:rPr lang="en-GB">
                <a:ea typeface="Deutsche Bank Text" panose="020B0503020202030204" pitchFamily="34" charset="0"/>
              </a:rPr>
              <a:t>Speaker name. Name of event or project. Date</a:t>
            </a:r>
            <a:endParaRPr lang="en-GB" dirty="0">
              <a:ea typeface="Deutsche Bank Text" panose="020B0503020202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6BF3E9-37DD-3624-4571-47564FF1BE53}"/>
              </a:ext>
            </a:extLst>
          </p:cNvPr>
          <p:cNvSpPr txBox="1"/>
          <p:nvPr/>
        </p:nvSpPr>
        <p:spPr bwMode="ltGray">
          <a:xfrm>
            <a:off x="385011" y="1175657"/>
            <a:ext cx="6854562" cy="96367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100913" tIns="50457" rIns="100913" bIns="50457" rtlCol="0" anchor="t" anchorCtr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No additional configuration needed for basic setup.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Spring Boot auto-configures H2 database.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Default connection URL: </a:t>
            </a:r>
            <a:r>
              <a:rPr 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jdbc:h2:mem:testdb</a:t>
            </a:r>
          </a:p>
          <a:p>
            <a:pPr eaLnBrk="0" hangingPunct="0"/>
            <a:endParaRPr lang="en-US" sz="1400" dirty="0" err="1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0C14EE-9FE3-DC7A-745A-54E1FC6AF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5499" y="1957257"/>
            <a:ext cx="5876925" cy="2590800"/>
          </a:xfrm>
          <a:prstGeom prst="rect">
            <a:avLst/>
          </a:prstGeom>
          <a:solidFill>
            <a:srgbClr val="00A3E0"/>
          </a:solidFill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F3B6C42-6D7D-C1A1-2777-0A3A4C971EAC}"/>
              </a:ext>
            </a:extLst>
          </p:cNvPr>
          <p:cNvSpPr txBox="1"/>
          <p:nvPr/>
        </p:nvSpPr>
        <p:spPr bwMode="ltGray">
          <a:xfrm>
            <a:off x="6489245" y="1750040"/>
            <a:ext cx="2403179" cy="276999"/>
          </a:xfrm>
          <a:prstGeom prst="rect">
            <a:avLst/>
          </a:prstGeom>
          <a:solidFill>
            <a:srgbClr val="00A3E0"/>
          </a:solidFill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dirty="0" err="1"/>
              <a:t>application.properties</a:t>
            </a:r>
            <a:endParaRPr lang="en-IN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5BAA97-4066-BDFE-A3A0-13F150F0622B}"/>
              </a:ext>
            </a:extLst>
          </p:cNvPr>
          <p:cNvSpPr txBox="1"/>
          <p:nvPr/>
        </p:nvSpPr>
        <p:spPr bwMode="ltGray">
          <a:xfrm>
            <a:off x="385011" y="3127560"/>
            <a:ext cx="2020809" cy="461665"/>
          </a:xfrm>
          <a:prstGeom prst="rect">
            <a:avLst/>
          </a:prstGeom>
          <a:solidFill>
            <a:srgbClr val="00A3E0"/>
          </a:solidFill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dirty="0"/>
              <a:t>Parameters needed for h2 </a:t>
            </a:r>
            <a:r>
              <a:rPr lang="en-US" sz="1200" dirty="0" err="1"/>
              <a:t>db</a:t>
            </a:r>
            <a:r>
              <a:rPr lang="en-US" sz="1200" dirty="0"/>
              <a:t> connection</a:t>
            </a:r>
            <a:endParaRPr lang="en-IN" sz="1200" dirty="0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3EF74B0A-1FC7-6D1D-8442-180580214D9A}"/>
              </a:ext>
            </a:extLst>
          </p:cNvPr>
          <p:cNvSpPr/>
          <p:nvPr/>
        </p:nvSpPr>
        <p:spPr bwMode="auto">
          <a:xfrm>
            <a:off x="2525310" y="2213810"/>
            <a:ext cx="251209" cy="2260880"/>
          </a:xfrm>
          <a:prstGeom prst="leftBrace">
            <a:avLst/>
          </a:prstGeom>
          <a:noFill/>
          <a:ln>
            <a:solidFill>
              <a:srgbClr val="1E2A78"/>
            </a:solidFill>
            <a:headEnd/>
            <a:tailEnd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</p:spTree>
    <p:extLst>
      <p:ext uri="{BB962C8B-B14F-4D97-AF65-F5344CB8AC3E}">
        <p14:creationId xmlns:p14="http://schemas.microsoft.com/office/powerpoint/2010/main" val="335978418"/>
      </p:ext>
    </p:extLst>
  </p:cSld>
  <p:clrMapOvr>
    <a:masterClrMapping/>
  </p:clrMapOvr>
  <p:transition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12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r>
              <a:rPr lang="en-US" sz="1400" dirty="0"/>
              <a:t>Building RESTful APIs with Spring MVC</a:t>
            </a:r>
            <a:endParaRPr lang="en-GB" sz="14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8138" y="1015999"/>
            <a:ext cx="8467725" cy="3622675"/>
          </a:xfrm>
        </p:spPr>
        <p:txBody>
          <a:bodyPr/>
          <a:lstStyle/>
          <a:p>
            <a:pPr lvl="2"/>
            <a:r>
              <a:rPr lang="en-US" dirty="0"/>
              <a:t>REST (Representational State Transfer) is an architectural style for designing networked applications.</a:t>
            </a:r>
          </a:p>
          <a:p>
            <a:pPr lvl="2"/>
            <a:r>
              <a:rPr lang="en-US" dirty="0"/>
              <a:t>Uses standard HTTP methods.</a:t>
            </a:r>
          </a:p>
          <a:p>
            <a:pPr lvl="2"/>
            <a:r>
              <a:rPr lang="en-US" dirty="0"/>
              <a:t>Focuses on resources, represented by URLs.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D371CE-2507-F155-3A02-DBF66E4A5050}"/>
              </a:ext>
            </a:extLst>
          </p:cNvPr>
          <p:cNvSpPr/>
          <p:nvPr/>
        </p:nvSpPr>
        <p:spPr bwMode="auto">
          <a:xfrm>
            <a:off x="742739" y="2898939"/>
            <a:ext cx="1640366" cy="1627833"/>
          </a:xfrm>
          <a:prstGeom prst="rect">
            <a:avLst/>
          </a:prstGeom>
          <a:ln>
            <a:solidFill>
              <a:srgbClr val="1E2A78"/>
            </a:solidFill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r>
              <a:rPr lang="en-US" sz="1200" dirty="0">
                <a:solidFill>
                  <a:schemeClr val="tx2"/>
                </a:solidFill>
                <a:latin typeface="+mn-lt"/>
              </a:rPr>
              <a:t>Application Server / Load balancer</a:t>
            </a:r>
            <a:endParaRPr lang="en-IN" sz="1200" dirty="0" err="1">
              <a:solidFill>
                <a:schemeClr val="tx2"/>
              </a:solidFill>
              <a:latin typeface="+mn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43C0E7-7549-3948-8D2E-DA55370E1B86}"/>
              </a:ext>
            </a:extLst>
          </p:cNvPr>
          <p:cNvSpPr/>
          <p:nvPr/>
        </p:nvSpPr>
        <p:spPr bwMode="auto">
          <a:xfrm>
            <a:off x="6270817" y="2898939"/>
            <a:ext cx="1855595" cy="1627833"/>
          </a:xfrm>
          <a:prstGeom prst="rect">
            <a:avLst/>
          </a:prstGeom>
          <a:ln>
            <a:solidFill>
              <a:srgbClr val="1E2A78"/>
            </a:solidFill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r>
              <a:rPr lang="en-US" sz="1200" dirty="0">
                <a:solidFill>
                  <a:schemeClr val="tx2"/>
                </a:solidFill>
                <a:latin typeface="+mn-lt"/>
              </a:rPr>
              <a:t>Web Apps / Mobile App </a:t>
            </a:r>
            <a:endParaRPr lang="en-IN" sz="1200" dirty="0" err="1">
              <a:solidFill>
                <a:schemeClr val="tx2"/>
              </a:solidFill>
              <a:latin typeface="+mn-lt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B94ED37-32BB-5F83-3603-4929BA374276}"/>
              </a:ext>
            </a:extLst>
          </p:cNvPr>
          <p:cNvGrpSpPr/>
          <p:nvPr/>
        </p:nvGrpSpPr>
        <p:grpSpPr>
          <a:xfrm>
            <a:off x="3376213" y="1984543"/>
            <a:ext cx="1428719" cy="2562329"/>
            <a:chOff x="2415566" y="4582048"/>
            <a:chExt cx="1428719" cy="256232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8522239-3063-4EBE-4EDF-60CEB671A89E}"/>
                </a:ext>
              </a:extLst>
            </p:cNvPr>
            <p:cNvSpPr/>
            <p:nvPr/>
          </p:nvSpPr>
          <p:spPr bwMode="auto">
            <a:xfrm>
              <a:off x="2415566" y="4582048"/>
              <a:ext cx="1428719" cy="2562329"/>
            </a:xfrm>
            <a:prstGeom prst="rect">
              <a:avLst/>
            </a:prstGeom>
            <a:ln>
              <a:solidFill>
                <a:srgbClr val="1E2A78"/>
              </a:solidFill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100913" tIns="50457" rIns="100913" bIns="50457" rtlCol="0" anchor="ctr">
              <a:noAutofit/>
            </a:bodyPr>
            <a:lstStyle/>
            <a:p>
              <a:pPr algn="ctr" defTabSz="963613" eaLnBrk="0" hangingPunct="0">
                <a:tabLst>
                  <a:tab pos="1257300" algn="l"/>
                </a:tabLst>
              </a:pPr>
              <a:endParaRPr lang="en-IN" sz="1200" dirty="0" err="1">
                <a:solidFill>
                  <a:schemeClr val="tx2"/>
                </a:solidFill>
                <a:latin typeface="+mn-lt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EFE843-D4B7-B883-F83F-0D7FF7BFA8D8}"/>
                </a:ext>
              </a:extLst>
            </p:cNvPr>
            <p:cNvSpPr/>
            <p:nvPr/>
          </p:nvSpPr>
          <p:spPr bwMode="auto">
            <a:xfrm>
              <a:off x="2577266" y="4913642"/>
              <a:ext cx="1105318" cy="331594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rgbClr val="1E2A78"/>
              </a:solidFill>
              <a:miter lim="800000"/>
              <a:headEnd/>
              <a:tailEnd/>
            </a:ln>
          </p:spPr>
          <p:txBody>
            <a:bodyPr lIns="100913" tIns="50457" rIns="100913" bIns="50457" rtlCol="0" anchor="ctr">
              <a:noAutofit/>
            </a:bodyPr>
            <a:lstStyle/>
            <a:p>
              <a:pPr algn="ctr" defTabSz="963613" eaLnBrk="0" hangingPunct="0">
                <a:tabLst>
                  <a:tab pos="1257300" algn="l"/>
                </a:tabLst>
              </a:pPr>
              <a:r>
                <a:rPr lang="en-US" sz="1200" dirty="0">
                  <a:solidFill>
                    <a:srgbClr val="FFFFFF"/>
                  </a:solidFill>
                  <a:latin typeface="+mn-lt"/>
                </a:rPr>
                <a:t>Delete</a:t>
              </a:r>
              <a:endParaRPr lang="en-IN" sz="1200" dirty="0" err="1">
                <a:solidFill>
                  <a:srgbClr val="FFFFFF"/>
                </a:solidFill>
                <a:latin typeface="+mn-lt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BD748AF-E6F4-D4AB-9542-2EF680450518}"/>
                </a:ext>
              </a:extLst>
            </p:cNvPr>
            <p:cNvSpPr/>
            <p:nvPr/>
          </p:nvSpPr>
          <p:spPr bwMode="auto">
            <a:xfrm>
              <a:off x="2577266" y="5466301"/>
              <a:ext cx="1105318" cy="331594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rgbClr val="1E2A78"/>
              </a:solidFill>
              <a:miter lim="800000"/>
              <a:headEnd/>
              <a:tailEnd/>
            </a:ln>
          </p:spPr>
          <p:txBody>
            <a:bodyPr lIns="100913" tIns="50457" rIns="100913" bIns="50457" rtlCol="0" anchor="ctr">
              <a:noAutofit/>
            </a:bodyPr>
            <a:lstStyle/>
            <a:p>
              <a:pPr algn="ctr" defTabSz="963613" eaLnBrk="0" hangingPunct="0">
                <a:tabLst>
                  <a:tab pos="1257300" algn="l"/>
                </a:tabLst>
              </a:pPr>
              <a:r>
                <a:rPr lang="en-US" sz="1200" dirty="0">
                  <a:solidFill>
                    <a:srgbClr val="FFFFFF"/>
                  </a:solidFill>
                  <a:latin typeface="+mn-lt"/>
                </a:rPr>
                <a:t>Put</a:t>
              </a:r>
              <a:endParaRPr lang="en-IN" sz="1200" dirty="0" err="1">
                <a:solidFill>
                  <a:srgbClr val="FFFFFF"/>
                </a:solidFill>
                <a:latin typeface="+mn-lt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5BD5B44-8BF5-7E50-9D80-4C492E6F73FC}"/>
                </a:ext>
              </a:extLst>
            </p:cNvPr>
            <p:cNvSpPr/>
            <p:nvPr/>
          </p:nvSpPr>
          <p:spPr bwMode="auto">
            <a:xfrm>
              <a:off x="2577266" y="6054128"/>
              <a:ext cx="1105318" cy="331594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rgbClr val="1E2A78"/>
              </a:solidFill>
              <a:miter lim="800000"/>
              <a:headEnd/>
              <a:tailEnd/>
            </a:ln>
          </p:spPr>
          <p:txBody>
            <a:bodyPr lIns="100913" tIns="50457" rIns="100913" bIns="50457" rtlCol="0" anchor="ctr">
              <a:noAutofit/>
            </a:bodyPr>
            <a:lstStyle/>
            <a:p>
              <a:pPr algn="ctr" defTabSz="963613" eaLnBrk="0" hangingPunct="0">
                <a:tabLst>
                  <a:tab pos="1257300" algn="l"/>
                </a:tabLst>
              </a:pPr>
              <a:r>
                <a:rPr lang="en-US" sz="1200" dirty="0">
                  <a:solidFill>
                    <a:srgbClr val="FFFFFF"/>
                  </a:solidFill>
                  <a:latin typeface="+mn-lt"/>
                </a:rPr>
                <a:t>Get</a:t>
              </a:r>
              <a:endParaRPr lang="en-IN" sz="1200" dirty="0" err="1">
                <a:solidFill>
                  <a:srgbClr val="FFFFFF"/>
                </a:solidFill>
                <a:latin typeface="+mn-lt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C81C415-2CE3-185B-46DD-BFA707F06AF4}"/>
                </a:ext>
              </a:extLst>
            </p:cNvPr>
            <p:cNvSpPr/>
            <p:nvPr/>
          </p:nvSpPr>
          <p:spPr bwMode="auto">
            <a:xfrm>
              <a:off x="2577266" y="6641955"/>
              <a:ext cx="1105318" cy="331594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rgbClr val="1E2A78"/>
              </a:solidFill>
              <a:miter lim="800000"/>
              <a:headEnd/>
              <a:tailEnd/>
            </a:ln>
          </p:spPr>
          <p:txBody>
            <a:bodyPr lIns="100913" tIns="50457" rIns="100913" bIns="50457" rtlCol="0" anchor="ctr">
              <a:noAutofit/>
            </a:bodyPr>
            <a:lstStyle/>
            <a:p>
              <a:pPr algn="ctr" defTabSz="963613" eaLnBrk="0" hangingPunct="0">
                <a:tabLst>
                  <a:tab pos="1257300" algn="l"/>
                </a:tabLst>
              </a:pPr>
              <a:r>
                <a:rPr lang="en-US" sz="1200" dirty="0">
                  <a:solidFill>
                    <a:srgbClr val="FFFFFF"/>
                  </a:solidFill>
                  <a:latin typeface="+mn-lt"/>
                </a:rPr>
                <a:t>Post</a:t>
              </a:r>
              <a:endParaRPr lang="en-IN" sz="1200" dirty="0" err="1">
                <a:solidFill>
                  <a:srgbClr val="FFFFFF"/>
                </a:solidFill>
                <a:latin typeface="+mn-lt"/>
              </a:endParaRPr>
            </a:p>
          </p:txBody>
        </p:sp>
      </p:grpSp>
      <p:sp>
        <p:nvSpPr>
          <p:cNvPr id="16" name="Arrow: Left-Right 15">
            <a:extLst>
              <a:ext uri="{FF2B5EF4-FFF2-40B4-BE49-F238E27FC236}">
                <a16:creationId xmlns:a16="http://schemas.microsoft.com/office/drawing/2014/main" id="{6599E6C1-9F75-AFC2-40B0-C4B018705580}"/>
              </a:ext>
            </a:extLst>
          </p:cNvPr>
          <p:cNvSpPr/>
          <p:nvPr/>
        </p:nvSpPr>
        <p:spPr bwMode="auto">
          <a:xfrm>
            <a:off x="4696575" y="3471694"/>
            <a:ext cx="1684774" cy="633046"/>
          </a:xfrm>
          <a:prstGeom prst="leftRightArrow">
            <a:avLst/>
          </a:prstGeom>
          <a:ln>
            <a:solidFill>
              <a:srgbClr val="1E2A78"/>
            </a:solidFill>
            <a:headEnd/>
            <a:tailEnd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r>
              <a:rPr lang="en-US" sz="1200" dirty="0">
                <a:solidFill>
                  <a:schemeClr val="tx2"/>
                </a:solidFill>
                <a:latin typeface="+mn-lt"/>
              </a:rPr>
              <a:t>Json/xml</a:t>
            </a:r>
            <a:endParaRPr lang="en-IN" sz="1200" dirty="0" err="1">
              <a:solidFill>
                <a:schemeClr val="tx2"/>
              </a:solidFill>
              <a:latin typeface="+mn-lt"/>
            </a:endParaRPr>
          </a:p>
        </p:txBody>
      </p:sp>
      <p:sp>
        <p:nvSpPr>
          <p:cNvPr id="17" name="Arrow: Left-Right 16">
            <a:extLst>
              <a:ext uri="{FF2B5EF4-FFF2-40B4-BE49-F238E27FC236}">
                <a16:creationId xmlns:a16="http://schemas.microsoft.com/office/drawing/2014/main" id="{EF271435-B772-DE2D-136F-040E272628A3}"/>
              </a:ext>
            </a:extLst>
          </p:cNvPr>
          <p:cNvSpPr/>
          <p:nvPr/>
        </p:nvSpPr>
        <p:spPr bwMode="auto">
          <a:xfrm>
            <a:off x="2192135" y="3501837"/>
            <a:ext cx="1257719" cy="633046"/>
          </a:xfrm>
          <a:prstGeom prst="leftRightArrow">
            <a:avLst/>
          </a:prstGeom>
          <a:ln>
            <a:solidFill>
              <a:srgbClr val="1E2A78"/>
            </a:solidFill>
            <a:headEnd/>
            <a:tailEnd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r>
              <a:rPr lang="en-US" sz="1200" dirty="0">
                <a:solidFill>
                  <a:schemeClr val="tx2"/>
                </a:solidFill>
                <a:latin typeface="+mn-lt"/>
              </a:rPr>
              <a:t>http/s</a:t>
            </a:r>
            <a:endParaRPr lang="en-IN" sz="1200" dirty="0" err="1">
              <a:solidFill>
                <a:schemeClr val="tx2"/>
              </a:solidFill>
              <a:latin typeface="+mn-lt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2173728-F051-BD26-887A-650AEDCE5621}"/>
              </a:ext>
            </a:extLst>
          </p:cNvPr>
          <p:cNvSpPr/>
          <p:nvPr/>
        </p:nvSpPr>
        <p:spPr bwMode="auto">
          <a:xfrm>
            <a:off x="2473176" y="1617780"/>
            <a:ext cx="3234792" cy="597871"/>
          </a:xfrm>
          <a:prstGeom prst="rect">
            <a:avLst/>
          </a:prstGeom>
          <a:ln>
            <a:solidFill>
              <a:srgbClr val="1E2A78"/>
            </a:solidFill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r>
              <a:rPr lang="en-US" sz="1200" dirty="0">
                <a:solidFill>
                  <a:schemeClr val="tx2"/>
                </a:solidFill>
                <a:latin typeface="+mn-lt"/>
              </a:rPr>
              <a:t>REST API architecture</a:t>
            </a:r>
            <a:endParaRPr lang="en-IN" sz="1200" dirty="0" err="1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77591999"/>
      </p:ext>
    </p:extLst>
  </p:cSld>
  <p:clrMapOvr>
    <a:masterClrMapping/>
  </p:clrMapOvr>
  <p:transition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EA81CA-044B-2B14-47E7-036DB5C2B7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1DA9FD-6EF8-4CC5-AF9B-B6159B5B937C}" type="slidenum">
              <a:rPr lang="en-GB" noProof="1" smtClean="0"/>
              <a:pPr/>
              <a:t>13</a:t>
            </a:fld>
            <a:endParaRPr lang="en-GB" noProof="1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1C404D0-A616-2E80-D4F4-B87D1159B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dirty="0"/>
              <a:t>Key Principles of REST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F4B117-48E6-1642-4F9C-553ABB1C5D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lnSpc>
                <a:spcPts val="650"/>
              </a:lnSpc>
              <a:defRPr/>
            </a:pPr>
            <a:r>
              <a:rPr lang="en-GB">
                <a:ea typeface="Deutsche Bank Text" panose="020B0503020202030204" pitchFamily="34" charset="0"/>
              </a:rPr>
              <a:t>Speaker name. Name of event or project. Date</a:t>
            </a:r>
            <a:endParaRPr lang="en-GB" dirty="0">
              <a:ea typeface="Deutsche Bank Text" panose="020B0503020202030204" pitchFamily="34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D28F25B-BD27-46AF-5E7A-2B75DC2499FC}"/>
              </a:ext>
            </a:extLst>
          </p:cNvPr>
          <p:cNvSpPr/>
          <p:nvPr/>
        </p:nvSpPr>
        <p:spPr bwMode="auto">
          <a:xfrm>
            <a:off x="6754786" y="3066334"/>
            <a:ext cx="1491669" cy="1436915"/>
          </a:xfrm>
          <a:prstGeom prst="ellipse">
            <a:avLst/>
          </a:prstGeom>
          <a:solidFill>
            <a:srgbClr val="00A3E0"/>
          </a:solidFill>
          <a:ln>
            <a:solidFill>
              <a:srgbClr val="1E2A78"/>
            </a:solidFill>
            <a:headEnd/>
            <a:tailEnd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r>
              <a:rPr lang="en-US" sz="1200" dirty="0">
                <a:solidFill>
                  <a:srgbClr val="FFFFFF"/>
                </a:solidFill>
                <a:latin typeface="+mn-lt"/>
              </a:rPr>
              <a:t>REST</a:t>
            </a:r>
            <a:endParaRPr lang="en-IN" sz="1200" dirty="0" err="1">
              <a:solidFill>
                <a:srgbClr val="FFFFFF"/>
              </a:solidFill>
              <a:latin typeface="+mn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DFB6175-2A5E-B0E3-C5FC-E4EFD7724F70}"/>
              </a:ext>
            </a:extLst>
          </p:cNvPr>
          <p:cNvSpPr/>
          <p:nvPr/>
        </p:nvSpPr>
        <p:spPr bwMode="auto">
          <a:xfrm>
            <a:off x="5597548" y="170665"/>
            <a:ext cx="1568867" cy="1453689"/>
          </a:xfrm>
          <a:prstGeom prst="ellipse">
            <a:avLst/>
          </a:prstGeom>
          <a:solidFill>
            <a:srgbClr val="00A3E0"/>
          </a:solidFill>
          <a:ln>
            <a:solidFill>
              <a:srgbClr val="1E2A78"/>
            </a:solidFill>
            <a:headEnd/>
            <a:tailEnd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r>
              <a:rPr lang="en-IN" sz="1200" dirty="0">
                <a:solidFill>
                  <a:schemeClr val="bg1"/>
                </a:solidFill>
              </a:rPr>
              <a:t>Uniform Interface</a:t>
            </a:r>
            <a:endParaRPr lang="en-IN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F624418-B5A5-B0E2-F719-39C211808794}"/>
              </a:ext>
            </a:extLst>
          </p:cNvPr>
          <p:cNvSpPr/>
          <p:nvPr/>
        </p:nvSpPr>
        <p:spPr bwMode="auto">
          <a:xfrm>
            <a:off x="3553960" y="433137"/>
            <a:ext cx="1849938" cy="1687401"/>
          </a:xfrm>
          <a:prstGeom prst="ellipse">
            <a:avLst/>
          </a:prstGeom>
          <a:solidFill>
            <a:srgbClr val="00A3E0"/>
          </a:solidFill>
          <a:ln>
            <a:solidFill>
              <a:srgbClr val="1E2A78"/>
            </a:solidFill>
            <a:headEnd/>
            <a:tailEnd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r>
              <a:rPr lang="en-IN" sz="1200" dirty="0">
                <a:solidFill>
                  <a:schemeClr val="bg1"/>
                </a:solidFill>
              </a:rPr>
              <a:t>Stateless-ness</a:t>
            </a:r>
            <a:endParaRPr lang="en-IN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F8B0DC9-2EC0-A3ED-9013-6FC8A75ABFD2}"/>
              </a:ext>
            </a:extLst>
          </p:cNvPr>
          <p:cNvSpPr/>
          <p:nvPr/>
        </p:nvSpPr>
        <p:spPr bwMode="auto">
          <a:xfrm>
            <a:off x="571043" y="3070112"/>
            <a:ext cx="1568868" cy="1453689"/>
          </a:xfrm>
          <a:prstGeom prst="ellipse">
            <a:avLst/>
          </a:prstGeom>
          <a:solidFill>
            <a:srgbClr val="00A3E0"/>
          </a:solidFill>
          <a:ln>
            <a:solidFill>
              <a:srgbClr val="1E2A78"/>
            </a:solidFill>
            <a:headEnd/>
            <a:tailEnd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r>
              <a:rPr lang="en-IN" sz="1200" dirty="0">
                <a:solidFill>
                  <a:schemeClr val="bg1"/>
                </a:solidFill>
              </a:rPr>
              <a:t>Client-Server Architecture</a:t>
            </a:r>
            <a:endParaRPr lang="en-IN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0FB5224-C565-40AF-F95F-FDB1591C56CE}"/>
              </a:ext>
            </a:extLst>
          </p:cNvPr>
          <p:cNvSpPr/>
          <p:nvPr/>
        </p:nvSpPr>
        <p:spPr bwMode="auto">
          <a:xfrm>
            <a:off x="1526292" y="1403647"/>
            <a:ext cx="1770858" cy="1586074"/>
          </a:xfrm>
          <a:prstGeom prst="ellipse">
            <a:avLst/>
          </a:prstGeom>
          <a:solidFill>
            <a:srgbClr val="00A3E0"/>
          </a:solidFill>
          <a:ln>
            <a:solidFill>
              <a:srgbClr val="1E2A78"/>
            </a:solidFill>
            <a:headEnd/>
            <a:tailEnd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r>
              <a:rPr lang="en-IN" sz="1200" dirty="0">
                <a:solidFill>
                  <a:schemeClr val="bg1"/>
                </a:solidFill>
              </a:rPr>
              <a:t>Resource Identification through URLs</a:t>
            </a:r>
            <a:endParaRPr lang="en-IN" sz="1200" dirty="0">
              <a:solidFill>
                <a:schemeClr val="bg1"/>
              </a:solidFill>
              <a:latin typeface="+mn-lt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0EDB741-833D-FEEC-4629-50493DD51C00}"/>
              </a:ext>
            </a:extLst>
          </p:cNvPr>
          <p:cNvCxnSpPr>
            <a:cxnSpLocks/>
            <a:stCxn id="5" idx="0"/>
            <a:endCxn id="6" idx="5"/>
          </p:cNvCxnSpPr>
          <p:nvPr/>
        </p:nvCxnSpPr>
        <p:spPr bwMode="auto">
          <a:xfrm flipH="1" flipV="1">
            <a:off x="6936660" y="1411466"/>
            <a:ext cx="563961" cy="1654868"/>
          </a:xfrm>
          <a:prstGeom prst="straightConnector1">
            <a:avLst/>
          </a:prstGeom>
          <a:ln>
            <a:solidFill>
              <a:srgbClr val="1E2A78"/>
            </a:solidFill>
            <a:headEnd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5A91D75-43D6-8348-C07C-2D9B8BC367F9}"/>
              </a:ext>
            </a:extLst>
          </p:cNvPr>
          <p:cNvCxnSpPr>
            <a:cxnSpLocks/>
            <a:stCxn id="5" idx="1"/>
            <a:endCxn id="7" idx="5"/>
          </p:cNvCxnSpPr>
          <p:nvPr/>
        </p:nvCxnSpPr>
        <p:spPr bwMode="auto">
          <a:xfrm flipH="1" flipV="1">
            <a:off x="5132981" y="1873424"/>
            <a:ext cx="1840255" cy="1403341"/>
          </a:xfrm>
          <a:prstGeom prst="straightConnector1">
            <a:avLst/>
          </a:prstGeom>
          <a:ln>
            <a:solidFill>
              <a:srgbClr val="1E2A78"/>
            </a:solidFill>
            <a:headEnd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721FF6B-D2B0-A850-AFDE-1C417D7AAF34}"/>
              </a:ext>
            </a:extLst>
          </p:cNvPr>
          <p:cNvCxnSpPr>
            <a:cxnSpLocks/>
            <a:stCxn id="5" idx="2"/>
            <a:endCxn id="9" idx="5"/>
          </p:cNvCxnSpPr>
          <p:nvPr/>
        </p:nvCxnSpPr>
        <p:spPr bwMode="auto">
          <a:xfrm flipH="1" flipV="1">
            <a:off x="3037814" y="2757446"/>
            <a:ext cx="3716972" cy="1027346"/>
          </a:xfrm>
          <a:prstGeom prst="straightConnector1">
            <a:avLst/>
          </a:prstGeom>
          <a:ln>
            <a:solidFill>
              <a:srgbClr val="1E2A78"/>
            </a:solidFill>
            <a:headEnd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DC172AE-90B0-F842-B9AB-30FCCFB73FE0}"/>
              </a:ext>
            </a:extLst>
          </p:cNvPr>
          <p:cNvCxnSpPr>
            <a:cxnSpLocks/>
            <a:stCxn id="5" idx="3"/>
            <a:endCxn id="8" idx="6"/>
          </p:cNvCxnSpPr>
          <p:nvPr/>
        </p:nvCxnSpPr>
        <p:spPr bwMode="auto">
          <a:xfrm flipH="1" flipV="1">
            <a:off x="2139911" y="3796957"/>
            <a:ext cx="4833325" cy="495861"/>
          </a:xfrm>
          <a:prstGeom prst="straightConnector1">
            <a:avLst/>
          </a:prstGeom>
          <a:ln>
            <a:solidFill>
              <a:srgbClr val="1E2A78"/>
            </a:solidFill>
            <a:headEnd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1066023"/>
      </p:ext>
    </p:extLst>
  </p:cSld>
  <p:clrMapOvr>
    <a:masterClrMapping/>
  </p:clrMapOvr>
  <p:transition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298A0183-E99A-6EDA-E0ED-B818A71AFD8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2800" dirty="0"/>
              <a:t>Spring MVC and RESTful APIs</a:t>
            </a:r>
            <a:endParaRPr lang="en-GB" sz="280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D491D0B5-3B8C-74E3-6F69-0BA924855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8 May 2024, Speaker name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FD186113-C121-1E64-7082-36DAC77750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Spring MVC provides a robust framework for building RESTful APIs.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Supports easy mapping of HTTP methods to controller methods.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Facilitates data exchange in various formats (JSON, XML).</a:t>
            </a:r>
          </a:p>
        </p:txBody>
      </p:sp>
    </p:spTree>
    <p:extLst>
      <p:ext uri="{BB962C8B-B14F-4D97-AF65-F5344CB8AC3E}">
        <p14:creationId xmlns:p14="http://schemas.microsoft.com/office/powerpoint/2010/main" val="2085621505"/>
      </p:ext>
    </p:extLst>
  </p:cSld>
  <p:clrMapOvr>
    <a:masterClrMapping/>
  </p:clrMapOvr>
  <p:transition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15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r>
              <a:rPr lang="en-US" sz="1400" dirty="0"/>
              <a:t>Setting Up Spring MVC for REST</a:t>
            </a:r>
            <a:endParaRPr lang="en-GB" sz="14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8138" y="1015999"/>
            <a:ext cx="8467725" cy="3622675"/>
          </a:xfrm>
        </p:spPr>
        <p:txBody>
          <a:bodyPr/>
          <a:lstStyle/>
          <a:p>
            <a:pPr lvl="2"/>
            <a:r>
              <a:rPr lang="en-US" dirty="0"/>
              <a:t>Add spring-boot-starter-web dependency to pom.xml.</a:t>
            </a:r>
          </a:p>
          <a:p>
            <a:pPr lvl="2"/>
            <a:r>
              <a:rPr lang="en-US" dirty="0"/>
              <a:t>Spring Boot auto-configures essential components.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CD62247-605B-AC8B-924E-F64B767E1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034" y="2205396"/>
            <a:ext cx="5162550" cy="1057275"/>
          </a:xfrm>
          <a:prstGeom prst="rect">
            <a:avLst/>
          </a:prstGeom>
          <a:ln>
            <a:solidFill>
              <a:srgbClr val="1E2A78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243EE3-EF86-6C26-5679-AC12655C8235}"/>
              </a:ext>
            </a:extLst>
          </p:cNvPr>
          <p:cNvSpPr txBox="1"/>
          <p:nvPr/>
        </p:nvSpPr>
        <p:spPr bwMode="ltGray">
          <a:xfrm>
            <a:off x="4580990" y="2036119"/>
            <a:ext cx="1083932" cy="27699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rgbClr val="1E2A78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dirty="0"/>
              <a:t>pom.xml</a:t>
            </a:r>
            <a:endParaRPr lang="en-IN" sz="1200" dirty="0"/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4A22CCDA-C4C9-A538-26D8-48553BD53C58}"/>
              </a:ext>
            </a:extLst>
          </p:cNvPr>
          <p:cNvCxnSpPr>
            <a:cxnSpLocks/>
            <a:endCxn id="2" idx="3"/>
          </p:cNvCxnSpPr>
          <p:nvPr/>
        </p:nvCxnSpPr>
        <p:spPr bwMode="auto">
          <a:xfrm>
            <a:off x="4224178" y="1261740"/>
            <a:ext cx="1537406" cy="1472294"/>
          </a:xfrm>
          <a:prstGeom prst="bentConnector3">
            <a:avLst>
              <a:gd name="adj1" fmla="val 114869"/>
            </a:avLst>
          </a:prstGeom>
          <a:noFill/>
          <a:ln w="12700">
            <a:solidFill>
              <a:schemeClr val="tx1"/>
            </a:solidFill>
            <a:round/>
            <a:headEnd/>
            <a:tailEnd type="triangle"/>
          </a:ln>
        </p:spPr>
      </p:cxnSp>
    </p:spTree>
    <p:extLst>
      <p:ext uri="{BB962C8B-B14F-4D97-AF65-F5344CB8AC3E}">
        <p14:creationId xmlns:p14="http://schemas.microsoft.com/office/powerpoint/2010/main" val="4021615555"/>
      </p:ext>
    </p:extLst>
  </p:cSld>
  <p:clrMapOvr>
    <a:masterClrMapping/>
  </p:clrMapOvr>
  <p:transition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16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r>
              <a:rPr lang="en-US" sz="1400" dirty="0"/>
              <a:t>Creating a REST Controller</a:t>
            </a:r>
            <a:endParaRPr lang="en-GB" sz="14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8138" y="1015999"/>
            <a:ext cx="8467725" cy="3622675"/>
          </a:xfrm>
        </p:spPr>
        <p:txBody>
          <a:bodyPr/>
          <a:lstStyle/>
          <a:p>
            <a:pPr lvl="2"/>
            <a:r>
              <a:rPr lang="en-US" dirty="0"/>
              <a:t>Use @RestController to define RESTful controllers.</a:t>
            </a:r>
          </a:p>
          <a:p>
            <a:pPr lvl="2"/>
            <a:r>
              <a:rPr lang="en-US" dirty="0"/>
              <a:t>Map HTTP requests to methods using @RequestMapping, @GetMapping, @PostMapping, @PutMapping, and @DeleteMapping.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4D8680-F6A7-D1DF-99FC-0CB099951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471" y="2020246"/>
            <a:ext cx="3152775" cy="20764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5B6FE8-7CFF-7414-0F9D-7E97F4BDFBA3}"/>
              </a:ext>
            </a:extLst>
          </p:cNvPr>
          <p:cNvSpPr txBox="1"/>
          <p:nvPr/>
        </p:nvSpPr>
        <p:spPr bwMode="ltGray">
          <a:xfrm>
            <a:off x="4702100" y="1710810"/>
            <a:ext cx="3901272" cy="64633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tx1"/>
                </a:solidFill>
              </a:rPr>
              <a:t>@RestController</a:t>
            </a:r>
            <a:r>
              <a:rPr lang="en-US" sz="1200" dirty="0">
                <a:solidFill>
                  <a:schemeClr val="tx1"/>
                </a:solidFill>
              </a:rPr>
              <a:t>: Indicates that this class is a REST controller where every method returns a domain object instead of a view.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C0D05A-9DAA-A859-7504-1CC8162BE5FB}"/>
              </a:ext>
            </a:extLst>
          </p:cNvPr>
          <p:cNvSpPr txBox="1"/>
          <p:nvPr/>
        </p:nvSpPr>
        <p:spPr bwMode="ltGray">
          <a:xfrm>
            <a:off x="4702100" y="2722026"/>
            <a:ext cx="3901272" cy="46166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b="1" dirty="0"/>
              <a:t>@RequestMapping("/api")</a:t>
            </a:r>
            <a:r>
              <a:rPr lang="en-US" sz="1200" dirty="0"/>
              <a:t>: Base URL path for all endpoints in this controller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432E63-CDB2-51C4-F583-881C2E110A56}"/>
              </a:ext>
            </a:extLst>
          </p:cNvPr>
          <p:cNvSpPr txBox="1"/>
          <p:nvPr/>
        </p:nvSpPr>
        <p:spPr bwMode="ltGray">
          <a:xfrm>
            <a:off x="4702100" y="3578085"/>
            <a:ext cx="3901272" cy="46166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b="1" dirty="0"/>
              <a:t>@GetMapping("/"): </a:t>
            </a:r>
            <a:r>
              <a:rPr lang="en-US" sz="1200" dirty="0"/>
              <a:t>Maps HTTP GET requests to the greeting method</a:t>
            </a:r>
            <a:endParaRPr lang="en-IN" sz="1200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7454B0F-B430-B266-36D5-20C55602D5B9}"/>
              </a:ext>
            </a:extLst>
          </p:cNvPr>
          <p:cNvCxnSpPr>
            <a:cxnSpLocks/>
            <a:endCxn id="4" idx="0"/>
          </p:cNvCxnSpPr>
          <p:nvPr/>
        </p:nvCxnSpPr>
        <p:spPr bwMode="auto">
          <a:xfrm flipH="1">
            <a:off x="2145859" y="1710810"/>
            <a:ext cx="2556241" cy="309436"/>
          </a:xfrm>
          <a:prstGeom prst="straightConnector1">
            <a:avLst/>
          </a:prstGeom>
          <a:ln w="28575">
            <a:headEnd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AB9D023-0DD8-609E-BFBD-82B395CBF127}"/>
              </a:ext>
            </a:extLst>
          </p:cNvPr>
          <p:cNvCxnSpPr>
            <a:stCxn id="8" idx="1"/>
          </p:cNvCxnSpPr>
          <p:nvPr/>
        </p:nvCxnSpPr>
        <p:spPr bwMode="auto">
          <a:xfrm flipH="1" flipV="1">
            <a:off x="2715699" y="2421474"/>
            <a:ext cx="1986401" cy="531385"/>
          </a:xfrm>
          <a:prstGeom prst="straightConnector1">
            <a:avLst/>
          </a:prstGeom>
          <a:ln w="28575">
            <a:headEnd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D249DC7-30DB-F244-A7DC-52011D878024}"/>
              </a:ext>
            </a:extLst>
          </p:cNvPr>
          <p:cNvCxnSpPr>
            <a:stCxn id="11" idx="1"/>
          </p:cNvCxnSpPr>
          <p:nvPr/>
        </p:nvCxnSpPr>
        <p:spPr bwMode="auto">
          <a:xfrm flipH="1" flipV="1">
            <a:off x="2468192" y="2952858"/>
            <a:ext cx="2233908" cy="856060"/>
          </a:xfrm>
          <a:prstGeom prst="straightConnector1">
            <a:avLst/>
          </a:prstGeom>
          <a:ln w="28575">
            <a:headEnd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6963482"/>
      </p:ext>
    </p:extLst>
  </p:cSld>
  <p:clrMapOvr>
    <a:masterClrMapping/>
  </p:clrMapOvr>
  <p:transition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C52E1FB-5EE3-D87B-61A7-A802A3C75C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1DA9FD-6EF8-4CC5-AF9B-B6159B5B937C}" type="slidenum">
              <a:rPr lang="en-GB" noProof="1" smtClean="0"/>
              <a:pPr/>
              <a:t>17</a:t>
            </a:fld>
            <a:endParaRPr lang="en-GB" noProof="1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DD76004-926D-5602-911B-5D907D544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dirty="0"/>
              <a:t>Mapping HTTP Methods</a:t>
            </a:r>
            <a:br>
              <a:rPr lang="en-GB" sz="1400" dirty="0"/>
            </a:b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ED138D-568F-7081-61E0-7A4C26F07A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lnSpc>
                <a:spcPts val="650"/>
              </a:lnSpc>
              <a:defRPr/>
            </a:pPr>
            <a:r>
              <a:rPr lang="en-GB">
                <a:ea typeface="Deutsche Bank Text" panose="020B0503020202030204" pitchFamily="34" charset="0"/>
              </a:rPr>
              <a:t>Speaker name. Name of event or project. Date</a:t>
            </a:r>
            <a:endParaRPr lang="en-GB" dirty="0">
              <a:ea typeface="Deutsche Bank Text" panose="020B0503020202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85EE10-5858-BF43-109C-AAD84E8E5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1998" y="953598"/>
            <a:ext cx="3434565" cy="5174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565A168-1C6D-0873-01D2-BBEC8BA37F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0623" y="1741400"/>
            <a:ext cx="5316827" cy="4424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F46AC0-3E8C-3E57-6932-8760B7DF80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5627" y="2580387"/>
            <a:ext cx="6270870" cy="4056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3CFF9A1-8908-B01A-0750-8A7C88C70B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4594" y="3475623"/>
            <a:ext cx="4341950" cy="4499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02EA0CF-CBF1-D551-8FB6-DFD2D1E93B36}"/>
              </a:ext>
            </a:extLst>
          </p:cNvPr>
          <p:cNvSpPr txBox="1"/>
          <p:nvPr/>
        </p:nvSpPr>
        <p:spPr bwMode="ltGray">
          <a:xfrm>
            <a:off x="1153040" y="974956"/>
            <a:ext cx="2808958" cy="46166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r"/>
            <a:r>
              <a:rPr lang="en-US" sz="1200" dirty="0">
                <a:solidFill>
                  <a:schemeClr val="tx1"/>
                </a:solidFill>
              </a:rPr>
              <a:t>@GetMapping: Handles GET requests.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FEE9F8-9A3C-4584-0FA2-0E5BE7075012}"/>
              </a:ext>
            </a:extLst>
          </p:cNvPr>
          <p:cNvSpPr txBox="1"/>
          <p:nvPr/>
        </p:nvSpPr>
        <p:spPr bwMode="ltGray">
          <a:xfrm>
            <a:off x="1265851" y="1742400"/>
            <a:ext cx="2224772" cy="46166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r"/>
            <a:r>
              <a:rPr lang="en-US" sz="1200" dirty="0">
                <a:solidFill>
                  <a:schemeClr val="tx1"/>
                </a:solidFill>
              </a:rPr>
              <a:t>@PostMapping: Handles POST requests.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CAFC9A-88E6-4AFB-5F91-A8B432EDB9B6}"/>
              </a:ext>
            </a:extLst>
          </p:cNvPr>
          <p:cNvSpPr txBox="1"/>
          <p:nvPr/>
        </p:nvSpPr>
        <p:spPr bwMode="ltGray">
          <a:xfrm>
            <a:off x="517692" y="2560230"/>
            <a:ext cx="2217935" cy="46166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r"/>
            <a:r>
              <a:rPr lang="en-US" sz="1200" dirty="0">
                <a:solidFill>
                  <a:schemeClr val="tx1"/>
                </a:solidFill>
              </a:rPr>
              <a:t>@PutMapping: Handles PUT requests.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1E9138-5BA3-EF9C-A371-23FF3833F440}"/>
              </a:ext>
            </a:extLst>
          </p:cNvPr>
          <p:cNvSpPr txBox="1"/>
          <p:nvPr/>
        </p:nvSpPr>
        <p:spPr bwMode="ltGray">
          <a:xfrm>
            <a:off x="1626659" y="3469763"/>
            <a:ext cx="2217935" cy="46166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r"/>
            <a:r>
              <a:rPr lang="en-US" sz="1200" dirty="0">
                <a:solidFill>
                  <a:schemeClr val="tx1"/>
                </a:solidFill>
              </a:rPr>
              <a:t>@DeleteMapping: Handles DELETE requests.</a:t>
            </a:r>
            <a:endParaRPr lang="en-IN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3274130"/>
      </p:ext>
    </p:extLst>
  </p:cSld>
  <p:clrMapOvr>
    <a:masterClrMapping/>
  </p:clrMapOvr>
  <p:transition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18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r>
              <a:rPr lang="en-US" sz="1400" dirty="0"/>
              <a:t>Handling Request and Response Data</a:t>
            </a:r>
            <a:endParaRPr lang="en-GB" sz="14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8138" y="1015999"/>
            <a:ext cx="8467725" cy="3622675"/>
          </a:xfrm>
        </p:spPr>
        <p:txBody>
          <a:bodyPr/>
          <a:lstStyle/>
          <a:p>
            <a:pPr lvl="2"/>
            <a:r>
              <a:rPr lang="en-US" dirty="0"/>
              <a:t>Use @RequestBody to bind request data to method parameters.</a:t>
            </a:r>
          </a:p>
          <a:p>
            <a:pPr lvl="2"/>
            <a:r>
              <a:rPr lang="en-US" dirty="0"/>
              <a:t>Use @ResponseBody to return data as JSON or XML.</a:t>
            </a:r>
          </a:p>
          <a:p>
            <a:pPr lvl="2"/>
            <a:r>
              <a:rPr lang="en-US" dirty="0"/>
              <a:t>Spring Boot automatically converts Java objects to JSON or XML.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7204AD1-3CFD-C4F8-3579-20802580B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2821" y="1708854"/>
            <a:ext cx="5884517" cy="21335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59E2E0B-F665-144F-AA53-57B726E36FC7}"/>
              </a:ext>
            </a:extLst>
          </p:cNvPr>
          <p:cNvSpPr txBox="1"/>
          <p:nvPr/>
        </p:nvSpPr>
        <p:spPr bwMode="ltGray">
          <a:xfrm>
            <a:off x="338138" y="3842377"/>
            <a:ext cx="3856611" cy="461665"/>
          </a:xfrm>
          <a:prstGeom prst="rect">
            <a:avLst/>
          </a:prstGeom>
          <a:solidFill>
            <a:srgbClr val="00A3E0"/>
          </a:solidFill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dirty="0" err="1">
                <a:solidFill>
                  <a:schemeClr val="tx1"/>
                </a:solidFill>
              </a:rPr>
              <a:t>GreetingRequest</a:t>
            </a:r>
            <a:r>
              <a:rPr lang="en-US" sz="1200" dirty="0">
                <a:solidFill>
                  <a:schemeClr val="tx1"/>
                </a:solidFill>
              </a:rPr>
              <a:t>: A simple class representing the request body, containing a name field.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2945C6-AC08-16AD-481C-1307363E8936}"/>
              </a:ext>
            </a:extLst>
          </p:cNvPr>
          <p:cNvSpPr txBox="1"/>
          <p:nvPr/>
        </p:nvSpPr>
        <p:spPr bwMode="ltGray">
          <a:xfrm>
            <a:off x="4710543" y="3842377"/>
            <a:ext cx="3856611" cy="461665"/>
          </a:xfrm>
          <a:prstGeom prst="rect">
            <a:avLst/>
          </a:prstGeom>
          <a:solidFill>
            <a:srgbClr val="00A3E0"/>
          </a:solidFill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dirty="0" err="1">
                <a:solidFill>
                  <a:schemeClr val="tx1"/>
                </a:solidFill>
              </a:rPr>
              <a:t>GreetingResponse</a:t>
            </a:r>
            <a:r>
              <a:rPr lang="en-US" sz="1200" dirty="0">
                <a:solidFill>
                  <a:schemeClr val="tx1"/>
                </a:solidFill>
              </a:rPr>
              <a:t>: A simple class representing the response body, containing a message field.</a:t>
            </a:r>
            <a:endParaRPr lang="en-IN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0703536"/>
      </p:ext>
    </p:extLst>
  </p:cSld>
  <p:clrMapOvr>
    <a:masterClrMapping/>
  </p:clrMapOvr>
  <p:transition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298A0183-E99A-6EDA-E0ED-B818A71AFD8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4688" y="1605246"/>
            <a:ext cx="7342187" cy="1062354"/>
          </a:xfrm>
        </p:spPr>
        <p:txBody>
          <a:bodyPr/>
          <a:lstStyle/>
          <a:p>
            <a:r>
              <a:rPr lang="en-US" sz="2800" dirty="0"/>
              <a:t>Data Formats: JSON and XML</a:t>
            </a:r>
            <a:endParaRPr lang="en-GB" sz="280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D491D0B5-3B8C-74E3-6F69-0BA924855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8 May 2024, Speaker name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FD186113-C121-1E64-7082-36DAC77750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JSON is the default format in Spring Boot.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Use </a:t>
            </a:r>
            <a:r>
              <a:rPr lang="en-US" sz="1400" u="sng" dirty="0"/>
              <a:t>MappingJackson2HttpMessageConverter</a:t>
            </a:r>
            <a:r>
              <a:rPr lang="en-US" sz="1400" dirty="0"/>
              <a:t> for JSON.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Use </a:t>
            </a:r>
            <a:r>
              <a:rPr lang="en-US" sz="1400" u="sng" dirty="0"/>
              <a:t>Jaxb2RootElementHttpMessageConverter</a:t>
            </a:r>
            <a:r>
              <a:rPr lang="en-US" sz="1400" dirty="0"/>
              <a:t> for XML.</a:t>
            </a:r>
          </a:p>
        </p:txBody>
      </p:sp>
    </p:spTree>
    <p:extLst>
      <p:ext uri="{BB962C8B-B14F-4D97-AF65-F5344CB8AC3E}">
        <p14:creationId xmlns:p14="http://schemas.microsoft.com/office/powerpoint/2010/main" val="786993931"/>
      </p:ext>
    </p:extLst>
  </p:cSld>
  <p:clrMapOvr>
    <a:masterClrMapping/>
  </p:clrMapOvr>
  <p:transition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298A0183-E99A-6EDA-E0ED-B818A71AFD8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PowerPoint template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D491D0B5-3B8C-74E3-6F69-0BA924855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8 May 2024, Speaker name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FD186113-C121-1E64-7082-36DAC77750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Frankfurt am Main</a:t>
            </a:r>
          </a:p>
        </p:txBody>
      </p:sp>
    </p:spTree>
    <p:extLst>
      <p:ext uri="{BB962C8B-B14F-4D97-AF65-F5344CB8AC3E}">
        <p14:creationId xmlns:p14="http://schemas.microsoft.com/office/powerpoint/2010/main" val="1130027934"/>
      </p:ext>
    </p:extLst>
  </p:cSld>
  <p:clrMapOvr>
    <a:masterClrMapping/>
  </p:clrMapOvr>
  <p:transition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3">
            <a:extLst>
              <a:ext uri="{FF2B5EF4-FFF2-40B4-BE49-F238E27FC236}">
                <a16:creationId xmlns:a16="http://schemas.microsoft.com/office/drawing/2014/main" id="{8AB3D583-43DA-7B56-5C68-1C3A41A80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1" smtClean="0"/>
              <a:pPr/>
              <a:t>21</a:t>
            </a:fld>
            <a:endParaRPr lang="en-GB" noProof="1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5DEA3A4E-2675-4EA2-90B7-3615A741F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r>
              <a:rPr lang="en-US" sz="1400" dirty="0"/>
              <a:t>Working with Spring Data JPA</a:t>
            </a:r>
            <a:endParaRPr lang="en-GB" sz="140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CDC7CD3-DF0F-D5CC-556E-517E24E79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GB" dirty="0"/>
              <a:t>Speaker name. Name of event or project. Date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CDB1EA1A-BB18-89C3-2434-D8E9F4C14A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8138" y="1015999"/>
            <a:ext cx="7788275" cy="3622675"/>
          </a:xfrm>
        </p:spPr>
        <p:txBody>
          <a:bodyPr/>
          <a:lstStyle/>
          <a:p>
            <a:pPr lvl="2"/>
            <a:r>
              <a:rPr lang="en-US" sz="1200" dirty="0"/>
              <a:t>A part of the Spring Data project aimed at simplifying data access.</a:t>
            </a:r>
          </a:p>
          <a:p>
            <a:pPr lvl="2"/>
            <a:r>
              <a:rPr lang="en-US" sz="1200" dirty="0"/>
              <a:t>Provides repository support for JPA (Java Persistence API).</a:t>
            </a:r>
          </a:p>
          <a:p>
            <a:pPr lvl="2"/>
            <a:r>
              <a:rPr lang="en-US" sz="1200" dirty="0"/>
              <a:t>Enables seamless interaction with relational databases.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F1BB8B3-760A-ADD7-C51C-35A866630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1309" y="2052986"/>
            <a:ext cx="952500" cy="952500"/>
          </a:xfrm>
          <a:prstGeom prst="rect">
            <a:avLst/>
          </a:prstGeom>
        </p:spPr>
      </p:pic>
      <p:sp>
        <p:nvSpPr>
          <p:cNvPr id="4" name="Cylinder 3">
            <a:extLst>
              <a:ext uri="{FF2B5EF4-FFF2-40B4-BE49-F238E27FC236}">
                <a16:creationId xmlns:a16="http://schemas.microsoft.com/office/drawing/2014/main" id="{0D71D538-C021-FFC0-D0DB-DD8437D72122}"/>
              </a:ext>
            </a:extLst>
          </p:cNvPr>
          <p:cNvSpPr/>
          <p:nvPr/>
        </p:nvSpPr>
        <p:spPr bwMode="auto">
          <a:xfrm>
            <a:off x="4843313" y="2052986"/>
            <a:ext cx="844061" cy="952500"/>
          </a:xfrm>
          <a:prstGeom prst="can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endParaRPr lang="en-IN" dirty="0" err="1">
              <a:solidFill>
                <a:srgbClr val="FFFFFF"/>
              </a:solidFill>
              <a:latin typeface="+mn-lt"/>
            </a:endParaRPr>
          </a:p>
        </p:txBody>
      </p:sp>
      <p:sp>
        <p:nvSpPr>
          <p:cNvPr id="6" name="Plus Sign 5">
            <a:extLst>
              <a:ext uri="{FF2B5EF4-FFF2-40B4-BE49-F238E27FC236}">
                <a16:creationId xmlns:a16="http://schemas.microsoft.com/office/drawing/2014/main" id="{9D0D0E59-9CDE-A8C3-3E7C-76E6545254A8}"/>
              </a:ext>
            </a:extLst>
          </p:cNvPr>
          <p:cNvSpPr/>
          <p:nvPr/>
        </p:nvSpPr>
        <p:spPr bwMode="auto">
          <a:xfrm>
            <a:off x="4029413" y="2290396"/>
            <a:ext cx="562691" cy="562707"/>
          </a:xfrm>
          <a:prstGeom prst="mathPlus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endParaRPr lang="en-IN" dirty="0" err="1">
              <a:solidFill>
                <a:srgbClr val="FFFFFF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8147307"/>
      </p:ext>
    </p:extLst>
  </p:cSld>
  <p:clrMapOvr>
    <a:masterClrMapping/>
  </p:clrMapOvr>
  <p:transition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3">
            <a:extLst>
              <a:ext uri="{FF2B5EF4-FFF2-40B4-BE49-F238E27FC236}">
                <a16:creationId xmlns:a16="http://schemas.microsoft.com/office/drawing/2014/main" id="{8AB3D583-43DA-7B56-5C68-1C3A41A80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1" smtClean="0"/>
              <a:pPr/>
              <a:t>22</a:t>
            </a:fld>
            <a:endParaRPr lang="en-GB" noProof="1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5DEA3A4E-2675-4EA2-90B7-3615A741F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r>
              <a:rPr lang="en-US" sz="1400" dirty="0"/>
              <a:t>Key Features of Spring Data JPA</a:t>
            </a:r>
            <a:endParaRPr lang="en-GB" sz="140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CDC7CD3-DF0F-D5CC-556E-517E24E79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GB" dirty="0"/>
              <a:t>Speaker name. Name of event or project. Date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CDB1EA1A-BB18-89C3-2434-D8E9F4C14A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8138" y="1015999"/>
            <a:ext cx="7788275" cy="3622675"/>
          </a:xfrm>
        </p:spPr>
        <p:txBody>
          <a:bodyPr/>
          <a:lstStyle/>
          <a:p>
            <a:pPr lvl="2">
              <a:lnSpc>
                <a:spcPct val="150000"/>
              </a:lnSpc>
            </a:pPr>
            <a:r>
              <a:rPr lang="en-US" sz="1200" dirty="0"/>
              <a:t>Repository abstraction for data access.</a:t>
            </a:r>
          </a:p>
          <a:p>
            <a:pPr lvl="2">
              <a:lnSpc>
                <a:spcPct val="150000"/>
              </a:lnSpc>
            </a:pPr>
            <a:r>
              <a:rPr lang="en-US" sz="1200" dirty="0"/>
              <a:t>Support for query methods and custom queries.</a:t>
            </a:r>
          </a:p>
          <a:p>
            <a:pPr lvl="2">
              <a:lnSpc>
                <a:spcPct val="150000"/>
              </a:lnSpc>
            </a:pPr>
            <a:r>
              <a:rPr lang="en-US" sz="1200" dirty="0"/>
              <a:t>Integration with Spring Boot for easy configuration.</a:t>
            </a:r>
          </a:p>
          <a:p>
            <a:pPr lvl="2">
              <a:lnSpc>
                <a:spcPct val="150000"/>
              </a:lnSpc>
            </a:pPr>
            <a:r>
              <a:rPr lang="en-US" sz="1200" dirty="0"/>
              <a:t>Auditing, paging, and sorting support.</a:t>
            </a:r>
          </a:p>
        </p:txBody>
      </p:sp>
    </p:spTree>
    <p:extLst>
      <p:ext uri="{BB962C8B-B14F-4D97-AF65-F5344CB8AC3E}">
        <p14:creationId xmlns:p14="http://schemas.microsoft.com/office/powerpoint/2010/main" val="1444250651"/>
      </p:ext>
    </p:extLst>
  </p:cSld>
  <p:clrMapOvr>
    <a:masterClrMapping/>
  </p:clrMapOvr>
  <p:transition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3">
            <a:extLst>
              <a:ext uri="{FF2B5EF4-FFF2-40B4-BE49-F238E27FC236}">
                <a16:creationId xmlns:a16="http://schemas.microsoft.com/office/drawing/2014/main" id="{8AB3D583-43DA-7B56-5C68-1C3A41A80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1" smtClean="0"/>
              <a:pPr/>
              <a:t>23</a:t>
            </a:fld>
            <a:endParaRPr lang="en-GB" noProof="1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5DEA3A4E-2675-4EA2-90B7-3615A741F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r>
              <a:rPr lang="en-US" sz="1400" dirty="0"/>
              <a:t>Setting Up Spring Data JPA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CDC7CD3-DF0F-D5CC-556E-517E24E79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GB" dirty="0"/>
              <a:t>Speaker name. Name of event or project. Date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CDB1EA1A-BB18-89C3-2434-D8E9F4C14A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8138" y="1015999"/>
            <a:ext cx="7788275" cy="3622675"/>
          </a:xfrm>
        </p:spPr>
        <p:txBody>
          <a:bodyPr/>
          <a:lstStyle/>
          <a:p>
            <a:pPr lvl="2">
              <a:lnSpc>
                <a:spcPct val="150000"/>
              </a:lnSpc>
            </a:pPr>
            <a:r>
              <a:rPr lang="en-US" sz="1200" dirty="0"/>
              <a:t>Add spring-boot-starter-data-</a:t>
            </a:r>
            <a:r>
              <a:rPr lang="en-US" sz="1200" dirty="0" err="1"/>
              <a:t>jpa</a:t>
            </a:r>
            <a:r>
              <a:rPr lang="en-US" sz="1200" dirty="0"/>
              <a:t> dependency to pom.xml.</a:t>
            </a:r>
          </a:p>
          <a:p>
            <a:pPr lvl="2">
              <a:lnSpc>
                <a:spcPct val="150000"/>
              </a:lnSpc>
            </a:pPr>
            <a:r>
              <a:rPr lang="en-US" sz="1200" dirty="0"/>
              <a:t>Configure data source properties in </a:t>
            </a:r>
            <a:r>
              <a:rPr lang="en-US" sz="1200" dirty="0" err="1"/>
              <a:t>application.properties</a:t>
            </a:r>
            <a:endParaRPr lang="en-US" sz="1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AE32E8B-1D0F-86A7-281A-892D4768B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258" y="1945916"/>
            <a:ext cx="4525043" cy="847474"/>
          </a:xfrm>
          <a:prstGeom prst="rect">
            <a:avLst/>
          </a:prstGeom>
          <a:solidFill>
            <a:srgbClr val="00A3E0"/>
          </a:solidFill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802CA26-8CBF-E998-2A45-5405AAE0BB6E}"/>
              </a:ext>
            </a:extLst>
          </p:cNvPr>
          <p:cNvSpPr txBox="1"/>
          <p:nvPr/>
        </p:nvSpPr>
        <p:spPr bwMode="ltGray">
          <a:xfrm>
            <a:off x="7921079" y="1766215"/>
            <a:ext cx="884783" cy="276999"/>
          </a:xfrm>
          <a:prstGeom prst="rect">
            <a:avLst/>
          </a:prstGeom>
          <a:solidFill>
            <a:srgbClr val="00A3E0"/>
          </a:solidFill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pom.xml</a:t>
            </a:r>
            <a:endParaRPr lang="en-IN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9E6769-2A2E-88E0-2D5D-AD1B9BA300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501" y="3228127"/>
            <a:ext cx="4828268" cy="1275098"/>
          </a:xfrm>
          <a:prstGeom prst="rect">
            <a:avLst/>
          </a:prstGeom>
          <a:solidFill>
            <a:srgbClr val="00A3E0"/>
          </a:solidFill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F0875FA-654A-6982-E7A5-E3C36C3D240F}"/>
              </a:ext>
            </a:extLst>
          </p:cNvPr>
          <p:cNvSpPr txBox="1"/>
          <p:nvPr/>
        </p:nvSpPr>
        <p:spPr bwMode="ltGray">
          <a:xfrm>
            <a:off x="3806544" y="3089628"/>
            <a:ext cx="1961647" cy="276999"/>
          </a:xfrm>
          <a:prstGeom prst="rect">
            <a:avLst/>
          </a:prstGeom>
          <a:solidFill>
            <a:srgbClr val="00A3E0"/>
          </a:solidFill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application.properties</a:t>
            </a:r>
            <a:endParaRPr lang="en-IN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7769978"/>
      </p:ext>
    </p:extLst>
  </p:cSld>
  <p:clrMapOvr>
    <a:masterClrMapping/>
  </p:clrMapOvr>
  <p:transition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3">
            <a:extLst>
              <a:ext uri="{FF2B5EF4-FFF2-40B4-BE49-F238E27FC236}">
                <a16:creationId xmlns:a16="http://schemas.microsoft.com/office/drawing/2014/main" id="{8AB3D583-43DA-7B56-5C68-1C3A41A80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1" smtClean="0"/>
              <a:pPr/>
              <a:t>24</a:t>
            </a:fld>
            <a:endParaRPr lang="en-GB" noProof="1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5DEA3A4E-2675-4EA2-90B7-3615A741F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r>
              <a:rPr lang="en-US" sz="1400" dirty="0"/>
              <a:t> Defining an Entity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CDC7CD3-DF0F-D5CC-556E-517E24E79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GB" dirty="0"/>
              <a:t>Speaker name. Name of event or project. Date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CDB1EA1A-BB18-89C3-2434-D8E9F4C14A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8138" y="1015999"/>
            <a:ext cx="7788275" cy="3622675"/>
          </a:xfrm>
        </p:spPr>
        <p:txBody>
          <a:bodyPr/>
          <a:lstStyle/>
          <a:p>
            <a:pPr lvl="2">
              <a:lnSpc>
                <a:spcPct val="150000"/>
              </a:lnSpc>
            </a:pPr>
            <a:r>
              <a:rPr lang="en-US" sz="1200" dirty="0"/>
              <a:t>Use @Entity annotation to define a JPA entity.</a:t>
            </a:r>
          </a:p>
          <a:p>
            <a:pPr lvl="2">
              <a:lnSpc>
                <a:spcPct val="150000"/>
              </a:lnSpc>
            </a:pPr>
            <a:r>
              <a:rPr lang="en-US" sz="1200" dirty="0"/>
              <a:t>Map entity fields to database columns using @Column.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67F7A3-3FDE-DEE3-57F4-FE16569DD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400" y="1717809"/>
            <a:ext cx="5086350" cy="235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408138"/>
      </p:ext>
    </p:extLst>
  </p:cSld>
  <p:clrMapOvr>
    <a:masterClrMapping/>
  </p:clrMapOvr>
  <p:transition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3">
            <a:extLst>
              <a:ext uri="{FF2B5EF4-FFF2-40B4-BE49-F238E27FC236}">
                <a16:creationId xmlns:a16="http://schemas.microsoft.com/office/drawing/2014/main" id="{8AB3D583-43DA-7B56-5C68-1C3A41A80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1" smtClean="0"/>
              <a:pPr/>
              <a:t>25</a:t>
            </a:fld>
            <a:endParaRPr lang="en-GB" noProof="1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5DEA3A4E-2675-4EA2-90B7-3615A741F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r>
              <a:rPr lang="en-US" sz="1400" dirty="0"/>
              <a:t>Creating a Repository Interface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CDC7CD3-DF0F-D5CC-556E-517E24E79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GB" dirty="0"/>
              <a:t>Speaker name. Name of event or project. Date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CDB1EA1A-BB18-89C3-2434-D8E9F4C14A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8138" y="1015999"/>
            <a:ext cx="7788275" cy="3622675"/>
          </a:xfrm>
        </p:spPr>
        <p:txBody>
          <a:bodyPr/>
          <a:lstStyle/>
          <a:p>
            <a:pPr lvl="2">
              <a:lnSpc>
                <a:spcPct val="150000"/>
              </a:lnSpc>
            </a:pPr>
            <a:r>
              <a:rPr lang="en-US" sz="1200" dirty="0"/>
              <a:t>Define custom query methods using method naming conventions.</a:t>
            </a:r>
          </a:p>
          <a:p>
            <a:pPr lvl="2">
              <a:lnSpc>
                <a:spcPct val="150000"/>
              </a:lnSpc>
            </a:pPr>
            <a:r>
              <a:rPr lang="en-US" sz="1200" dirty="0"/>
              <a:t>Extend </a:t>
            </a:r>
            <a:r>
              <a:rPr lang="en-US" sz="1200" dirty="0" err="1"/>
              <a:t>JpaRepository</a:t>
            </a:r>
            <a:r>
              <a:rPr lang="en-US" sz="1200" dirty="0"/>
              <a:t> for basic CRUD operations.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E24DC55-CEA4-A175-27F6-E58D29E92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590" y="2441573"/>
            <a:ext cx="6648450" cy="771525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FBF96DA-6026-BE5F-52DB-2A1D097527F7}"/>
              </a:ext>
            </a:extLst>
          </p:cNvPr>
          <p:cNvCxnSpPr>
            <a:cxnSpLocks/>
          </p:cNvCxnSpPr>
          <p:nvPr/>
        </p:nvCxnSpPr>
        <p:spPr bwMode="auto">
          <a:xfrm>
            <a:off x="1684421" y="1588168"/>
            <a:ext cx="3843230" cy="853405"/>
          </a:xfrm>
          <a:prstGeom prst="straightConnector1">
            <a:avLst/>
          </a:prstGeom>
          <a:noFill/>
          <a:ln w="12700">
            <a:solidFill>
              <a:srgbClr val="1E2A78"/>
            </a:solidFill>
            <a:round/>
            <a:headEnd/>
            <a:tailEnd type="triangle"/>
          </a:ln>
        </p:spPr>
      </p:cxnSp>
    </p:spTree>
    <p:extLst>
      <p:ext uri="{BB962C8B-B14F-4D97-AF65-F5344CB8AC3E}">
        <p14:creationId xmlns:p14="http://schemas.microsoft.com/office/powerpoint/2010/main" val="162741923"/>
      </p:ext>
    </p:extLst>
  </p:cSld>
  <p:clrMapOvr>
    <a:masterClrMapping/>
  </p:clrMapOvr>
  <p:transition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7468C433-9697-AD1E-DA1C-72037FD9CE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1" smtClean="0"/>
              <a:pPr/>
              <a:t>26</a:t>
            </a:fld>
            <a:endParaRPr lang="en-GB" noProof="1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5AFB030-9A2F-6523-6DF3-4F38E959A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r>
              <a:rPr lang="en-US" sz="1400" dirty="0"/>
              <a:t>At a glance CRUD Operations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F850CEF-B65A-93C5-E3B0-F83F350BBB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GB"/>
              <a:t>Speaker name. Name of event or project. Date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5BC2C8-2F72-CF2C-718D-BE3099B63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6095" y="449510"/>
            <a:ext cx="3613393" cy="41286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D9328D8-1D84-2308-BEF8-F4A7B56DADD4}"/>
              </a:ext>
            </a:extLst>
          </p:cNvPr>
          <p:cNvSpPr txBox="1"/>
          <p:nvPr/>
        </p:nvSpPr>
        <p:spPr bwMode="ltGray">
          <a:xfrm>
            <a:off x="1641656" y="751880"/>
            <a:ext cx="2281633" cy="64633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Service Layer (</a:t>
            </a:r>
            <a:r>
              <a:rPr kumimoji="0" lang="en-US" altLang="en-US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FruitService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): Implements business logic using </a:t>
            </a:r>
            <a:r>
              <a:rPr lang="en-US" altLang="en-US" sz="1200" dirty="0" err="1">
                <a:solidFill>
                  <a:schemeClr val="tx1"/>
                </a:solidFill>
              </a:rPr>
              <a:t>Fruit</a:t>
            </a:r>
            <a:r>
              <a:rPr kumimoji="0" lang="en-US" altLang="en-US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Repository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67E6E0-5A03-AFFE-D1D6-B1257A275651}"/>
              </a:ext>
            </a:extLst>
          </p:cNvPr>
          <p:cNvSpPr txBox="1"/>
          <p:nvPr/>
        </p:nvSpPr>
        <p:spPr bwMode="ltGray">
          <a:xfrm>
            <a:off x="543195" y="1714271"/>
            <a:ext cx="2196923" cy="83099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Repository Interface (</a:t>
            </a:r>
            <a:r>
              <a:rPr kumimoji="0" lang="en-US" altLang="en-US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FruitRepository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): Extends </a:t>
            </a:r>
            <a:r>
              <a:rPr kumimoji="0" lang="en-US" altLang="en-US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JpaRepository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basic CRUD operations.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857F30-7C5E-F482-B2AA-FB51FA9BB362}"/>
              </a:ext>
            </a:extLst>
          </p:cNvPr>
          <p:cNvSpPr txBox="1"/>
          <p:nvPr/>
        </p:nvSpPr>
        <p:spPr bwMode="ltGray">
          <a:xfrm>
            <a:off x="1074140" y="3177387"/>
            <a:ext cx="2196923" cy="10156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Controller (</a:t>
            </a:r>
            <a:r>
              <a:rPr kumimoji="0" lang="en-US" altLang="en-US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UserController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): Handles HTTP requests, maps them to service layer methods for CRUD operations on User entities.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104148B-1979-257D-6BD3-35F9299004EB}"/>
              </a:ext>
            </a:extLst>
          </p:cNvPr>
          <p:cNvCxnSpPr/>
          <p:nvPr/>
        </p:nvCxnSpPr>
        <p:spPr bwMode="auto">
          <a:xfrm flipV="1">
            <a:off x="3923289" y="751880"/>
            <a:ext cx="482806" cy="151901"/>
          </a:xfrm>
          <a:prstGeom prst="straightConnector1">
            <a:avLst/>
          </a:prstGeom>
          <a:noFill/>
          <a:ln w="12700">
            <a:solidFill>
              <a:schemeClr val="bg1"/>
            </a:solidFill>
            <a:round/>
            <a:headEnd/>
            <a:tailEnd type="triangle"/>
          </a:ln>
        </p:spPr>
      </p:cxnSp>
    </p:spTree>
    <p:extLst>
      <p:ext uri="{BB962C8B-B14F-4D97-AF65-F5344CB8AC3E}">
        <p14:creationId xmlns:p14="http://schemas.microsoft.com/office/powerpoint/2010/main" val="3217136783"/>
      </p:ext>
    </p:extLst>
  </p:cSld>
  <p:clrMapOvr>
    <a:masterClrMapping/>
  </p:clrMapOvr>
  <p:transition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E650CF02-3B46-4AC8-A1D7-3EE3D59D7E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Advanced Spring Boot Features &amp; Building RESTful APIs</a:t>
            </a:r>
            <a:endParaRPr lang="en-GB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36AE81D8-1F01-456C-B7E9-0E09995C35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8 May 2024, Speaker name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54D4890-D5F9-46D6-8590-FEE139B996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Module 4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449BCC54-58D2-1039-62CB-BE5C4450FB58}"/>
              </a:ext>
            </a:extLst>
          </p:cNvPr>
          <p:cNvSpPr txBox="1"/>
          <p:nvPr/>
        </p:nvSpPr>
        <p:spPr>
          <a:xfrm>
            <a:off x="7531101" y="3201535"/>
            <a:ext cx="1612899" cy="461665"/>
          </a:xfrm>
          <a:prstGeom prst="rect">
            <a:avLst/>
          </a:prstGeom>
          <a:solidFill>
            <a:srgbClr val="FF0027"/>
          </a:solidFill>
          <a:ln>
            <a:solidFill>
              <a:srgbClr val="FF0027"/>
            </a:solidFill>
          </a:ln>
        </p:spPr>
        <p:txBody>
          <a:bodyPr wrap="square">
            <a:spAutoFit/>
          </a:bodyPr>
          <a:lstStyle/>
          <a:p>
            <a:r>
              <a:rPr lang="en-GB" sz="600" dirty="0">
                <a:solidFill>
                  <a:schemeClr val="bg1"/>
                </a:solidFill>
              </a:rPr>
              <a:t>PPT-Master </a:t>
            </a:r>
            <a:r>
              <a:rPr lang="en-GB" sz="600">
                <a:solidFill>
                  <a:schemeClr val="bg1"/>
                </a:solidFill>
              </a:rPr>
              <a:t>Version 01</a:t>
            </a:r>
            <a:r>
              <a:rPr lang="en-GB" sz="600" dirty="0">
                <a:solidFill>
                  <a:schemeClr val="bg1"/>
                </a:solidFill>
              </a:rPr>
              <a:t>. There will be an extensive update with the new Deutsche Bank font and sample charts at the end of August 2024.</a:t>
            </a:r>
          </a:p>
        </p:txBody>
      </p:sp>
    </p:spTree>
    <p:extLst>
      <p:ext uri="{BB962C8B-B14F-4D97-AF65-F5344CB8AC3E}">
        <p14:creationId xmlns:p14="http://schemas.microsoft.com/office/powerpoint/2010/main" val="35341036"/>
      </p:ext>
    </p:extLst>
  </p:cSld>
  <p:clrMapOvr>
    <a:masterClrMapping/>
  </p:clrMapOvr>
  <p:transition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B1B0D9-AE0C-6C05-C159-0E7A77E383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Spring Security Fundamentals: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29AC1-C1D8-28D3-2272-FC076DC37F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74688" y="2769491"/>
            <a:ext cx="7342187" cy="872164"/>
          </a:xfrm>
        </p:spPr>
        <p:txBody>
          <a:bodyPr/>
          <a:lstStyle/>
          <a:p>
            <a:r>
              <a:rPr lang="en-US" sz="1600" dirty="0"/>
              <a:t>Integrating Spring Security for user authentication and authorization</a:t>
            </a:r>
            <a:endParaRPr lang="en-GB" sz="160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801100" y="4808538"/>
            <a:ext cx="342900" cy="241300"/>
          </a:xfrm>
          <a:prstGeom prst="rect">
            <a:avLst/>
          </a:prstGeo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28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4805363"/>
            <a:ext cx="4478338" cy="241300"/>
          </a:xfrm>
          <a:prstGeom prst="rect">
            <a:avLst/>
          </a:prstGeo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566079664"/>
      </p:ext>
    </p:extLst>
  </p:cSld>
  <p:clrMapOvr>
    <a:masterClrMapping/>
  </p:clrMapOvr>
  <p:transition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29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96218"/>
            <a:ext cx="7804467" cy="357712"/>
          </a:xfrm>
        </p:spPr>
        <p:txBody>
          <a:bodyPr/>
          <a:lstStyle/>
          <a:p>
            <a:r>
              <a:rPr lang="en-US" dirty="0"/>
              <a:t>Introduction to Spring Security</a:t>
            </a:r>
            <a:endParaRPr lang="en-GB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8138" y="836826"/>
            <a:ext cx="8467725" cy="3622675"/>
          </a:xfrm>
        </p:spPr>
        <p:txBody>
          <a:bodyPr/>
          <a:lstStyle/>
          <a:p>
            <a:pPr lvl="2">
              <a:lnSpc>
                <a:spcPct val="150000"/>
              </a:lnSpc>
            </a:pPr>
            <a:r>
              <a:rPr lang="en-US" dirty="0"/>
              <a:t>Purpose: Ensures secure authentication and authorization for Spring-based applications.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Features: Provides comprehensive security services for Java EE-based enterprise software applications.</a:t>
            </a:r>
          </a:p>
          <a:p>
            <a:pPr lvl="2">
              <a:lnSpc>
                <a:spcPct val="150000"/>
              </a:lnSpc>
            </a:pPr>
            <a:endParaRPr lang="en-US" dirty="0"/>
          </a:p>
          <a:p>
            <a:pPr lvl="2">
              <a:lnSpc>
                <a:spcPct val="150000"/>
              </a:lnSpc>
            </a:pPr>
            <a:endParaRPr lang="en-US" dirty="0"/>
          </a:p>
          <a:p>
            <a:pPr marL="0" lvl="2" indent="0">
              <a:lnSpc>
                <a:spcPct val="150000"/>
              </a:lnSpc>
              <a:buNone/>
            </a:pPr>
            <a:endParaRPr lang="en-US" dirty="0"/>
          </a:p>
          <a:p>
            <a:pPr lvl="2">
              <a:lnSpc>
                <a:spcPct val="150000"/>
              </a:lnSpc>
            </a:pPr>
            <a:r>
              <a:rPr lang="en-US" dirty="0"/>
              <a:t>Authentication: Verifies the identity of a user.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Methods: Form-based, Basic Authentication, OAuth, etc.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Authorization: Controls access to specific resources based on user roles and permissions.</a:t>
            </a:r>
          </a:p>
          <a:p>
            <a:pPr lvl="2">
              <a:lnSpc>
                <a:spcPct val="150000"/>
              </a:lnSpc>
            </a:pPr>
            <a:endParaRPr lang="en-US" dirty="0"/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BC2EB79E-C20C-2712-F909-CED89DB63798}"/>
              </a:ext>
            </a:extLst>
          </p:cNvPr>
          <p:cNvSpPr txBox="1">
            <a:spLocks/>
          </p:cNvSpPr>
          <p:nvPr/>
        </p:nvSpPr>
        <p:spPr>
          <a:xfrm>
            <a:off x="338137" y="1744235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/>
              <a:defRPr sz="1400" kern="1200" baseline="0">
                <a:solidFill>
                  <a:srgbClr val="1E2A78"/>
                </a:solidFill>
                <a:latin typeface="+mj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4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ＭＳ Ｐゴシック" pitchFamily="-109" charset="-128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4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ＭＳ Ｐゴシック" pitchFamily="-109" charset="-128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4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ＭＳ Ｐゴシック" pitchFamily="-109" charset="-128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4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ＭＳ Ｐゴシック" pitchFamily="-109" charset="-128"/>
              </a:defRPr>
            </a:lvl5pPr>
            <a:lvl6pPr marL="342254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499120" algn="l"/>
              </a:tabLst>
              <a:defRPr sz="1764" b="1">
                <a:solidFill>
                  <a:schemeClr val="tx1"/>
                </a:solidFill>
                <a:latin typeface="Arial" charset="0"/>
              </a:defRPr>
            </a:lvl6pPr>
            <a:lvl7pPr marL="684508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499120" algn="l"/>
              </a:tabLst>
              <a:defRPr sz="1764" b="1">
                <a:solidFill>
                  <a:schemeClr val="tx1"/>
                </a:solidFill>
                <a:latin typeface="Arial" charset="0"/>
              </a:defRPr>
            </a:lvl7pPr>
            <a:lvl8pPr marL="1026762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499120" algn="l"/>
              </a:tabLst>
              <a:defRPr sz="1764" b="1">
                <a:solidFill>
                  <a:schemeClr val="tx1"/>
                </a:solidFill>
                <a:latin typeface="Arial" charset="0"/>
              </a:defRPr>
            </a:lvl8pPr>
            <a:lvl9pPr marL="1369014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499120" algn="l"/>
              </a:tabLst>
              <a:defRPr sz="1764" b="1"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914400"/>
            <a:r>
              <a:rPr lang="en-US" dirty="0"/>
              <a:t>Key Concepts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549300"/>
      </p:ext>
    </p:extLst>
  </p:cSld>
  <p:clrMapOvr>
    <a:masterClrMapping/>
  </p:clrMapOvr>
  <p:transition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30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r>
              <a:rPr lang="en-US" dirty="0"/>
              <a:t>Integration with Spring Boot</a:t>
            </a:r>
            <a:endParaRPr lang="en-GB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8138" y="1015999"/>
            <a:ext cx="8467725" cy="3622675"/>
          </a:xfrm>
        </p:spPr>
        <p:txBody>
          <a:bodyPr/>
          <a:lstStyle/>
          <a:p>
            <a:r>
              <a:rPr lang="en-US" dirty="0"/>
              <a:t>Dependency: Include spring-boot-starter-security in pom.xml.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CF4652-8BF1-7896-EB29-5502760C86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043" y="2055854"/>
            <a:ext cx="4524375" cy="88582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EC80729-4D9C-D75D-2EA8-5C792E38B2AB}"/>
              </a:ext>
            </a:extLst>
          </p:cNvPr>
          <p:cNvCxnSpPr>
            <a:cxnSpLocks/>
          </p:cNvCxnSpPr>
          <p:nvPr/>
        </p:nvCxnSpPr>
        <p:spPr bwMode="auto">
          <a:xfrm>
            <a:off x="3728012" y="1270040"/>
            <a:ext cx="0" cy="688975"/>
          </a:xfrm>
          <a:prstGeom prst="straightConnector1">
            <a:avLst/>
          </a:prstGeom>
          <a:ln>
            <a:solidFill>
              <a:schemeClr val="accent1"/>
            </a:solidFill>
            <a:headEnd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7423278"/>
      </p:ext>
    </p:extLst>
  </p:cSld>
  <p:clrMapOvr>
    <a:masterClrMapping/>
  </p:clrMapOvr>
  <p:transition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DEE0BD-5406-FCA9-2A08-86F5063210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1DA9FD-6EF8-4CC5-AF9B-B6159B5B937C}" type="slidenum">
              <a:rPr lang="en-GB" noProof="1" smtClean="0"/>
              <a:pPr/>
              <a:t>31</a:t>
            </a:fld>
            <a:endParaRPr lang="en-GB" noProof="1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4E7EF77-E0C3-1294-653F-35D3677C9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In-Memory Authentication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4B4BA9-2103-0E8F-A811-30C018727A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lnSpc>
                <a:spcPts val="650"/>
              </a:lnSpc>
              <a:defRPr/>
            </a:pPr>
            <a:r>
              <a:rPr lang="en-GB">
                <a:ea typeface="Deutsche Bank Text" panose="020B0503020202030204" pitchFamily="34" charset="0"/>
              </a:rPr>
              <a:t>Speaker name. Name of event or project. Date</a:t>
            </a:r>
            <a:endParaRPr lang="en-GB" dirty="0">
              <a:ea typeface="Deutsche Bank Text" panose="020B0503020202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035661-BEDD-3A42-8EAF-0C89CE067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588" y="1570885"/>
            <a:ext cx="5737550" cy="24206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1C924AC-EEA6-A456-94DA-2D66747F1792}"/>
              </a:ext>
            </a:extLst>
          </p:cNvPr>
          <p:cNvSpPr/>
          <p:nvPr/>
        </p:nvSpPr>
        <p:spPr bwMode="auto">
          <a:xfrm>
            <a:off x="200023" y="848883"/>
            <a:ext cx="2915710" cy="539919"/>
          </a:xfrm>
          <a:prstGeom prst="rect">
            <a:avLst/>
          </a:prstGeom>
          <a:solidFill>
            <a:srgbClr val="00A3E0"/>
          </a:solidFill>
          <a:ln>
            <a:solidFill>
              <a:srgbClr val="00A3E0"/>
            </a:solidFill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@EnableWebSecurity: Enables Spring Security's web security support.</a:t>
            </a:r>
            <a:endParaRPr lang="en-IN" sz="1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26766C-293A-EDD5-35A9-EBC290629658}"/>
              </a:ext>
            </a:extLst>
          </p:cNvPr>
          <p:cNvSpPr/>
          <p:nvPr/>
        </p:nvSpPr>
        <p:spPr bwMode="auto">
          <a:xfrm>
            <a:off x="6412238" y="2753697"/>
            <a:ext cx="2804357" cy="635847"/>
          </a:xfrm>
          <a:prstGeom prst="rect">
            <a:avLst/>
          </a:prstGeom>
          <a:solidFill>
            <a:srgbClr val="00A3E0"/>
          </a:solidFill>
          <a:ln>
            <a:solidFill>
              <a:srgbClr val="00A3E0"/>
            </a:solidFill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.</a:t>
            </a:r>
            <a:r>
              <a:rPr lang="en-US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inMemoryAuthentication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(): Starts configuring in-memory authentication.</a:t>
            </a:r>
            <a:endParaRPr lang="en-IN" sz="1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0D422E-5E96-3637-6863-E4B4B65BCB4D}"/>
              </a:ext>
            </a:extLst>
          </p:cNvPr>
          <p:cNvSpPr/>
          <p:nvPr/>
        </p:nvSpPr>
        <p:spPr bwMode="auto">
          <a:xfrm>
            <a:off x="4726851" y="917491"/>
            <a:ext cx="3517614" cy="720894"/>
          </a:xfrm>
          <a:prstGeom prst="rect">
            <a:avLst/>
          </a:prstGeom>
          <a:solidFill>
            <a:srgbClr val="00A3E0"/>
          </a:solidFill>
          <a:ln>
            <a:solidFill>
              <a:srgbClr val="00A3E0"/>
            </a:solidFill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r>
              <a:rPr lang="en-US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WebSecurityConfigurerAdapter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: Base class to customize Spring Security's Java-based configuration.</a:t>
            </a:r>
            <a:endParaRPr lang="en-IN" sz="1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A213A4-478A-58E8-2874-ABB5601DF507}"/>
              </a:ext>
            </a:extLst>
          </p:cNvPr>
          <p:cNvSpPr/>
          <p:nvPr/>
        </p:nvSpPr>
        <p:spPr bwMode="auto">
          <a:xfrm>
            <a:off x="321945" y="3996022"/>
            <a:ext cx="4786738" cy="670452"/>
          </a:xfrm>
          <a:prstGeom prst="rect">
            <a:avLst/>
          </a:prstGeom>
          <a:solidFill>
            <a:srgbClr val="00A3E0"/>
          </a:solidFill>
          <a:ln>
            <a:solidFill>
              <a:srgbClr val="00A3E0"/>
            </a:solidFill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.</a:t>
            </a:r>
            <a:r>
              <a:rPr lang="en-US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withUser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(“Fruituser1").password("passwd").roles("USER"): Adds a user with username "user1", password "password1", and role "USER".</a:t>
            </a:r>
            <a:endParaRPr lang="en-IN" sz="1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6F8DD53-886D-0527-2639-77D8623E745F}"/>
              </a:ext>
            </a:extLst>
          </p:cNvPr>
          <p:cNvCxnSpPr/>
          <p:nvPr/>
        </p:nvCxnSpPr>
        <p:spPr bwMode="auto">
          <a:xfrm>
            <a:off x="629920" y="1432259"/>
            <a:ext cx="387668" cy="403314"/>
          </a:xfrm>
          <a:prstGeom prst="straightConnector1">
            <a:avLst/>
          </a:prstGeom>
          <a:noFill/>
          <a:ln w="12700">
            <a:solidFill>
              <a:srgbClr val="00A3E0"/>
            </a:solidFill>
            <a:round/>
            <a:headEnd/>
            <a:tailEnd type="triangle"/>
          </a:ln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BF61641-3025-CEAE-D75F-B30A22DB23EE}"/>
              </a:ext>
            </a:extLst>
          </p:cNvPr>
          <p:cNvCxnSpPr>
            <a:stCxn id="8" idx="1"/>
          </p:cNvCxnSpPr>
          <p:nvPr/>
        </p:nvCxnSpPr>
        <p:spPr bwMode="auto">
          <a:xfrm flipH="1">
            <a:off x="4118187" y="1277938"/>
            <a:ext cx="608664" cy="694453"/>
          </a:xfrm>
          <a:prstGeom prst="straightConnector1">
            <a:avLst/>
          </a:prstGeom>
          <a:noFill/>
          <a:ln w="12700">
            <a:solidFill>
              <a:srgbClr val="00A3E0"/>
            </a:solidFill>
            <a:round/>
            <a:headEnd/>
            <a:tailEnd type="triangle"/>
          </a:ln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616CB32-355D-612C-351B-7EF9FE0B4786}"/>
              </a:ext>
            </a:extLst>
          </p:cNvPr>
          <p:cNvCxnSpPr/>
          <p:nvPr/>
        </p:nvCxnSpPr>
        <p:spPr bwMode="auto">
          <a:xfrm flipH="1">
            <a:off x="3806613" y="2903819"/>
            <a:ext cx="2605625" cy="56128"/>
          </a:xfrm>
          <a:prstGeom prst="straightConnector1">
            <a:avLst/>
          </a:prstGeom>
          <a:noFill/>
          <a:ln w="12700">
            <a:solidFill>
              <a:srgbClr val="00A3E0"/>
            </a:solidFill>
            <a:round/>
            <a:headEnd/>
            <a:tailEnd type="triangle"/>
          </a:ln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5D65CA0-A762-EB9D-904B-87711A1AAB74}"/>
              </a:ext>
            </a:extLst>
          </p:cNvPr>
          <p:cNvCxnSpPr/>
          <p:nvPr/>
        </p:nvCxnSpPr>
        <p:spPr bwMode="auto">
          <a:xfrm flipV="1">
            <a:off x="1104053" y="3505116"/>
            <a:ext cx="995680" cy="490906"/>
          </a:xfrm>
          <a:prstGeom prst="straightConnector1">
            <a:avLst/>
          </a:prstGeom>
          <a:noFill/>
          <a:ln w="12700">
            <a:solidFill>
              <a:srgbClr val="00A3E0"/>
            </a:solidFill>
            <a:round/>
            <a:headEnd/>
            <a:tailEnd type="triangle"/>
          </a:ln>
        </p:spPr>
      </p:cxnSp>
    </p:spTree>
    <p:extLst>
      <p:ext uri="{BB962C8B-B14F-4D97-AF65-F5344CB8AC3E}">
        <p14:creationId xmlns:p14="http://schemas.microsoft.com/office/powerpoint/2010/main" val="1784829379"/>
      </p:ext>
    </p:extLst>
  </p:cSld>
  <p:clrMapOvr>
    <a:masterClrMapping/>
  </p:clrMapOvr>
  <p:transition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32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96218"/>
            <a:ext cx="7804467" cy="357712"/>
          </a:xfrm>
        </p:spPr>
        <p:txBody>
          <a:bodyPr/>
          <a:lstStyle/>
          <a:p>
            <a:r>
              <a:rPr lang="en-US" sz="1400" dirty="0"/>
              <a:t>In-Memory Authentication </a:t>
            </a:r>
            <a:r>
              <a:rPr lang="en-IN" sz="1400" dirty="0"/>
              <a:t>Benefits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8138" y="836826"/>
            <a:ext cx="8467725" cy="3622675"/>
          </a:xfrm>
        </p:spPr>
        <p:txBody>
          <a:bodyPr/>
          <a:lstStyle/>
          <a:p>
            <a:pPr lvl="2">
              <a:lnSpc>
                <a:spcPct val="150000"/>
              </a:lnSpc>
            </a:pPr>
            <a:r>
              <a:rPr lang="en-US" dirty="0"/>
              <a:t>Simple configuration for testing and development.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Useful for small applications or quick prototyping.</a:t>
            </a:r>
          </a:p>
          <a:p>
            <a:pPr lvl="2">
              <a:lnSpc>
                <a:spcPct val="150000"/>
              </a:lnSpc>
            </a:pPr>
            <a:endParaRPr lang="en-US" dirty="0"/>
          </a:p>
          <a:p>
            <a:pPr lvl="2">
              <a:lnSpc>
                <a:spcPct val="150000"/>
              </a:lnSpc>
            </a:pPr>
            <a:endParaRPr lang="en-US" dirty="0"/>
          </a:p>
          <a:p>
            <a:pPr marL="0" lvl="2" indent="0">
              <a:lnSpc>
                <a:spcPct val="150000"/>
              </a:lnSpc>
              <a:buNone/>
            </a:pPr>
            <a:endParaRPr lang="en-US" dirty="0"/>
          </a:p>
          <a:p>
            <a:pPr lvl="2">
              <a:lnSpc>
                <a:spcPct val="150000"/>
              </a:lnSpc>
            </a:pPr>
            <a:r>
              <a:rPr lang="en-US" dirty="0"/>
              <a:t>Easy Setup: Quickly configure users and roles directly in the application.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Limitations: Not suitable for production. As password is stored in plaintext.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Use Cases: Ideal in case rapid application development and testing.</a:t>
            </a:r>
          </a:p>
          <a:p>
            <a:pPr lvl="2">
              <a:lnSpc>
                <a:spcPct val="150000"/>
              </a:lnSpc>
            </a:pPr>
            <a:endParaRPr lang="en-US" dirty="0"/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BC2EB79E-C20C-2712-F909-CED89DB63798}"/>
              </a:ext>
            </a:extLst>
          </p:cNvPr>
          <p:cNvSpPr txBox="1">
            <a:spLocks/>
          </p:cNvSpPr>
          <p:nvPr/>
        </p:nvSpPr>
        <p:spPr>
          <a:xfrm>
            <a:off x="338137" y="1744235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/>
              <a:defRPr sz="1400" kern="1200" baseline="0">
                <a:solidFill>
                  <a:srgbClr val="1E2A78"/>
                </a:solidFill>
                <a:latin typeface="+mj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4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ＭＳ Ｐゴシック" pitchFamily="-109" charset="-128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4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ＭＳ Ｐゴシック" pitchFamily="-109" charset="-128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4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ＭＳ Ｐゴシック" pitchFamily="-109" charset="-128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764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ＭＳ Ｐゴシック" pitchFamily="-109" charset="-128"/>
              </a:defRPr>
            </a:lvl5pPr>
            <a:lvl6pPr marL="342254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499120" algn="l"/>
              </a:tabLst>
              <a:defRPr sz="1764" b="1">
                <a:solidFill>
                  <a:schemeClr val="tx1"/>
                </a:solidFill>
                <a:latin typeface="Arial" charset="0"/>
              </a:defRPr>
            </a:lvl6pPr>
            <a:lvl7pPr marL="684508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499120" algn="l"/>
              </a:tabLst>
              <a:defRPr sz="1764" b="1">
                <a:solidFill>
                  <a:schemeClr val="tx1"/>
                </a:solidFill>
                <a:latin typeface="Arial" charset="0"/>
              </a:defRPr>
            </a:lvl7pPr>
            <a:lvl8pPr marL="1026762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499120" algn="l"/>
              </a:tabLst>
              <a:defRPr sz="1764" b="1">
                <a:solidFill>
                  <a:schemeClr val="tx1"/>
                </a:solidFill>
                <a:latin typeface="Arial" charset="0"/>
              </a:defRPr>
            </a:lvl8pPr>
            <a:lvl9pPr marL="1369014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499120" algn="l"/>
              </a:tabLst>
              <a:defRPr sz="1764" b="1"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914400"/>
            <a:r>
              <a:rPr lang="en-US" dirty="0"/>
              <a:t>Key Points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5786865"/>
      </p:ext>
    </p:extLst>
  </p:cSld>
  <p:clrMapOvr>
    <a:masterClrMapping/>
  </p:clrMapOvr>
  <p:transition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33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r>
              <a:rPr lang="en-US" sz="1400" dirty="0"/>
              <a:t>Authentication Providers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8138" y="1015999"/>
            <a:ext cx="3529435" cy="362267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Integration with external authentication providers, such as JDBC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A43E0F6-A204-3F54-EC95-9831082EC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6424" y="1201786"/>
            <a:ext cx="4139988" cy="3482625"/>
          </a:xfrm>
          <a:prstGeom prst="rect">
            <a:avLst/>
          </a:prstGeom>
          <a:solidFill>
            <a:srgbClr val="00A3E0"/>
          </a:solidFill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CF55CF6-B5D4-D5DA-5DA5-46748D0CCA7F}"/>
              </a:ext>
            </a:extLst>
          </p:cNvPr>
          <p:cNvSpPr/>
          <p:nvPr/>
        </p:nvSpPr>
        <p:spPr bwMode="auto">
          <a:xfrm>
            <a:off x="5402050" y="657441"/>
            <a:ext cx="2195872" cy="377919"/>
          </a:xfrm>
          <a:prstGeom prst="rect">
            <a:avLst/>
          </a:prstGeom>
          <a:solidFill>
            <a:srgbClr val="00A3E0"/>
          </a:solidFill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Add requisite dependencies for JDBC to pom.xml file.</a:t>
            </a:r>
            <a:endParaRPr lang="en-IN" sz="1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96321120"/>
      </p:ext>
    </p:extLst>
  </p:cSld>
  <p:clrMapOvr>
    <a:masterClrMapping/>
  </p:clrMapOvr>
  <p:transition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34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r>
              <a:rPr lang="en-US" sz="1400" dirty="0"/>
              <a:t>Authentication Providers - JDBC</a:t>
            </a:r>
            <a:endParaRPr lang="en-IN" sz="14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AE8812-C226-2740-CF7F-0A19872949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658" y="1213196"/>
            <a:ext cx="7069754" cy="271710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0D50096-BCBB-A6B8-8114-CBCAF39968CA}"/>
              </a:ext>
            </a:extLst>
          </p:cNvPr>
          <p:cNvSpPr/>
          <p:nvPr/>
        </p:nvSpPr>
        <p:spPr bwMode="auto">
          <a:xfrm>
            <a:off x="5568241" y="812761"/>
            <a:ext cx="2990850" cy="779462"/>
          </a:xfrm>
          <a:prstGeom prst="rect">
            <a:avLst/>
          </a:prstGeom>
          <a:solidFill>
            <a:srgbClr val="00A3E0"/>
          </a:solidFill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.</a:t>
            </a:r>
            <a:r>
              <a:rPr lang="en-US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dataSource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(</a:t>
            </a:r>
            <a:r>
              <a:rPr lang="en-US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dataSource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): Configures the </a:t>
            </a:r>
            <a:r>
              <a:rPr lang="en-US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DataSource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 to connect to the database.</a:t>
            </a:r>
            <a:endParaRPr lang="en-IN" sz="1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DA783B-3A79-265E-932D-BD5617DBD052}"/>
              </a:ext>
            </a:extLst>
          </p:cNvPr>
          <p:cNvSpPr/>
          <p:nvPr/>
        </p:nvSpPr>
        <p:spPr bwMode="auto">
          <a:xfrm>
            <a:off x="99471" y="3957396"/>
            <a:ext cx="2684370" cy="620684"/>
          </a:xfrm>
          <a:prstGeom prst="rect">
            <a:avLst/>
          </a:prstGeom>
          <a:solidFill>
            <a:srgbClr val="00A3E0"/>
          </a:solidFill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.</a:t>
            </a:r>
            <a:r>
              <a:rPr lang="en-US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usersByUsernameQuery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():Defines the query to fetch user details (user, password, enabled).</a:t>
            </a:r>
            <a:endParaRPr lang="en-IN" sz="1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04A48E-D860-C2A6-C636-BF5440B478DF}"/>
              </a:ext>
            </a:extLst>
          </p:cNvPr>
          <p:cNvSpPr/>
          <p:nvPr/>
        </p:nvSpPr>
        <p:spPr bwMode="auto">
          <a:xfrm>
            <a:off x="2986489" y="3798618"/>
            <a:ext cx="3167743" cy="779462"/>
          </a:xfrm>
          <a:prstGeom prst="rect">
            <a:avLst/>
          </a:prstGeom>
          <a:solidFill>
            <a:srgbClr val="00A3E0"/>
          </a:solidFill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.</a:t>
            </a:r>
            <a:r>
              <a:rPr lang="en-US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authoritiesByUsernameQuery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(): fetch user authorities (roles).</a:t>
            </a:r>
            <a:endParaRPr lang="en-IN" sz="1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AB2186-D09E-B037-F2EA-4523A486EA20}"/>
              </a:ext>
            </a:extLst>
          </p:cNvPr>
          <p:cNvSpPr/>
          <p:nvPr/>
        </p:nvSpPr>
        <p:spPr bwMode="auto">
          <a:xfrm>
            <a:off x="6356880" y="3667087"/>
            <a:ext cx="2472686" cy="1024503"/>
          </a:xfrm>
          <a:prstGeom prst="rect">
            <a:avLst/>
          </a:prstGeom>
          <a:solidFill>
            <a:srgbClr val="00A3E0"/>
          </a:solidFill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Ensure your </a:t>
            </a:r>
            <a:r>
              <a:rPr lang="en-US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application.properties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 includes the JDBC connection details</a:t>
            </a:r>
            <a:endParaRPr lang="en-IN" sz="1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E41F251-3CDF-C87E-6DCA-301642A55E24}"/>
              </a:ext>
            </a:extLst>
          </p:cNvPr>
          <p:cNvCxnSpPr>
            <a:cxnSpLocks/>
            <a:stCxn id="6" idx="2"/>
          </p:cNvCxnSpPr>
          <p:nvPr/>
        </p:nvCxnSpPr>
        <p:spPr bwMode="auto">
          <a:xfrm flipH="1">
            <a:off x="3325707" y="1592223"/>
            <a:ext cx="3737959" cy="588790"/>
          </a:xfrm>
          <a:prstGeom prst="straightConnector1">
            <a:avLst/>
          </a:prstGeom>
          <a:noFill/>
          <a:ln w="12700">
            <a:solidFill>
              <a:srgbClr val="00A3E0"/>
            </a:solidFill>
            <a:round/>
            <a:headEnd/>
            <a:tailEnd type="triangle"/>
          </a:ln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18C9C41-086B-111E-A1F3-5624C2DF3754}"/>
              </a:ext>
            </a:extLst>
          </p:cNvPr>
          <p:cNvCxnSpPr>
            <a:stCxn id="8" idx="0"/>
          </p:cNvCxnSpPr>
          <p:nvPr/>
        </p:nvCxnSpPr>
        <p:spPr bwMode="auto">
          <a:xfrm flipV="1">
            <a:off x="1441656" y="3304006"/>
            <a:ext cx="691944" cy="653390"/>
          </a:xfrm>
          <a:prstGeom prst="straightConnector1">
            <a:avLst/>
          </a:prstGeom>
          <a:noFill/>
          <a:ln w="12700">
            <a:solidFill>
              <a:srgbClr val="00A3E0"/>
            </a:solidFill>
            <a:round/>
            <a:headEnd/>
            <a:tailEnd type="triangle"/>
          </a:ln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9CB92EE-78AC-F272-1365-157107D7A8D6}"/>
              </a:ext>
            </a:extLst>
          </p:cNvPr>
          <p:cNvCxnSpPr>
            <a:stCxn id="11" idx="0"/>
          </p:cNvCxnSpPr>
          <p:nvPr/>
        </p:nvCxnSpPr>
        <p:spPr bwMode="auto">
          <a:xfrm flipH="1" flipV="1">
            <a:off x="2986489" y="3562773"/>
            <a:ext cx="1583872" cy="235845"/>
          </a:xfrm>
          <a:prstGeom prst="straightConnector1">
            <a:avLst/>
          </a:prstGeom>
          <a:noFill/>
          <a:ln w="12700">
            <a:solidFill>
              <a:srgbClr val="00A3E0"/>
            </a:solidFill>
            <a:round/>
            <a:headEnd/>
            <a:tailEnd type="triangle"/>
          </a:ln>
        </p:spPr>
      </p:cxnSp>
    </p:spTree>
    <p:extLst>
      <p:ext uri="{BB962C8B-B14F-4D97-AF65-F5344CB8AC3E}">
        <p14:creationId xmlns:p14="http://schemas.microsoft.com/office/powerpoint/2010/main" val="2852752466"/>
      </p:ext>
    </p:extLst>
  </p:cSld>
  <p:clrMapOvr>
    <a:masterClrMapping/>
  </p:clrMapOvr>
  <p:transition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35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r>
              <a:rPr lang="en-US" sz="1400" dirty="0"/>
              <a:t>Basic Configuration Authorization: </a:t>
            </a:r>
            <a:r>
              <a:rPr lang="en-IN" dirty="0"/>
              <a:t>Annotations Approach</a:t>
            </a:r>
            <a:endParaRPr lang="en-GB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8138" y="1015999"/>
            <a:ext cx="8467725" cy="362267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Annotate methods with </a:t>
            </a:r>
          </a:p>
          <a:p>
            <a:pPr lvl="2">
              <a:lnSpc>
                <a:spcPct val="250000"/>
              </a:lnSpc>
              <a:tabLst>
                <a:tab pos="3603625" algn="l"/>
              </a:tabLst>
            </a:pPr>
            <a:r>
              <a:rPr lang="en-US" dirty="0"/>
              <a:t>@Secured, </a:t>
            </a:r>
          </a:p>
          <a:p>
            <a:pPr lvl="2">
              <a:lnSpc>
                <a:spcPct val="250000"/>
              </a:lnSpc>
              <a:tabLst>
                <a:tab pos="3603625" algn="l"/>
              </a:tabLst>
            </a:pPr>
            <a:r>
              <a:rPr lang="en-US" dirty="0"/>
              <a:t>@PreAuthorize, </a:t>
            </a:r>
          </a:p>
          <a:p>
            <a:pPr lvl="2">
              <a:lnSpc>
                <a:spcPct val="250000"/>
              </a:lnSpc>
              <a:tabLst>
                <a:tab pos="3603625" algn="l"/>
              </a:tabLst>
            </a:pPr>
            <a:r>
              <a:rPr lang="en-US" dirty="0"/>
              <a:t>@PostAuthorize for method-level security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80C457E-3FCF-703F-33B7-49CEF5843B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7212" y="953527"/>
            <a:ext cx="2594928" cy="83786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F1FDF03-F6D9-19DF-0DDA-B7E227576A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7022" y="1805387"/>
            <a:ext cx="2440371" cy="8703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FB8991C-6B6E-D4CF-B6F5-97A4AF2585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3025" y="3248025"/>
            <a:ext cx="4718050" cy="927341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E8D7AED-26D5-58E1-8ECA-EDE845B77267}"/>
              </a:ext>
            </a:extLst>
          </p:cNvPr>
          <p:cNvCxnSpPr>
            <a:endCxn id="2" idx="1"/>
          </p:cNvCxnSpPr>
          <p:nvPr/>
        </p:nvCxnSpPr>
        <p:spPr bwMode="auto">
          <a:xfrm flipV="1">
            <a:off x="1395307" y="1372458"/>
            <a:ext cx="1691905" cy="185409"/>
          </a:xfrm>
          <a:prstGeom prst="straightConnector1">
            <a:avLst/>
          </a:prstGeom>
          <a:noFill/>
          <a:ln w="12700">
            <a:solidFill>
              <a:srgbClr val="00A3E0"/>
            </a:solidFill>
            <a:round/>
            <a:headEnd/>
            <a:tailEnd type="triangle"/>
          </a:ln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B8D3B92-D954-791C-8FBA-999137C38155}"/>
              </a:ext>
            </a:extLst>
          </p:cNvPr>
          <p:cNvCxnSpPr>
            <a:endCxn id="3" idx="1"/>
          </p:cNvCxnSpPr>
          <p:nvPr/>
        </p:nvCxnSpPr>
        <p:spPr bwMode="auto">
          <a:xfrm>
            <a:off x="1727200" y="2039308"/>
            <a:ext cx="3229822" cy="201279"/>
          </a:xfrm>
          <a:prstGeom prst="straightConnector1">
            <a:avLst/>
          </a:prstGeom>
          <a:noFill/>
          <a:ln w="12700">
            <a:solidFill>
              <a:srgbClr val="00A3E0"/>
            </a:solidFill>
            <a:round/>
            <a:headEnd/>
            <a:tailEnd type="triangle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E2D7876-E165-9DD1-FC2F-3896CEA5FAD6}"/>
              </a:ext>
            </a:extLst>
          </p:cNvPr>
          <p:cNvCxnSpPr/>
          <p:nvPr/>
        </p:nvCxnSpPr>
        <p:spPr bwMode="auto">
          <a:xfrm>
            <a:off x="921173" y="2580776"/>
            <a:ext cx="806027" cy="667249"/>
          </a:xfrm>
          <a:prstGeom prst="straightConnector1">
            <a:avLst/>
          </a:prstGeom>
          <a:noFill/>
          <a:ln w="12700">
            <a:solidFill>
              <a:srgbClr val="00A3E0"/>
            </a:solidFill>
            <a:round/>
            <a:headEnd/>
            <a:tailEnd type="triangle"/>
          </a:ln>
        </p:spPr>
      </p:cxnSp>
    </p:spTree>
    <p:extLst>
      <p:ext uri="{BB962C8B-B14F-4D97-AF65-F5344CB8AC3E}">
        <p14:creationId xmlns:p14="http://schemas.microsoft.com/office/powerpoint/2010/main" val="3061927834"/>
      </p:ext>
    </p:extLst>
  </p:cSld>
  <p:clrMapOvr>
    <a:masterClrMapping/>
  </p:clrMapOvr>
  <p:transition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36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r>
              <a:rPr lang="en-US" sz="1400" dirty="0"/>
              <a:t>Common Security Filters</a:t>
            </a:r>
            <a:endParaRPr lang="en-GB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8138" y="1015999"/>
            <a:ext cx="8467725" cy="3622675"/>
          </a:xfrm>
        </p:spPr>
        <p:txBody>
          <a:bodyPr/>
          <a:lstStyle/>
          <a:p>
            <a:pPr lvl="2"/>
            <a:r>
              <a:rPr lang="en-US" dirty="0" err="1"/>
              <a:t>CsrfFilter</a:t>
            </a:r>
            <a:r>
              <a:rPr lang="en-US" dirty="0"/>
              <a:t>: Prevents Cross-Site Request Forgery (CSRF) attacks.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CB2341-82CB-7838-ADE5-50EA140CA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126" y="2174003"/>
            <a:ext cx="4765607" cy="213022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76DD465-FDB8-F91E-F913-A57A12B7FB44}"/>
              </a:ext>
            </a:extLst>
          </p:cNvPr>
          <p:cNvSpPr/>
          <p:nvPr/>
        </p:nvSpPr>
        <p:spPr bwMode="auto">
          <a:xfrm>
            <a:off x="2431852" y="1340285"/>
            <a:ext cx="4663776" cy="590772"/>
          </a:xfrm>
          <a:prstGeom prst="rect">
            <a:avLst/>
          </a:prstGeom>
          <a:solidFill>
            <a:srgbClr val="00A3E0"/>
          </a:solidFill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Customizing CSRF Token Storage: </a:t>
            </a:r>
            <a:r>
              <a:rPr lang="en-US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CookieCsrfTokenRepository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 ensures the CSRF token is available in a cookie and can be accessed via JavaScript if </a:t>
            </a:r>
            <a:r>
              <a:rPr lang="en-US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withHttpOnlyFalse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 is set.</a:t>
            </a:r>
            <a:endParaRPr lang="en-IN" sz="1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1829E7-0918-D4F4-74AD-FC4F64BC102D}"/>
              </a:ext>
            </a:extLst>
          </p:cNvPr>
          <p:cNvSpPr/>
          <p:nvPr/>
        </p:nvSpPr>
        <p:spPr bwMode="auto">
          <a:xfrm>
            <a:off x="6490163" y="3212444"/>
            <a:ext cx="2132290" cy="1528691"/>
          </a:xfrm>
          <a:prstGeom prst="rect">
            <a:avLst/>
          </a:prstGeom>
          <a:solidFill>
            <a:srgbClr val="00A3E0"/>
          </a:solidFill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r>
              <a:rPr lang="en-US" sz="1200" b="1" dirty="0"/>
              <a:t>Form Login and Logout</a:t>
            </a:r>
            <a:r>
              <a:rPr lang="en-US" sz="1200" dirty="0"/>
              <a:t>: Configuration for login and logout, allowing these endpoints to be accessible without authentication.</a:t>
            </a:r>
            <a:endParaRPr lang="en-IN" sz="1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889B59F-AFAA-B60E-AA1E-C532601BDC9C}"/>
              </a:ext>
            </a:extLst>
          </p:cNvPr>
          <p:cNvCxnSpPr>
            <a:stCxn id="4" idx="1"/>
          </p:cNvCxnSpPr>
          <p:nvPr/>
        </p:nvCxnSpPr>
        <p:spPr bwMode="auto">
          <a:xfrm flipH="1" flipV="1">
            <a:off x="2032000" y="3901440"/>
            <a:ext cx="4458163" cy="75350"/>
          </a:xfrm>
          <a:prstGeom prst="straightConnector1">
            <a:avLst/>
          </a:prstGeom>
          <a:noFill/>
          <a:ln w="12700">
            <a:solidFill>
              <a:srgbClr val="00A3E0"/>
            </a:solidFill>
            <a:round/>
            <a:headEnd/>
            <a:tailEnd type="triangle"/>
          </a:ln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E25ECC4-0902-5A20-2D8D-D9D3DD9759A2}"/>
              </a:ext>
            </a:extLst>
          </p:cNvPr>
          <p:cNvCxnSpPr/>
          <p:nvPr/>
        </p:nvCxnSpPr>
        <p:spPr bwMode="auto">
          <a:xfrm flipH="1" flipV="1">
            <a:off x="2201333" y="4057227"/>
            <a:ext cx="4288830" cy="413428"/>
          </a:xfrm>
          <a:prstGeom prst="straightConnector1">
            <a:avLst/>
          </a:prstGeom>
          <a:noFill/>
          <a:ln w="12700">
            <a:solidFill>
              <a:srgbClr val="00A3E0"/>
            </a:solidFill>
            <a:round/>
            <a:headEnd/>
            <a:tailEnd type="triangle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0EECF8D-9F75-932D-33CC-E17F4520B67A}"/>
              </a:ext>
            </a:extLst>
          </p:cNvPr>
          <p:cNvCxnSpPr>
            <a:stCxn id="3" idx="2"/>
          </p:cNvCxnSpPr>
          <p:nvPr/>
        </p:nvCxnSpPr>
        <p:spPr bwMode="auto">
          <a:xfrm flipH="1">
            <a:off x="3176693" y="1931057"/>
            <a:ext cx="1587047" cy="716127"/>
          </a:xfrm>
          <a:prstGeom prst="straightConnector1">
            <a:avLst/>
          </a:prstGeom>
          <a:noFill/>
          <a:ln w="12700">
            <a:solidFill>
              <a:srgbClr val="00A3E0"/>
            </a:solidFill>
            <a:round/>
            <a:headEnd/>
            <a:tailEnd type="triangle"/>
          </a:ln>
        </p:spPr>
      </p:cxnSp>
    </p:spTree>
    <p:extLst>
      <p:ext uri="{BB962C8B-B14F-4D97-AF65-F5344CB8AC3E}">
        <p14:creationId xmlns:p14="http://schemas.microsoft.com/office/powerpoint/2010/main" val="507427313"/>
      </p:ext>
    </p:extLst>
  </p:cSld>
  <p:clrMapOvr>
    <a:masterClrMapping/>
  </p:clrMapOvr>
  <p:transition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37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r>
              <a:rPr lang="en-US" sz="1400" dirty="0"/>
              <a:t>Common Security Filters</a:t>
            </a:r>
            <a:endParaRPr lang="en-GB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8138" y="1015999"/>
            <a:ext cx="8467725" cy="3622675"/>
          </a:xfrm>
        </p:spPr>
        <p:txBody>
          <a:bodyPr/>
          <a:lstStyle/>
          <a:p>
            <a:pPr lvl="2"/>
            <a:r>
              <a:rPr lang="en-GB" dirty="0" err="1"/>
              <a:t>BasicAuthenticationFilter</a:t>
            </a:r>
            <a:r>
              <a:rPr lang="en-GB" dirty="0"/>
              <a:t>: Implements Basic Authentication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C90F13F-4C36-FCBB-734C-73F8903D12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2042514"/>
            <a:ext cx="7658100" cy="400050"/>
          </a:xfrm>
          <a:prstGeom prst="rect">
            <a:avLst/>
          </a:prstGeom>
          <a:solidFill>
            <a:srgbClr val="00A3E0"/>
          </a:solidFill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F4E43B8-EE59-FDA5-844F-983C3EE175F2}"/>
              </a:ext>
            </a:extLst>
          </p:cNvPr>
          <p:cNvSpPr/>
          <p:nvPr/>
        </p:nvSpPr>
        <p:spPr bwMode="auto">
          <a:xfrm>
            <a:off x="3076575" y="2571750"/>
            <a:ext cx="2990850" cy="956223"/>
          </a:xfrm>
          <a:prstGeom prst="rect">
            <a:avLst/>
          </a:prstGeom>
          <a:solidFill>
            <a:srgbClr val="00A3E0"/>
          </a:solidFill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r>
              <a:rPr lang="en-US" sz="1200" dirty="0"/>
              <a:t>It locates the Basic Authentication header and authenticate the user by invoking the authentication manager.</a:t>
            </a:r>
            <a:endParaRPr lang="en-IN" sz="1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F7CFC63-024E-93C6-C7C1-9537043A7C1D}"/>
              </a:ext>
            </a:extLst>
          </p:cNvPr>
          <p:cNvCxnSpPr/>
          <p:nvPr/>
        </p:nvCxnSpPr>
        <p:spPr bwMode="auto">
          <a:xfrm>
            <a:off x="2301825" y="1253067"/>
            <a:ext cx="3624842" cy="789447"/>
          </a:xfrm>
          <a:prstGeom prst="straightConnector1">
            <a:avLst/>
          </a:prstGeom>
          <a:noFill/>
          <a:ln w="12700">
            <a:solidFill>
              <a:srgbClr val="00A3E0"/>
            </a:solidFill>
            <a:round/>
            <a:headEnd/>
            <a:tailEnd type="triangle"/>
          </a:ln>
        </p:spPr>
      </p:cxnSp>
    </p:spTree>
    <p:extLst>
      <p:ext uri="{BB962C8B-B14F-4D97-AF65-F5344CB8AC3E}">
        <p14:creationId xmlns:p14="http://schemas.microsoft.com/office/powerpoint/2010/main" val="2445367848"/>
      </p:ext>
    </p:extLst>
  </p:cSld>
  <p:clrMapOvr>
    <a:masterClrMapping/>
  </p:clrMapOvr>
  <p:transition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38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r>
              <a:rPr lang="en-US" sz="1400" dirty="0"/>
              <a:t>Introduction to Testing in Spring Boot</a:t>
            </a:r>
            <a:endParaRPr lang="en-GB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8138" y="1015999"/>
            <a:ext cx="8467725" cy="3622675"/>
          </a:xfrm>
        </p:spPr>
        <p:txBody>
          <a:bodyPr/>
          <a:lstStyle/>
          <a:p>
            <a:pPr lvl="2">
              <a:lnSpc>
                <a:spcPct val="150000"/>
              </a:lnSpc>
            </a:pPr>
            <a:r>
              <a:rPr lang="en-US" dirty="0"/>
              <a:t>Purpose: Ensures application functions correctly and meets requirements.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Types of Test: JUnit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C13CB12-AB87-A820-2B62-6AE916E89E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623" y="1817561"/>
            <a:ext cx="4800600" cy="1266825"/>
          </a:xfrm>
          <a:prstGeom prst="rect">
            <a:avLst/>
          </a:prstGeom>
          <a:solidFill>
            <a:srgbClr val="00A3E0"/>
          </a:solidFill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A5DA8E5-ECB5-2195-173C-4E185546E520}"/>
              </a:ext>
            </a:extLst>
          </p:cNvPr>
          <p:cNvSpPr/>
          <p:nvPr/>
        </p:nvSpPr>
        <p:spPr bwMode="auto">
          <a:xfrm>
            <a:off x="5755323" y="1797882"/>
            <a:ext cx="2990850" cy="540077"/>
          </a:xfrm>
          <a:prstGeom prst="rect">
            <a:avLst/>
          </a:prstGeom>
          <a:solidFill>
            <a:srgbClr val="00A3E0"/>
          </a:solidFill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Ensure proper dependency is added to pom.xml file</a:t>
            </a:r>
            <a:endParaRPr lang="en-IN" sz="1200" dirty="0" err="1">
              <a:solidFill>
                <a:schemeClr val="tx1">
                  <a:lumMod val="95000"/>
                  <a:lumOff val="5000"/>
                </a:schemeClr>
              </a:solidFill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4FB142-1D5C-32B3-D632-CF466FDD2C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623" y="3155527"/>
            <a:ext cx="4800600" cy="1238250"/>
          </a:xfrm>
          <a:prstGeom prst="rect">
            <a:avLst/>
          </a:prstGeom>
          <a:solidFill>
            <a:srgbClr val="00A3E0"/>
          </a:solidFill>
        </p:spPr>
      </p:pic>
    </p:spTree>
    <p:extLst>
      <p:ext uri="{BB962C8B-B14F-4D97-AF65-F5344CB8AC3E}">
        <p14:creationId xmlns:p14="http://schemas.microsoft.com/office/powerpoint/2010/main" val="1550411715"/>
      </p:ext>
    </p:extLst>
  </p:cSld>
  <p:clrMapOvr>
    <a:masterClrMapping/>
  </p:clrMapOvr>
  <p:transition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39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r>
              <a:rPr lang="en-US" sz="1400" dirty="0"/>
              <a:t>Structure of a JUnit Test Method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8138" y="1015999"/>
            <a:ext cx="8467725" cy="3622675"/>
          </a:xfrm>
        </p:spPr>
        <p:txBody>
          <a:bodyPr/>
          <a:lstStyle/>
          <a:p>
            <a:pPr lvl="2">
              <a:lnSpc>
                <a:spcPct val="150000"/>
              </a:lnSpc>
            </a:pPr>
            <a:r>
              <a:rPr lang="en-US" dirty="0"/>
              <a:t>Annotations: @Test, @Before, @After, @BeforeClass, @AfterClass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5B2CA1-CA09-282E-0A59-C91FF2B7C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487" y="1569931"/>
            <a:ext cx="3763351" cy="8241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6E0C674-444F-DF41-706E-E60BF0DE6B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4314" y="2868412"/>
            <a:ext cx="3413272" cy="88249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3C793E8-777E-F2EF-BB56-6EEE5FDD9A40}"/>
              </a:ext>
            </a:extLst>
          </p:cNvPr>
          <p:cNvSpPr/>
          <p:nvPr/>
        </p:nvSpPr>
        <p:spPr bwMode="auto">
          <a:xfrm>
            <a:off x="516414" y="2749425"/>
            <a:ext cx="2222259" cy="82004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00913" tIns="50457" rIns="100913" bIns="50457" rtlCol="0" anchor="ctr">
            <a:noAutofit/>
          </a:bodyPr>
          <a:lstStyle/>
          <a:p>
            <a:r>
              <a:rPr lang="en-US" sz="1200" b="1" dirty="0"/>
              <a:t>@BeforeAll</a:t>
            </a: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Executed once before all test methods in the class.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Method must be static.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69A145-C9FC-4F5B-7CF2-80EFC1DEE21E}"/>
              </a:ext>
            </a:extLst>
          </p:cNvPr>
          <p:cNvSpPr/>
          <p:nvPr/>
        </p:nvSpPr>
        <p:spPr bwMode="auto">
          <a:xfrm>
            <a:off x="3399606" y="3814893"/>
            <a:ext cx="2344788" cy="62521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00913" tIns="50457" rIns="100913" bIns="50457" rtlCol="0" anchor="ctr">
            <a:noAutofit/>
          </a:bodyPr>
          <a:lstStyle/>
          <a:p>
            <a:r>
              <a:rPr lang="en-US" sz="1200" b="1" dirty="0"/>
              <a:t>@BeforeEach</a:t>
            </a: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Executed before each test method.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619B891F-1D38-166F-3CB8-1A6EA0B352E8}"/>
              </a:ext>
            </a:extLst>
          </p:cNvPr>
          <p:cNvCxnSpPr>
            <a:stCxn id="11" idx="1"/>
          </p:cNvCxnSpPr>
          <p:nvPr/>
        </p:nvCxnSpPr>
        <p:spPr bwMode="auto">
          <a:xfrm rot="10800000">
            <a:off x="516414" y="1645920"/>
            <a:ext cx="12700" cy="1513526"/>
          </a:xfrm>
          <a:prstGeom prst="bentConnector4">
            <a:avLst>
              <a:gd name="adj1" fmla="val 3373331"/>
              <a:gd name="adj2" fmla="val 99347"/>
            </a:avLst>
          </a:prstGeom>
          <a:noFill/>
          <a:ln w="12700">
            <a:solidFill>
              <a:srgbClr val="00A3E0"/>
            </a:solidFill>
            <a:round/>
            <a:headEnd/>
            <a:tailEnd type="triangle"/>
          </a:ln>
        </p:spPr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1F0FB771-D327-D23E-6AE0-03F2A0D732F4}"/>
              </a:ext>
            </a:extLst>
          </p:cNvPr>
          <p:cNvCxnSpPr>
            <a:stCxn id="12" idx="0"/>
          </p:cNvCxnSpPr>
          <p:nvPr/>
        </p:nvCxnSpPr>
        <p:spPr bwMode="auto">
          <a:xfrm rot="5400000" flipH="1" flipV="1">
            <a:off x="4459715" y="3060294"/>
            <a:ext cx="866885" cy="642314"/>
          </a:xfrm>
          <a:prstGeom prst="bentConnector3">
            <a:avLst>
              <a:gd name="adj1" fmla="val 99225"/>
            </a:avLst>
          </a:prstGeom>
          <a:noFill/>
          <a:ln w="12700">
            <a:solidFill>
              <a:srgbClr val="00A3E0"/>
            </a:solidFill>
            <a:round/>
            <a:headEnd/>
            <a:tailEnd type="triangle"/>
          </a:ln>
        </p:spPr>
      </p:cxnSp>
    </p:spTree>
    <p:extLst>
      <p:ext uri="{BB962C8B-B14F-4D97-AF65-F5344CB8AC3E}">
        <p14:creationId xmlns:p14="http://schemas.microsoft.com/office/powerpoint/2010/main" val="244889141"/>
      </p:ext>
    </p:extLst>
  </p:cSld>
  <p:clrMapOvr>
    <a:masterClrMapping/>
  </p:clrMapOvr>
  <p:transition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40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r>
              <a:rPr lang="en-US" sz="1400"/>
              <a:t>Structure of a JUnit Test Method</a:t>
            </a:r>
            <a:endParaRPr lang="en-US" sz="14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2BAFC1-5835-A25B-C967-534F17FE5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3864" y="802635"/>
            <a:ext cx="3881255" cy="11316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A6EDBE6-DB8A-3DB5-71BA-E42D50F649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785" y="2395599"/>
            <a:ext cx="4031555" cy="105209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905D7EB-E13B-01B2-9F46-9FBB5FF680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4656" y="3708800"/>
            <a:ext cx="4473611" cy="10963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97D06B0-7F9A-A2B1-8CEE-38ADCCD4CC2A}"/>
              </a:ext>
            </a:extLst>
          </p:cNvPr>
          <p:cNvSpPr/>
          <p:nvPr/>
        </p:nvSpPr>
        <p:spPr bwMode="auto">
          <a:xfrm>
            <a:off x="2893773" y="1182279"/>
            <a:ext cx="2014457" cy="727801"/>
          </a:xfrm>
          <a:prstGeom prst="rect">
            <a:avLst/>
          </a:prstGeom>
          <a:solidFill>
            <a:srgbClr val="00A3E0"/>
          </a:solidFill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00913" tIns="50457" rIns="100913" bIns="50457" rtlCol="0" anchor="ctr">
            <a:noAutofit/>
          </a:bodyPr>
          <a:lstStyle/>
          <a:p>
            <a:r>
              <a:rPr lang="en-US" sz="1200" b="1" dirty="0"/>
              <a:t>@Test</a:t>
            </a: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Marks a method as a test method.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CDD074-9524-7B65-F64B-A7568FDBA553}"/>
              </a:ext>
            </a:extLst>
          </p:cNvPr>
          <p:cNvSpPr/>
          <p:nvPr/>
        </p:nvSpPr>
        <p:spPr bwMode="auto">
          <a:xfrm>
            <a:off x="378594" y="1038192"/>
            <a:ext cx="2014457" cy="809951"/>
          </a:xfrm>
          <a:prstGeom prst="rect">
            <a:avLst/>
          </a:prstGeom>
          <a:solidFill>
            <a:srgbClr val="00A3E0"/>
          </a:solidFill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00913" tIns="50457" rIns="100913" bIns="50457" rtlCol="0" anchor="ctr">
            <a:noAutofit/>
          </a:bodyPr>
          <a:lstStyle/>
          <a:p>
            <a:r>
              <a:rPr lang="en-US" sz="1200" b="1" dirty="0"/>
              <a:t>@AfterEach</a:t>
            </a: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Executed after each test method.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D16B13-7993-0AD3-688E-7631ECEA83C6}"/>
              </a:ext>
            </a:extLst>
          </p:cNvPr>
          <p:cNvSpPr/>
          <p:nvPr/>
        </p:nvSpPr>
        <p:spPr bwMode="auto">
          <a:xfrm>
            <a:off x="5499646" y="2439981"/>
            <a:ext cx="2014457" cy="834380"/>
          </a:xfrm>
          <a:prstGeom prst="rect">
            <a:avLst/>
          </a:prstGeom>
          <a:solidFill>
            <a:srgbClr val="00A3E0"/>
          </a:solidFill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00913" tIns="50457" rIns="100913" bIns="50457" rtlCol="0" anchor="ctr">
            <a:noAutofit/>
          </a:bodyPr>
          <a:lstStyle/>
          <a:p>
            <a:r>
              <a:rPr lang="en-US" sz="1200" b="1" dirty="0"/>
              <a:t>@AfterAll</a:t>
            </a: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Executed once after all test methods in the class.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Method must be static.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0617FA9-C637-7A22-00D5-2F7D5E976392}"/>
              </a:ext>
            </a:extLst>
          </p:cNvPr>
          <p:cNvCxnSpPr>
            <a:cxnSpLocks/>
          </p:cNvCxnSpPr>
          <p:nvPr/>
        </p:nvCxnSpPr>
        <p:spPr bwMode="auto">
          <a:xfrm>
            <a:off x="1426463" y="1848143"/>
            <a:ext cx="77910" cy="547455"/>
          </a:xfrm>
          <a:prstGeom prst="straightConnector1">
            <a:avLst/>
          </a:prstGeom>
          <a:ln>
            <a:solidFill>
              <a:srgbClr val="1E2A78"/>
            </a:solidFill>
            <a:headEnd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6C5DC9F-C9C5-A214-AF8A-3F435CD34C59}"/>
              </a:ext>
            </a:extLst>
          </p:cNvPr>
          <p:cNvCxnSpPr>
            <a:cxnSpLocks/>
          </p:cNvCxnSpPr>
          <p:nvPr/>
        </p:nvCxnSpPr>
        <p:spPr bwMode="auto">
          <a:xfrm flipV="1">
            <a:off x="3515360" y="1004151"/>
            <a:ext cx="1558504" cy="342227"/>
          </a:xfrm>
          <a:prstGeom prst="straightConnector1">
            <a:avLst/>
          </a:prstGeom>
          <a:ln>
            <a:solidFill>
              <a:srgbClr val="1E2A78"/>
            </a:solidFill>
            <a:headEnd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7882D2F-4A60-4B37-67EA-AC4C75E8982A}"/>
              </a:ext>
            </a:extLst>
          </p:cNvPr>
          <p:cNvCxnSpPr>
            <a:cxnSpLocks/>
          </p:cNvCxnSpPr>
          <p:nvPr/>
        </p:nvCxnSpPr>
        <p:spPr bwMode="auto">
          <a:xfrm>
            <a:off x="6178531" y="3274361"/>
            <a:ext cx="0" cy="485137"/>
          </a:xfrm>
          <a:prstGeom prst="straightConnector1">
            <a:avLst/>
          </a:prstGeom>
          <a:ln>
            <a:solidFill>
              <a:srgbClr val="1E2A78"/>
            </a:solidFill>
            <a:headEnd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848611"/>
      </p:ext>
    </p:extLst>
  </p:cSld>
  <p:clrMapOvr>
    <a:masterClrMapping/>
  </p:clrMapOvr>
  <p:transition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41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r>
              <a:rPr lang="en-US" sz="1400" dirty="0"/>
              <a:t>Given-When-Then Pattern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8138" y="1015999"/>
            <a:ext cx="8467725" cy="3622675"/>
          </a:xfrm>
        </p:spPr>
        <p:txBody>
          <a:bodyPr/>
          <a:lstStyle/>
          <a:p>
            <a:pPr lvl="2">
              <a:lnSpc>
                <a:spcPct val="150000"/>
              </a:lnSpc>
            </a:pPr>
            <a:r>
              <a:rPr lang="en-US" dirty="0"/>
              <a:t>Explanation of the pattern in software testing.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Advantages of using Given-When-Then for test readability and structure.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87AE1A-80E2-0A32-0E76-73A4C904A0DC}"/>
              </a:ext>
            </a:extLst>
          </p:cNvPr>
          <p:cNvSpPr txBox="1"/>
          <p:nvPr/>
        </p:nvSpPr>
        <p:spPr bwMode="ltGray">
          <a:xfrm>
            <a:off x="1132036" y="2058184"/>
            <a:ext cx="6879927" cy="1076000"/>
          </a:xfrm>
          <a:prstGeom prst="rect">
            <a:avLst/>
          </a:prstGeom>
          <a:solidFill>
            <a:srgbClr val="00A3E0"/>
          </a:solidFill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b="1" dirty="0"/>
              <a:t>Given-When-Then Pattern Overview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/>
              <a:t> Given</a:t>
            </a:r>
            <a:r>
              <a:rPr lang="en-US" sz="1200" dirty="0"/>
              <a:t>: Set up the initial context or preconditions.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/>
              <a:t> When</a:t>
            </a:r>
            <a:r>
              <a:rPr lang="en-US" sz="1200" dirty="0"/>
              <a:t>: Execute the action or behavior to test.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/>
              <a:t> Then</a:t>
            </a:r>
            <a:r>
              <a:rPr lang="en-US" sz="1200" dirty="0"/>
              <a:t>: Verify the expected outcomes.</a:t>
            </a:r>
          </a:p>
        </p:txBody>
      </p:sp>
    </p:spTree>
    <p:extLst>
      <p:ext uri="{BB962C8B-B14F-4D97-AF65-F5344CB8AC3E}">
        <p14:creationId xmlns:p14="http://schemas.microsoft.com/office/powerpoint/2010/main" val="2926530848"/>
      </p:ext>
    </p:extLst>
  </p:cSld>
  <p:clrMapOvr>
    <a:masterClrMapping/>
  </p:clrMapOvr>
  <p:transition>
    <p:wipe dir="r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42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r>
              <a:rPr lang="en-US" sz="1400" dirty="0"/>
              <a:t>Given-When-Then Pattern Example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4D0A97-EA93-283E-4208-FEC420EB2B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05" y="877690"/>
            <a:ext cx="6338580" cy="27595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36FC66C-F0F5-417C-8146-78259DFC351F}"/>
              </a:ext>
            </a:extLst>
          </p:cNvPr>
          <p:cNvSpPr/>
          <p:nvPr/>
        </p:nvSpPr>
        <p:spPr bwMode="auto">
          <a:xfrm>
            <a:off x="4764386" y="681206"/>
            <a:ext cx="3362026" cy="68700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00913" tIns="50457" rIns="100913" bIns="50457" rtlCol="0" anchor="ctr">
            <a:noAutofit/>
          </a:bodyPr>
          <a:lstStyle/>
          <a:p>
            <a:r>
              <a:rPr lang="en-US" sz="1200" dirty="0"/>
              <a:t>Given: Mock the behavior of </a:t>
            </a:r>
            <a:r>
              <a:rPr lang="en-US" sz="1200" dirty="0" err="1"/>
              <a:t>fruitRepository.findByFruitname</a:t>
            </a:r>
            <a:r>
              <a:rPr lang="en-US" sz="1200" dirty="0"/>
              <a:t>(“Apple") to return </a:t>
            </a:r>
            <a:r>
              <a:rPr lang="en-US" sz="1200" dirty="0" err="1"/>
              <a:t>mockFruit</a:t>
            </a:r>
            <a:r>
              <a:rPr lang="en-US" sz="1200" dirty="0"/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E75D6C-502E-92E7-96E2-650C92CBD8C3}"/>
              </a:ext>
            </a:extLst>
          </p:cNvPr>
          <p:cNvSpPr/>
          <p:nvPr/>
        </p:nvSpPr>
        <p:spPr bwMode="auto">
          <a:xfrm>
            <a:off x="5005643" y="3296440"/>
            <a:ext cx="3345877" cy="59798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00913" tIns="50457" rIns="100913" bIns="50457" rtlCol="0" anchor="ctr">
            <a:noAutofit/>
          </a:bodyPr>
          <a:lstStyle/>
          <a:p>
            <a:r>
              <a:rPr lang="en-US" sz="1200" dirty="0"/>
              <a:t>When: Call </a:t>
            </a:r>
            <a:r>
              <a:rPr lang="en-US" sz="1200" dirty="0" err="1"/>
              <a:t>fruitService.findFruitByFruitname</a:t>
            </a:r>
            <a:r>
              <a:rPr lang="en-US" sz="1200" dirty="0"/>
              <a:t>(“Apple").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3637DF-6CDD-86B4-B0DF-4935B9E7D452}"/>
              </a:ext>
            </a:extLst>
          </p:cNvPr>
          <p:cNvSpPr/>
          <p:nvPr/>
        </p:nvSpPr>
        <p:spPr bwMode="auto">
          <a:xfrm>
            <a:off x="441605" y="3912616"/>
            <a:ext cx="3497464" cy="43840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00913" tIns="50457" rIns="100913" bIns="50457" rtlCol="0" anchor="ctr">
            <a:noAutofit/>
          </a:bodyPr>
          <a:lstStyle/>
          <a:p>
            <a:r>
              <a:rPr lang="en-US" sz="1200" dirty="0"/>
              <a:t>Then: Use </a:t>
            </a:r>
            <a:r>
              <a:rPr lang="en-US" sz="1200" dirty="0" err="1"/>
              <a:t>assertEquals</a:t>
            </a:r>
            <a:r>
              <a:rPr lang="en-US" sz="1200" dirty="0"/>
              <a:t> to verify the fruit name and color name of the found fruit.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B77DC91-F3F4-A1CF-1CE2-26D46F2033FC}"/>
              </a:ext>
            </a:extLst>
          </p:cNvPr>
          <p:cNvCxnSpPr>
            <a:stCxn id="6" idx="1"/>
          </p:cNvCxnSpPr>
          <p:nvPr/>
        </p:nvCxnSpPr>
        <p:spPr bwMode="auto">
          <a:xfrm flipH="1">
            <a:off x="1625600" y="1024710"/>
            <a:ext cx="3138786" cy="418010"/>
          </a:xfrm>
          <a:prstGeom prst="straightConnector1">
            <a:avLst/>
          </a:prstGeom>
          <a:noFill/>
          <a:ln w="12700">
            <a:solidFill>
              <a:srgbClr val="00A3E0"/>
            </a:solidFill>
            <a:round/>
            <a:headEnd/>
            <a:tailEnd type="triangle"/>
          </a:ln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2E31F5A-C92D-D16C-C024-08A79046A40A}"/>
              </a:ext>
            </a:extLst>
          </p:cNvPr>
          <p:cNvCxnSpPr/>
          <p:nvPr/>
        </p:nvCxnSpPr>
        <p:spPr bwMode="auto">
          <a:xfrm flipH="1" flipV="1">
            <a:off x="1625600" y="2479040"/>
            <a:ext cx="4124960" cy="817400"/>
          </a:xfrm>
          <a:prstGeom prst="straightConnector1">
            <a:avLst/>
          </a:prstGeom>
          <a:noFill/>
          <a:ln w="12700">
            <a:solidFill>
              <a:srgbClr val="00A3E0"/>
            </a:solidFill>
            <a:round/>
            <a:headEnd/>
            <a:tailEnd type="triangle"/>
          </a:ln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8EFDA15-69C4-5DDA-ECBC-698B795418B1}"/>
              </a:ext>
            </a:extLst>
          </p:cNvPr>
          <p:cNvCxnSpPr/>
          <p:nvPr/>
        </p:nvCxnSpPr>
        <p:spPr bwMode="auto">
          <a:xfrm flipH="1" flipV="1">
            <a:off x="1435947" y="3366223"/>
            <a:ext cx="101600" cy="546393"/>
          </a:xfrm>
          <a:prstGeom prst="straightConnector1">
            <a:avLst/>
          </a:prstGeom>
          <a:noFill/>
          <a:ln w="12700">
            <a:solidFill>
              <a:srgbClr val="00A3E0"/>
            </a:solidFill>
            <a:round/>
            <a:headEnd/>
            <a:tailEnd type="triangle"/>
          </a:ln>
        </p:spPr>
      </p:cxnSp>
    </p:spTree>
    <p:extLst>
      <p:ext uri="{BB962C8B-B14F-4D97-AF65-F5344CB8AC3E}">
        <p14:creationId xmlns:p14="http://schemas.microsoft.com/office/powerpoint/2010/main" val="2938188219"/>
      </p:ext>
    </p:extLst>
  </p:cSld>
  <p:clrMapOvr>
    <a:masterClrMapping/>
  </p:clrMapOvr>
  <p:transition>
    <p:wipe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729DE0D-D94D-BCAE-7B63-776C2D2043C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Introduction to Monitoring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9569B9-97A1-0554-3700-3C97D298ED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577465-1147-30F6-4FB3-59451CA542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Importance of monitoring in application development.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Goals: Ensuring performance, availability, and reliability</a:t>
            </a:r>
          </a:p>
        </p:txBody>
      </p:sp>
    </p:spTree>
    <p:extLst>
      <p:ext uri="{BB962C8B-B14F-4D97-AF65-F5344CB8AC3E}">
        <p14:creationId xmlns:p14="http://schemas.microsoft.com/office/powerpoint/2010/main" val="621796326"/>
      </p:ext>
    </p:extLst>
  </p:cSld>
  <p:clrMapOvr>
    <a:masterClrMapping/>
  </p:clrMapOvr>
  <p:transition>
    <p:wipe dir="r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44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r>
              <a:rPr lang="en-IN" dirty="0"/>
              <a:t>Key Metrics to Monitor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8138" y="1015999"/>
            <a:ext cx="8467725" cy="3622675"/>
          </a:xfrm>
        </p:spPr>
        <p:txBody>
          <a:bodyPr/>
          <a:lstStyle/>
          <a:p>
            <a:pPr lvl="2">
              <a:lnSpc>
                <a:spcPct val="150000"/>
              </a:lnSpc>
            </a:pPr>
            <a:r>
              <a:rPr lang="en-GB" dirty="0"/>
              <a:t>Basic Metrics: CPU usage, memory usage, disk space.</a:t>
            </a:r>
          </a:p>
          <a:p>
            <a:pPr lvl="2">
              <a:lnSpc>
                <a:spcPct val="150000"/>
              </a:lnSpc>
            </a:pPr>
            <a:r>
              <a:rPr lang="en-GB" dirty="0"/>
              <a:t>Application-Specific Metrics: HTTP requests, database queries, cache hits/misses.</a:t>
            </a:r>
          </a:p>
          <a:p>
            <a:pPr lvl="2">
              <a:lnSpc>
                <a:spcPct val="150000"/>
              </a:lnSpc>
            </a:pPr>
            <a:r>
              <a:rPr lang="en-GB" dirty="0"/>
              <a:t>Health Checks: Application health indicators (/actuator/health).</a:t>
            </a:r>
          </a:p>
        </p:txBody>
      </p:sp>
    </p:spTree>
    <p:extLst>
      <p:ext uri="{BB962C8B-B14F-4D97-AF65-F5344CB8AC3E}">
        <p14:creationId xmlns:p14="http://schemas.microsoft.com/office/powerpoint/2010/main" val="884774197"/>
      </p:ext>
    </p:extLst>
  </p:cSld>
  <p:clrMapOvr>
    <a:masterClrMapping/>
  </p:clrMapOvr>
  <p:transition>
    <p:wipe dir="r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45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r>
              <a:rPr lang="en-IN" dirty="0"/>
              <a:t>Using Actuator for Monitoring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8138" y="1015999"/>
            <a:ext cx="8467725" cy="362267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Spring Boot Actuator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Overview: Built-in support for monitoring and managing Spring Boot applications.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Endpoints: /actuator endpoints for metrics, health checks, info, etc.</a:t>
            </a:r>
          </a:p>
          <a:p>
            <a:pPr lvl="2">
              <a:lnSpc>
                <a:spcPct val="150000"/>
              </a:lnSpc>
            </a:pP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rgbClr val="00A3E0"/>
                </a:solidFill>
              </a:rPr>
              <a:t>1. Health Monitoring: 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Use the /actuator/health endpoint to check the health status.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rgbClr val="00A3E0"/>
                </a:solidFill>
              </a:rPr>
              <a:t>2. Metrics Monitoring: 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Access /actuator/metrics for app metrics like memory usage, CPU usage, etc.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rgbClr val="00A3E0"/>
                </a:solidFill>
              </a:rPr>
              <a:t>3. Application Info: 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Provide application-specific information using /actuator/info.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rgbClr val="00A3E0"/>
                </a:solidFill>
              </a:rPr>
              <a:t>4. HTTP Tracing: 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Monitor HTTP request and response traces with /actuator/</a:t>
            </a:r>
            <a:r>
              <a:rPr lang="en-US" dirty="0" err="1"/>
              <a:t>httptrace</a:t>
            </a:r>
            <a:r>
              <a:rPr lang="en-US" dirty="0"/>
              <a:t>.</a:t>
            </a:r>
          </a:p>
          <a:p>
            <a:pPr lvl="1"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184123"/>
      </p:ext>
    </p:extLst>
  </p:cSld>
  <p:clrMapOvr>
    <a:masterClrMapping/>
  </p:clrMapOvr>
  <p:transition>
    <p:wipe dir="r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AE0749-D8CE-4110-47EA-9CB5819098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1DA9FD-6EF8-4CC5-AF9B-B6159B5B937C}" type="slidenum">
              <a:rPr lang="en-GB" noProof="1" smtClean="0"/>
              <a:pPr/>
              <a:t>46</a:t>
            </a:fld>
            <a:endParaRPr lang="en-GB" noProof="1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6F8A16F-CB70-5291-0A5F-36DEFDF86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dirty="0"/>
              <a:t>Enabling Actuator in Spring Boot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4E7C9B-C62E-CFBB-50AC-234C3B74D0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lnSpc>
                <a:spcPts val="650"/>
              </a:lnSpc>
              <a:defRPr/>
            </a:pPr>
            <a:r>
              <a:rPr lang="en-GB">
                <a:ea typeface="Deutsche Bank Text" panose="020B0503020202030204" pitchFamily="34" charset="0"/>
              </a:rPr>
              <a:t>Speaker name. Name of event or project. Date</a:t>
            </a:r>
            <a:endParaRPr lang="en-GB" dirty="0">
              <a:ea typeface="Deutsche Bank Text" panose="020B0503020202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A6B21D-FF00-1C7D-7C89-EA27219863D7}"/>
              </a:ext>
            </a:extLst>
          </p:cNvPr>
          <p:cNvSpPr txBox="1"/>
          <p:nvPr/>
        </p:nvSpPr>
        <p:spPr bwMode="ltGray">
          <a:xfrm>
            <a:off x="2138413" y="820695"/>
            <a:ext cx="3424238" cy="307777"/>
          </a:xfrm>
          <a:prstGeom prst="rect">
            <a:avLst/>
          </a:prstGeom>
          <a:solidFill>
            <a:srgbClr val="00A3E0"/>
          </a:solidFill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 dirty="0"/>
              <a:t>A</a:t>
            </a:r>
            <a:r>
              <a:rPr lang="en-IN" sz="1400" dirty="0"/>
              <a:t>dd dependency to pom.xml file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3AA800-1504-809E-CAA4-4EB6FEDA4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551" y="1195744"/>
            <a:ext cx="5715000" cy="1181100"/>
          </a:xfrm>
          <a:prstGeom prst="rect">
            <a:avLst/>
          </a:prstGeom>
          <a:solidFill>
            <a:srgbClr val="00A3E0"/>
          </a:solidFill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B66393-7C13-4B26-E1FB-FDCEBA2FA1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4524" y="3500861"/>
            <a:ext cx="4581525" cy="742950"/>
          </a:xfrm>
          <a:prstGeom prst="rect">
            <a:avLst/>
          </a:prstGeom>
          <a:solidFill>
            <a:srgbClr val="00A3E0"/>
          </a:solidFill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C4695BB-2B89-D7CF-EE11-8983A3E7F634}"/>
              </a:ext>
            </a:extLst>
          </p:cNvPr>
          <p:cNvSpPr txBox="1"/>
          <p:nvPr/>
        </p:nvSpPr>
        <p:spPr bwMode="ltGray">
          <a:xfrm>
            <a:off x="2672650" y="3091968"/>
            <a:ext cx="4819475" cy="307777"/>
          </a:xfrm>
          <a:prstGeom prst="rect">
            <a:avLst/>
          </a:prstGeom>
          <a:solidFill>
            <a:srgbClr val="00A3E0"/>
          </a:solidFill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 dirty="0"/>
              <a:t>Configure Actuator in </a:t>
            </a:r>
            <a:r>
              <a:rPr lang="en-US" sz="1400" dirty="0" err="1"/>
              <a:t>application.properties</a:t>
            </a:r>
            <a:r>
              <a:rPr lang="en-US" sz="1400" dirty="0"/>
              <a:t>: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911573006"/>
      </p:ext>
    </p:extLst>
  </p:cSld>
  <p:clrMapOvr>
    <a:masterClrMapping/>
  </p:clrMapOvr>
  <p:transition>
    <p:wipe dir="r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47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r>
              <a:rPr lang="en-US" sz="1400" dirty="0"/>
              <a:t>Exposing Actuator Endpoints O/P</a:t>
            </a:r>
            <a:endParaRPr lang="en-IN" sz="14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8138" y="1015999"/>
            <a:ext cx="8467725" cy="362267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Check Health: 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Navigate to </a:t>
            </a:r>
            <a:r>
              <a:rPr lang="en-US" dirty="0">
                <a:hlinkClick r:id="rId3"/>
              </a:rPr>
              <a:t>http://localhost:8080/actuator/health</a:t>
            </a:r>
            <a:endParaRPr lang="en-US" dirty="0"/>
          </a:p>
          <a:p>
            <a:pPr marL="0" lvl="2" indent="0">
              <a:lnSpc>
                <a:spcPct val="150000"/>
              </a:lnSpc>
              <a:buNone/>
            </a:pP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13648BD-0368-0B40-1B55-141BF7CDF5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5174" y="579797"/>
            <a:ext cx="4349376" cy="405887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7C34479-62D9-CBD7-6F3A-E9A5E574D3AE}"/>
              </a:ext>
            </a:extLst>
          </p:cNvPr>
          <p:cNvSpPr txBox="1"/>
          <p:nvPr/>
        </p:nvSpPr>
        <p:spPr bwMode="ltGray">
          <a:xfrm>
            <a:off x="5471504" y="381562"/>
            <a:ext cx="2823977" cy="46166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dirty="0"/>
              <a:t>Shows overall status of your application</a:t>
            </a:r>
            <a:endParaRPr lang="en-IN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DD1E55-FD7D-E70F-5C9B-4D2B0C810075}"/>
              </a:ext>
            </a:extLst>
          </p:cNvPr>
          <p:cNvSpPr txBox="1"/>
          <p:nvPr/>
        </p:nvSpPr>
        <p:spPr bwMode="ltGray">
          <a:xfrm>
            <a:off x="563960" y="2368329"/>
            <a:ext cx="2823977" cy="46166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b="1" dirty="0" err="1"/>
              <a:t>diskSpace</a:t>
            </a:r>
            <a:r>
              <a:rPr lang="en-US" sz="1200" dirty="0"/>
              <a:t>: Information about disk space availability.</a:t>
            </a:r>
            <a:endParaRPr lang="en-IN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E0050D-CC9F-D278-B4D4-C14009014078}"/>
              </a:ext>
            </a:extLst>
          </p:cNvPr>
          <p:cNvSpPr txBox="1"/>
          <p:nvPr/>
        </p:nvSpPr>
        <p:spPr bwMode="ltGray">
          <a:xfrm>
            <a:off x="430661" y="4030542"/>
            <a:ext cx="2823977" cy="276999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IN" sz="1200" b="1" dirty="0"/>
              <a:t>ping</a:t>
            </a:r>
            <a:r>
              <a:rPr lang="en-IN" sz="1200" dirty="0"/>
              <a:t>: Basic connectivity check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86C1413-3E4E-4633-AED8-25A5280AC75F}"/>
              </a:ext>
            </a:extLst>
          </p:cNvPr>
          <p:cNvCxnSpPr>
            <a:stCxn id="3" idx="2"/>
          </p:cNvCxnSpPr>
          <p:nvPr/>
        </p:nvCxnSpPr>
        <p:spPr bwMode="auto">
          <a:xfrm flipH="1">
            <a:off x="5350933" y="843227"/>
            <a:ext cx="1532560" cy="674000"/>
          </a:xfrm>
          <a:prstGeom prst="straightConnector1">
            <a:avLst/>
          </a:prstGeom>
          <a:noFill/>
          <a:ln w="12700">
            <a:solidFill>
              <a:srgbClr val="00A3E0"/>
            </a:solidFill>
            <a:round/>
            <a:headEnd/>
            <a:tailEnd type="triangle"/>
          </a:ln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0B1CC22-9C32-F3D4-1A63-2FBCA80FE447}"/>
              </a:ext>
            </a:extLst>
          </p:cNvPr>
          <p:cNvCxnSpPr>
            <a:stCxn id="4" idx="3"/>
          </p:cNvCxnSpPr>
          <p:nvPr/>
        </p:nvCxnSpPr>
        <p:spPr bwMode="auto">
          <a:xfrm flipV="1">
            <a:off x="3387937" y="2309707"/>
            <a:ext cx="2240703" cy="289455"/>
          </a:xfrm>
          <a:prstGeom prst="straightConnector1">
            <a:avLst/>
          </a:prstGeom>
          <a:noFill/>
          <a:ln w="12700">
            <a:solidFill>
              <a:srgbClr val="00A3E0"/>
            </a:solidFill>
            <a:round/>
            <a:headEnd/>
            <a:tailEnd type="triangle"/>
          </a:ln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245F5C4-54DF-46B1-831F-AFEFAD7D19B1}"/>
              </a:ext>
            </a:extLst>
          </p:cNvPr>
          <p:cNvCxnSpPr>
            <a:stCxn id="6" idx="3"/>
          </p:cNvCxnSpPr>
          <p:nvPr/>
        </p:nvCxnSpPr>
        <p:spPr bwMode="auto">
          <a:xfrm flipV="1">
            <a:off x="3254638" y="3786293"/>
            <a:ext cx="2096295" cy="382749"/>
          </a:xfrm>
          <a:prstGeom prst="straightConnector1">
            <a:avLst/>
          </a:prstGeom>
          <a:noFill/>
          <a:ln w="12700">
            <a:solidFill>
              <a:srgbClr val="00A3E0"/>
            </a:solidFill>
            <a:round/>
            <a:headEnd/>
            <a:tailEnd type="triangle"/>
          </a:ln>
        </p:spPr>
      </p:cxnSp>
    </p:spTree>
    <p:extLst>
      <p:ext uri="{BB962C8B-B14F-4D97-AF65-F5344CB8AC3E}">
        <p14:creationId xmlns:p14="http://schemas.microsoft.com/office/powerpoint/2010/main" val="3138565437"/>
      </p:ext>
    </p:extLst>
  </p:cSld>
  <p:clrMapOvr>
    <a:masterClrMapping/>
  </p:clrMapOvr>
  <p:transition>
    <p:wipe dir="r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06D7579-B3D9-6330-D961-B51A199F31F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Unit Testing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F3498F-6D01-F481-D643-2334B430DE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599378-62D3-010E-2B42-3E56DE9806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776009"/>
      </p:ext>
    </p:extLst>
  </p:cSld>
  <p:clrMapOvr>
    <a:masterClrMapping/>
  </p:clrMapOvr>
  <p:transition>
    <p:wipe dir="r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26060-F225-BBA9-EB63-C6009F196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533986B-BC7D-0AA9-D2D7-161E189222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ea typeface="ＭＳ Ｐゴシック"/>
              </a:rPr>
              <a:t>Spring Dependency Injection: E-Commerce Service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ACC4C1-2854-C3D1-7DBA-E1B2D13953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41C11D-7305-79ED-B1E6-9002601BC1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527993"/>
      </p:ext>
    </p:extLst>
  </p:cSld>
  <p:clrMapOvr>
    <a:masterClrMapping/>
  </p:clrMapOvr>
  <p:transition>
    <p:wipe dir="r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E5890-1091-064B-E9A9-EB369EAC4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971E96B-403E-8533-6C85-CE331EBF2B0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ea typeface="ＭＳ Ｐゴシック"/>
              </a:rPr>
              <a:t>Spring Inversion of Control(IOC): Arcade Game Manager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4505D8-A9C2-018E-2598-AE05C42263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0F20AF-C17D-84D1-FB6A-FC3BA9D7B0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629443"/>
      </p:ext>
    </p:extLst>
  </p:cSld>
  <p:clrMapOvr>
    <a:masterClrMapping/>
  </p:clrMapOvr>
  <p:transition>
    <p:wipe dir="r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8789C59-1775-3C9F-53CD-7E169D81B1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ea typeface="ＭＳ Ｐゴシック"/>
              </a:rPr>
              <a:t>Spring City Zoo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B2BF25-86AE-80E2-356F-488180C790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88B6A3-0C4D-C348-46C8-0667F295D1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904524"/>
      </p:ext>
    </p:extLst>
  </p:cSld>
  <p:clrMapOvr>
    <a:masterClrMapping/>
  </p:clrMapOvr>
  <p:transition>
    <p:wipe dir="r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2098F95-2C62-2740-FD67-1B4EC6EEC3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Programmer to API Developer Sandbox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C62863-C4D8-E452-9B9B-A5FDB6D369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36D947-BCD9-196E-0763-1B282246B6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048039"/>
      </p:ext>
    </p:extLst>
  </p:cSld>
  <p:clrMapOvr>
    <a:masterClrMapping/>
  </p:clrMapOvr>
  <p:transition>
    <p:wipe dir="r"/>
  </p:transition>
</p:sld>
</file>

<file path=ppt/theme/theme1.xml><?xml version="1.0" encoding="utf-8"?>
<a:theme xmlns:a="http://schemas.openxmlformats.org/drawingml/2006/main" name="Deutsche Bank title master 2024 05">
  <a:themeElements>
    <a:clrScheme name="Deutsche Bank 2024 05">
      <a:dk1>
        <a:srgbClr val="000000"/>
      </a:dk1>
      <a:lt1>
        <a:srgbClr val="FFFFFF"/>
      </a:lt1>
      <a:dk2>
        <a:srgbClr val="16184E"/>
      </a:dk2>
      <a:lt2>
        <a:srgbClr val="CCEDF9"/>
      </a:lt2>
      <a:accent1>
        <a:srgbClr val="1E2A78"/>
      </a:accent1>
      <a:accent2>
        <a:srgbClr val="3BB8B8"/>
      </a:accent2>
      <a:accent3>
        <a:srgbClr val="24778D"/>
      </a:accent3>
      <a:accent4>
        <a:srgbClr val="25A62D"/>
      </a:accent4>
      <a:accent5>
        <a:srgbClr val="C9DD03"/>
      </a:accent5>
      <a:accent6>
        <a:srgbClr val="A1AC05"/>
      </a:accent6>
      <a:hlink>
        <a:srgbClr val="00A3E0"/>
      </a:hlink>
      <a:folHlink>
        <a:srgbClr val="00A3E0"/>
      </a:folHlink>
    </a:clrScheme>
    <a:fontScheme name="Deutsche Bank 04.2024">
      <a:majorFont>
        <a:latin typeface="Deutsche Bank Text"/>
        <a:ea typeface="MS PGothic"/>
        <a:cs typeface=""/>
      </a:majorFont>
      <a:minorFont>
        <a:latin typeface="Deutsche Bank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6350">
          <a:noFill/>
          <a:miter lim="800000"/>
          <a:headEnd/>
          <a:tailEnd/>
        </a:ln>
      </a:spPr>
      <a:bodyPr lIns="100913" tIns="50457" rIns="100913" bIns="50457" rtlCol="0" anchor="ctr">
        <a:noAutofit/>
      </a:bodyPr>
      <a:lstStyle>
        <a:defPPr algn="ctr" defTabSz="963613" eaLnBrk="0" hangingPunct="0">
          <a:tabLst>
            <a:tab pos="1257300" algn="l"/>
          </a:tabLst>
          <a:defRPr dirty="0" err="1" smtClean="0">
            <a:solidFill>
              <a:srgbClr val="FFFFFF"/>
            </a:solidFill>
            <a:latin typeface="+mn-lt"/>
          </a:defRPr>
        </a:defPPr>
      </a:lstStyle>
    </a:spDef>
    <a:lnDef>
      <a:spPr bwMode="auto">
        <a:noFill/>
        <a:ln w="12700">
          <a:solidFill>
            <a:schemeClr val="tx1"/>
          </a:solidFill>
          <a:round/>
          <a:headEnd/>
          <a:tailEnd/>
        </a:ln>
      </a:spPr>
      <a:bodyPr/>
      <a:lstStyle/>
    </a:lnDef>
    <a:txDef>
      <a:spPr bwMode="ltGray">
        <a:noFill/>
        <a:ln w="6350">
          <a:noFill/>
          <a:miter lim="800000"/>
          <a:headEnd/>
          <a:tailEnd/>
        </a:ln>
      </a:spPr>
      <a:bodyPr wrap="square" lIns="100913" tIns="50457" rIns="100913" bIns="50457" rtlCol="0" anchor="t" anchorCtr="0">
        <a:spAutoFit/>
      </a:bodyPr>
      <a:lstStyle>
        <a:defPPr eaLnBrk="0" hangingPunct="0">
          <a:defRPr dirty="0" err="1" smtClean="0">
            <a:latin typeface="+mn-lt"/>
          </a:defRPr>
        </a:defPPr>
      </a:lstStyle>
    </a:txDef>
  </a:objectDefaults>
  <a:extraClrSchemeLst/>
  <a:custClrLst>
    <a:custClr name="Deep Blue">
      <a:srgbClr val="1E2A78"/>
    </a:custClr>
    <a:custClr name="Dark Blue">
      <a:srgbClr val="16184E"/>
    </a:custClr>
    <a:custClr name="Bright Blue 100">
      <a:srgbClr val="00A3E0"/>
    </a:custClr>
    <a:custClr name="Vibrant Cyan">
      <a:srgbClr val="00D1FF"/>
    </a:custClr>
    <a:custClr name="Light Blue">
      <a:srgbClr val="ADEBFF"/>
    </a:custClr>
    <a:custClr name="Bright Blue 20">
      <a:srgbClr val="CCEDF9"/>
    </a:custClr>
    <a:custClr name="Bright Blue 10">
      <a:srgbClr val="E1F5FA"/>
    </a:custClr>
    <a:custClr name="Grey">
      <a:srgbClr val="EDF1F7"/>
    </a:custClr>
    <a:custClr name="White">
      <a:srgbClr val="FFFFFF"/>
    </a:custClr>
    <a:custClr name="White">
      <a:srgbClr val="FFFFFF"/>
    </a:custClr>
    <a:custClr name="Turquoise">
      <a:srgbClr val="3BB8B8"/>
    </a:custClr>
    <a:custClr name="Petrol">
      <a:srgbClr val="24778D"/>
    </a:custClr>
    <a:custClr name="Summer Green">
      <a:srgbClr val="25A62D"/>
    </a:custClr>
    <a:custClr name="Spring Green">
      <a:srgbClr val="C9DD03"/>
    </a:custClr>
    <a:custClr name="Autumn Green">
      <a:srgbClr val="A1AC05"/>
    </a:custClr>
    <a:custClr name="Yellow">
      <a:srgbClr val="FFE600"/>
    </a:custClr>
    <a:custClr name="Orange">
      <a:srgbClr val="F28011"/>
    </a:custClr>
    <a:custClr name="Red">
      <a:srgbClr val="E7001D"/>
    </a:custClr>
    <a:custClr name="Night Violet">
      <a:srgbClr val="452061"/>
    </a:custClr>
  </a:custClrLst>
  <a:extLst>
    <a:ext uri="{05A4C25C-085E-4340-85A3-A5531E510DB2}">
      <thm15:themeFamily xmlns:thm15="http://schemas.microsoft.com/office/thememl/2012/main" name="DB-ppt-master-16-9-en-2024-0508.potx" id="{03F4F82C-A993-420A-BE3F-9533B8D296BE}" vid="{F9659FAA-5FD8-4348-BAB2-E491194513AB}"/>
    </a:ext>
  </a:extLst>
</a:theme>
</file>

<file path=ppt/theme/theme2.xml><?xml version="1.0" encoding="utf-8"?>
<a:theme xmlns:a="http://schemas.openxmlformats.org/drawingml/2006/main" name="Deutsche Bank content master 2024 05">
  <a:themeElements>
    <a:clrScheme name="Deutsche Bank 2024 05">
      <a:dk1>
        <a:srgbClr val="000000"/>
      </a:dk1>
      <a:lt1>
        <a:srgbClr val="FFFFFF"/>
      </a:lt1>
      <a:dk2>
        <a:srgbClr val="16184E"/>
      </a:dk2>
      <a:lt2>
        <a:srgbClr val="CCEDF9"/>
      </a:lt2>
      <a:accent1>
        <a:srgbClr val="1E2A78"/>
      </a:accent1>
      <a:accent2>
        <a:srgbClr val="3BB8B8"/>
      </a:accent2>
      <a:accent3>
        <a:srgbClr val="24778D"/>
      </a:accent3>
      <a:accent4>
        <a:srgbClr val="25A62D"/>
      </a:accent4>
      <a:accent5>
        <a:srgbClr val="C9DD03"/>
      </a:accent5>
      <a:accent6>
        <a:srgbClr val="A1AC05"/>
      </a:accent6>
      <a:hlink>
        <a:srgbClr val="00A3E0"/>
      </a:hlink>
      <a:folHlink>
        <a:srgbClr val="00A3E0"/>
      </a:folHlink>
    </a:clrScheme>
    <a:fontScheme name="Deutsche Bank 04.2024">
      <a:majorFont>
        <a:latin typeface="Deutsche Bank Text"/>
        <a:ea typeface="MS PGothic"/>
        <a:cs typeface=""/>
      </a:majorFont>
      <a:minorFont>
        <a:latin typeface="Deutsche Bank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6350">
          <a:noFill/>
          <a:miter lim="800000"/>
          <a:headEnd/>
          <a:tailEnd/>
        </a:ln>
      </a:spPr>
      <a:bodyPr lIns="100913" tIns="50457" rIns="100913" bIns="50457" rtlCol="0" anchor="ctr">
        <a:noAutofit/>
      </a:bodyPr>
      <a:lstStyle>
        <a:defPPr algn="ctr" defTabSz="963613" eaLnBrk="0" hangingPunct="0">
          <a:tabLst>
            <a:tab pos="1257300" algn="l"/>
          </a:tabLst>
          <a:defRPr dirty="0" err="1" smtClean="0">
            <a:solidFill>
              <a:srgbClr val="FFFFFF"/>
            </a:solidFill>
            <a:latin typeface="+mn-lt"/>
          </a:defRPr>
        </a:defPPr>
      </a:lstStyle>
    </a:spDef>
    <a:lnDef>
      <a:spPr bwMode="auto">
        <a:noFill/>
        <a:ln w="12700">
          <a:solidFill>
            <a:schemeClr val="tx1"/>
          </a:solidFill>
          <a:round/>
          <a:headEnd/>
          <a:tailEnd/>
        </a:ln>
      </a:spPr>
      <a:bodyPr/>
      <a:lstStyle/>
    </a:lnDef>
    <a:txDef>
      <a:spPr bwMode="ltGray">
        <a:noFill/>
        <a:ln w="6350">
          <a:noFill/>
          <a:miter lim="800000"/>
          <a:headEnd/>
          <a:tailEnd/>
        </a:ln>
      </a:spPr>
      <a:bodyPr wrap="square" lIns="100913" tIns="50457" rIns="100913" bIns="50457" rtlCol="0" anchor="t" anchorCtr="0">
        <a:spAutoFit/>
      </a:bodyPr>
      <a:lstStyle>
        <a:defPPr eaLnBrk="0" hangingPunct="0">
          <a:defRPr dirty="0" err="1" smtClean="0">
            <a:latin typeface="+mn-lt"/>
          </a:defRPr>
        </a:defPPr>
      </a:lstStyle>
    </a:txDef>
  </a:objectDefaults>
  <a:extraClrSchemeLst/>
  <a:custClrLst>
    <a:custClr name="Deep Blue">
      <a:srgbClr val="1E2A78"/>
    </a:custClr>
    <a:custClr name="Dark Blue">
      <a:srgbClr val="16184E"/>
    </a:custClr>
    <a:custClr name="Bright Blue 100">
      <a:srgbClr val="00A3E0"/>
    </a:custClr>
    <a:custClr name="Vibrant Cyan">
      <a:srgbClr val="00D1FF"/>
    </a:custClr>
    <a:custClr name="Light Blue">
      <a:srgbClr val="ADEBFF"/>
    </a:custClr>
    <a:custClr name="Bright Blue 20">
      <a:srgbClr val="CCEDF9"/>
    </a:custClr>
    <a:custClr name="Bright Blue 10">
      <a:srgbClr val="E1F5FA"/>
    </a:custClr>
    <a:custClr name="Grey">
      <a:srgbClr val="EDF1F7"/>
    </a:custClr>
    <a:custClr name="White">
      <a:srgbClr val="FFFFFF"/>
    </a:custClr>
    <a:custClr name="White">
      <a:srgbClr val="FFFFFF"/>
    </a:custClr>
    <a:custClr name="Turquoise">
      <a:srgbClr val="3BB8B8"/>
    </a:custClr>
    <a:custClr name="Petrol">
      <a:srgbClr val="24778D"/>
    </a:custClr>
    <a:custClr name="Summer Green">
      <a:srgbClr val="25A62D"/>
    </a:custClr>
    <a:custClr name="Spring Green">
      <a:srgbClr val="C9DD03"/>
    </a:custClr>
    <a:custClr name="Autumn Green">
      <a:srgbClr val="A1AC05"/>
    </a:custClr>
    <a:custClr name="Yellow">
      <a:srgbClr val="FFE600"/>
    </a:custClr>
    <a:custClr name="Orange">
      <a:srgbClr val="F28011"/>
    </a:custClr>
    <a:custClr name="Red">
      <a:srgbClr val="E7001D"/>
    </a:custClr>
    <a:custClr name="Night Violet">
      <a:srgbClr val="452061"/>
    </a:custClr>
  </a:custClrLst>
  <a:extLst>
    <a:ext uri="{05A4C25C-085E-4340-85A3-A5531E510DB2}">
      <thm15:themeFamily xmlns:thm15="http://schemas.microsoft.com/office/thememl/2012/main" name="DB-ppt-master-16-9-en-2024-0508.potx" id="{03F4F82C-A993-420A-BE3F-9533B8D296BE}" vid="{F22E8401-D8BC-4370-AC03-B59A9642005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DB-ppt-master-16-9-en-2024-0508</Template>
  <TotalTime>39</TotalTime>
  <Words>2351</Words>
  <Application>Microsoft Office PowerPoint</Application>
  <PresentationFormat>On-screen Show (16:9)</PresentationFormat>
  <Paragraphs>373</Paragraphs>
  <Slides>53</Slides>
  <Notes>32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53</vt:i4>
      </vt:variant>
    </vt:vector>
  </HeadingPairs>
  <TitlesOfParts>
    <vt:vector size="55" baseType="lpstr">
      <vt:lpstr>Deutsche Bank title master 2024 05</vt:lpstr>
      <vt:lpstr>Deutsche Bank content master 2024 05</vt:lpstr>
      <vt:lpstr>PowerPoint Presentation</vt:lpstr>
      <vt:lpstr>What is Spring MVC?</vt:lpstr>
      <vt:lpstr>Spring Boot and Spring MVC</vt:lpstr>
      <vt:lpstr>Setting Up Spring MVC in Spring Boot</vt:lpstr>
      <vt:lpstr>Handling Web Requests</vt:lpstr>
      <vt:lpstr>Response in Postman</vt:lpstr>
      <vt:lpstr>Introduction to H2 Database</vt:lpstr>
      <vt:lpstr>Having H2 db on your machine</vt:lpstr>
      <vt:lpstr>Installing H2 on your machine</vt:lpstr>
      <vt:lpstr>Accessing H2 db console</vt:lpstr>
      <vt:lpstr>PowerPoint Presentation</vt:lpstr>
      <vt:lpstr>Configuring H2 in Spring Boot </vt:lpstr>
      <vt:lpstr>Building RESTful APIs with Spring MVC</vt:lpstr>
      <vt:lpstr>Key Principles of REST</vt:lpstr>
      <vt:lpstr>PowerPoint Presentation</vt:lpstr>
      <vt:lpstr>Setting Up Spring MVC for REST</vt:lpstr>
      <vt:lpstr>Creating a REST Controller</vt:lpstr>
      <vt:lpstr>Mapping HTTP Methods </vt:lpstr>
      <vt:lpstr>Handling Request and Response Data</vt:lpstr>
      <vt:lpstr>PowerPoint Presentation</vt:lpstr>
      <vt:lpstr>PowerPoint Presentation</vt:lpstr>
      <vt:lpstr>Working with Spring Data JPA</vt:lpstr>
      <vt:lpstr>Key Features of Spring Data JPA</vt:lpstr>
      <vt:lpstr>Setting Up Spring Data JPA</vt:lpstr>
      <vt:lpstr> Defining an Entity</vt:lpstr>
      <vt:lpstr>Creating a Repository Interface</vt:lpstr>
      <vt:lpstr>At a glance CRUD Operations</vt:lpstr>
      <vt:lpstr>PowerPoint Presentation</vt:lpstr>
      <vt:lpstr>PowerPoint Presentation</vt:lpstr>
      <vt:lpstr>Introduction to Spring Security</vt:lpstr>
      <vt:lpstr>Integration with Spring Boot</vt:lpstr>
      <vt:lpstr>In-Memory Authentication</vt:lpstr>
      <vt:lpstr>In-Memory Authentication Benefits</vt:lpstr>
      <vt:lpstr>Authentication Providers</vt:lpstr>
      <vt:lpstr>Authentication Providers - JDBC</vt:lpstr>
      <vt:lpstr>Basic Configuration Authorization: Annotations Approach</vt:lpstr>
      <vt:lpstr>Common Security Filters</vt:lpstr>
      <vt:lpstr>Common Security Filters</vt:lpstr>
      <vt:lpstr>Introduction to Testing in Spring Boot</vt:lpstr>
      <vt:lpstr>Structure of a JUnit Test Method</vt:lpstr>
      <vt:lpstr>Structure of a JUnit Test Method</vt:lpstr>
      <vt:lpstr>Given-When-Then Pattern</vt:lpstr>
      <vt:lpstr>Given-When-Then Pattern Example</vt:lpstr>
      <vt:lpstr>PowerPoint Presentation</vt:lpstr>
      <vt:lpstr>Key Metrics to Monitor</vt:lpstr>
      <vt:lpstr>Using Actuator for Monitoring</vt:lpstr>
      <vt:lpstr>Enabling Actuator in Spring Boot</vt:lpstr>
      <vt:lpstr>Exposing Actuator Endpoints O/P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Cynthia Majhi</dc:creator>
  <cp:keywords/>
  <dc:description/>
  <cp:lastModifiedBy>Cynthia Majhi</cp:lastModifiedBy>
  <cp:revision>16</cp:revision>
  <dcterms:created xsi:type="dcterms:W3CDTF">2024-07-09T10:29:14Z</dcterms:created>
  <dcterms:modified xsi:type="dcterms:W3CDTF">2025-07-07T17:34:54Z</dcterms:modified>
  <cp:category/>
</cp:coreProperties>
</file>