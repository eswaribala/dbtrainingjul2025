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p:sldMasterIdLst>
    <p:sldMasterId id="2147485431" r:id="rId1"/>
    <p:sldMasterId id="2147485382" r:id="rId2"/>
  </p:sldMasterIdLst>
  <p:notesMasterIdLst>
    <p:notesMasterId r:id="rId82"/>
  </p:notesMasterIdLst>
  <p:handoutMasterIdLst>
    <p:handoutMasterId r:id="rId83"/>
  </p:handoutMasterIdLst>
  <p:sldIdLst>
    <p:sldId id="345" r:id="rId3"/>
    <p:sldId id="353" r:id="rId4"/>
    <p:sldId id="305" r:id="rId5"/>
    <p:sldId id="382" r:id="rId6"/>
    <p:sldId id="370" r:id="rId7"/>
    <p:sldId id="383" r:id="rId8"/>
    <p:sldId id="384" r:id="rId9"/>
    <p:sldId id="385" r:id="rId10"/>
    <p:sldId id="381" r:id="rId11"/>
    <p:sldId id="386" r:id="rId12"/>
    <p:sldId id="387" r:id="rId13"/>
    <p:sldId id="388" r:id="rId14"/>
    <p:sldId id="389" r:id="rId15"/>
    <p:sldId id="390" r:id="rId16"/>
    <p:sldId id="391" r:id="rId17"/>
    <p:sldId id="392" r:id="rId18"/>
    <p:sldId id="393" r:id="rId19"/>
    <p:sldId id="348" r:id="rId20"/>
    <p:sldId id="394" r:id="rId21"/>
    <p:sldId id="396" r:id="rId22"/>
    <p:sldId id="397" r:id="rId23"/>
    <p:sldId id="398" r:id="rId24"/>
    <p:sldId id="374" r:id="rId25"/>
    <p:sldId id="399" r:id="rId26"/>
    <p:sldId id="376" r:id="rId27"/>
    <p:sldId id="400" r:id="rId28"/>
    <p:sldId id="401" r:id="rId29"/>
    <p:sldId id="402" r:id="rId30"/>
    <p:sldId id="403" r:id="rId31"/>
    <p:sldId id="404" r:id="rId32"/>
    <p:sldId id="405" r:id="rId33"/>
    <p:sldId id="406" r:id="rId34"/>
    <p:sldId id="346" r:id="rId35"/>
    <p:sldId id="408" r:id="rId36"/>
    <p:sldId id="407" r:id="rId37"/>
    <p:sldId id="409" r:id="rId38"/>
    <p:sldId id="410" r:id="rId39"/>
    <p:sldId id="411" r:id="rId40"/>
    <p:sldId id="412" r:id="rId41"/>
    <p:sldId id="413" r:id="rId42"/>
    <p:sldId id="414" r:id="rId43"/>
    <p:sldId id="415" r:id="rId44"/>
    <p:sldId id="416" r:id="rId45"/>
    <p:sldId id="417" r:id="rId46"/>
    <p:sldId id="418" r:id="rId47"/>
    <p:sldId id="419" r:id="rId48"/>
    <p:sldId id="420" r:id="rId49"/>
    <p:sldId id="421" r:id="rId50"/>
    <p:sldId id="422" r:id="rId51"/>
    <p:sldId id="347" r:id="rId52"/>
    <p:sldId id="423" r:id="rId53"/>
    <p:sldId id="424" r:id="rId54"/>
    <p:sldId id="425" r:id="rId55"/>
    <p:sldId id="426" r:id="rId56"/>
    <p:sldId id="427" r:id="rId57"/>
    <p:sldId id="428" r:id="rId58"/>
    <p:sldId id="429" r:id="rId59"/>
    <p:sldId id="395" r:id="rId60"/>
    <p:sldId id="430" r:id="rId61"/>
    <p:sldId id="431" r:id="rId62"/>
    <p:sldId id="432" r:id="rId63"/>
    <p:sldId id="433" r:id="rId64"/>
    <p:sldId id="434" r:id="rId65"/>
    <p:sldId id="435" r:id="rId66"/>
    <p:sldId id="436" r:id="rId67"/>
    <p:sldId id="437" r:id="rId68"/>
    <p:sldId id="438" r:id="rId69"/>
    <p:sldId id="439" r:id="rId70"/>
    <p:sldId id="440" r:id="rId71"/>
    <p:sldId id="441" r:id="rId72"/>
    <p:sldId id="442" r:id="rId73"/>
    <p:sldId id="443" r:id="rId74"/>
    <p:sldId id="444" r:id="rId75"/>
    <p:sldId id="445" r:id="rId76"/>
    <p:sldId id="446" r:id="rId77"/>
    <p:sldId id="447" r:id="rId78"/>
    <p:sldId id="448" r:id="rId79"/>
    <p:sldId id="449" r:id="rId80"/>
    <p:sldId id="450" r:id="rId81"/>
  </p:sldIdLst>
  <p:sldSz cx="10080625" cy="7559675"/>
  <p:notesSz cx="6794500" cy="9906000"/>
  <p:embeddedFontLst>
    <p:embeddedFont>
      <p:font typeface="Arial Narrow" panose="020B0606020202030204" pitchFamily="34" charset="0"/>
      <p:regular r:id="rId84"/>
      <p:bold r:id="rId85"/>
      <p:italic r:id="rId86"/>
      <p:boldItalic r:id="rId87"/>
    </p:embeddedFont>
    <p:embeddedFont>
      <p:font typeface="Constantia" panose="02030602050306030303" pitchFamily="18" charset="0"/>
      <p:regular r:id="rId88"/>
      <p:bold r:id="rId89"/>
      <p:italic r:id="rId90"/>
      <p:boldItalic r:id="rId91"/>
    </p:embeddedFont>
    <p:embeddedFont>
      <p:font typeface="Deutsche Bank Text" panose="020B0604020202020204" charset="0"/>
      <p:regular r:id="rId92"/>
      <p:italic r:id="rId93"/>
    </p:embeddedFont>
  </p:embeddedFontLst>
  <p:defaultTextStyle>
    <a:defPPr>
      <a:defRPr lang="de-DE"/>
    </a:defPPr>
    <a:lvl1pPr algn="l" defTabSz="1007967" rtl="0" fontAlgn="base">
      <a:spcBef>
        <a:spcPct val="0"/>
      </a:spcBef>
      <a:spcAft>
        <a:spcPct val="0"/>
      </a:spcAft>
      <a:defRPr sz="2000" kern="1200">
        <a:solidFill>
          <a:schemeClr val="tx1"/>
        </a:solidFill>
        <a:latin typeface="Arial" charset="0"/>
        <a:ea typeface="+mn-ea"/>
        <a:cs typeface="Arial" charset="0"/>
      </a:defRPr>
    </a:lvl1pPr>
    <a:lvl2pPr marL="503190" indent="-46034" algn="l" defTabSz="1007967" rtl="0" fontAlgn="base">
      <a:spcBef>
        <a:spcPct val="0"/>
      </a:spcBef>
      <a:spcAft>
        <a:spcPct val="0"/>
      </a:spcAft>
      <a:defRPr sz="2000" kern="1200">
        <a:solidFill>
          <a:schemeClr val="tx1"/>
        </a:solidFill>
        <a:latin typeface="Arial" charset="0"/>
        <a:ea typeface="+mn-ea"/>
        <a:cs typeface="Arial" charset="0"/>
      </a:defRPr>
    </a:lvl2pPr>
    <a:lvl3pPr marL="1007967" indent="-93654" algn="l" defTabSz="1007967" rtl="0" fontAlgn="base">
      <a:spcBef>
        <a:spcPct val="0"/>
      </a:spcBef>
      <a:spcAft>
        <a:spcPct val="0"/>
      </a:spcAft>
      <a:defRPr sz="2000" kern="1200">
        <a:solidFill>
          <a:schemeClr val="tx1"/>
        </a:solidFill>
        <a:latin typeface="Arial" charset="0"/>
        <a:ea typeface="+mn-ea"/>
        <a:cs typeface="Arial" charset="0"/>
      </a:defRPr>
    </a:lvl3pPr>
    <a:lvl4pPr marL="1512745" indent="-141274" algn="l" defTabSz="1007967" rtl="0" fontAlgn="base">
      <a:spcBef>
        <a:spcPct val="0"/>
      </a:spcBef>
      <a:spcAft>
        <a:spcPct val="0"/>
      </a:spcAft>
      <a:defRPr sz="2000" kern="1200">
        <a:solidFill>
          <a:schemeClr val="tx1"/>
        </a:solidFill>
        <a:latin typeface="Arial" charset="0"/>
        <a:ea typeface="+mn-ea"/>
        <a:cs typeface="Arial" charset="0"/>
      </a:defRPr>
    </a:lvl4pPr>
    <a:lvl5pPr marL="2017521" indent="-188896" algn="l" defTabSz="1007967" rtl="0" fontAlgn="base">
      <a:spcBef>
        <a:spcPct val="0"/>
      </a:spcBef>
      <a:spcAft>
        <a:spcPct val="0"/>
      </a:spcAft>
      <a:defRPr sz="2000" kern="1200">
        <a:solidFill>
          <a:schemeClr val="tx1"/>
        </a:solidFill>
        <a:latin typeface="Arial" charset="0"/>
        <a:ea typeface="+mn-ea"/>
        <a:cs typeface="Arial" charset="0"/>
      </a:defRPr>
    </a:lvl5pPr>
    <a:lvl6pPr marL="2285783" algn="l" defTabSz="914313" rtl="0" eaLnBrk="1" latinLnBrk="0" hangingPunct="1">
      <a:defRPr sz="2000" kern="1200">
        <a:solidFill>
          <a:schemeClr val="tx1"/>
        </a:solidFill>
        <a:latin typeface="Arial" charset="0"/>
        <a:ea typeface="+mn-ea"/>
        <a:cs typeface="Arial" charset="0"/>
      </a:defRPr>
    </a:lvl6pPr>
    <a:lvl7pPr marL="2742939" algn="l" defTabSz="914313" rtl="0" eaLnBrk="1" latinLnBrk="0" hangingPunct="1">
      <a:defRPr sz="2000" kern="1200">
        <a:solidFill>
          <a:schemeClr val="tx1"/>
        </a:solidFill>
        <a:latin typeface="Arial" charset="0"/>
        <a:ea typeface="+mn-ea"/>
        <a:cs typeface="Arial" charset="0"/>
      </a:defRPr>
    </a:lvl7pPr>
    <a:lvl8pPr marL="3200096" algn="l" defTabSz="914313" rtl="0" eaLnBrk="1" latinLnBrk="0" hangingPunct="1">
      <a:defRPr sz="2000" kern="1200">
        <a:solidFill>
          <a:schemeClr val="tx1"/>
        </a:solidFill>
        <a:latin typeface="Arial" charset="0"/>
        <a:ea typeface="+mn-ea"/>
        <a:cs typeface="Arial" charset="0"/>
      </a:defRPr>
    </a:lvl8pPr>
    <a:lvl9pPr marL="3657252" algn="l" defTabSz="914313" rtl="0" eaLnBrk="1" latinLnBrk="0" hangingPunct="1">
      <a:defRPr sz="2000"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D41988A0-5E2A-4E69-BE9B-DE2FF46D336C}">
          <p14:sldIdLst>
            <p14:sldId id="345"/>
          </p14:sldIdLst>
        </p14:section>
        <p14:section name="Module 1" id="{6A5A50A3-F947-4D59-BFB2-F46C0372E741}">
          <p14:sldIdLst>
            <p14:sldId id="353"/>
            <p14:sldId id="305"/>
            <p14:sldId id="382"/>
            <p14:sldId id="370"/>
            <p14:sldId id="383"/>
            <p14:sldId id="384"/>
            <p14:sldId id="385"/>
            <p14:sldId id="381"/>
            <p14:sldId id="386"/>
            <p14:sldId id="387"/>
            <p14:sldId id="388"/>
            <p14:sldId id="389"/>
            <p14:sldId id="390"/>
            <p14:sldId id="391"/>
            <p14:sldId id="392"/>
            <p14:sldId id="393"/>
            <p14:sldId id="348"/>
            <p14:sldId id="394"/>
            <p14:sldId id="396"/>
            <p14:sldId id="397"/>
            <p14:sldId id="398"/>
            <p14:sldId id="374"/>
            <p14:sldId id="399"/>
            <p14:sldId id="376"/>
            <p14:sldId id="400"/>
            <p14:sldId id="401"/>
            <p14:sldId id="402"/>
            <p14:sldId id="403"/>
            <p14:sldId id="404"/>
            <p14:sldId id="405"/>
            <p14:sldId id="406"/>
            <p14:sldId id="346"/>
            <p14:sldId id="408"/>
            <p14:sldId id="407"/>
            <p14:sldId id="409"/>
            <p14:sldId id="410"/>
            <p14:sldId id="411"/>
            <p14:sldId id="412"/>
          </p14:sldIdLst>
        </p14:section>
        <p14:section name="Module 2" id="{B63E1D85-2527-4EBF-A1A1-26C2D92DDBCF}">
          <p14:sldIdLst>
            <p14:sldId id="413"/>
            <p14:sldId id="414"/>
            <p14:sldId id="415"/>
            <p14:sldId id="416"/>
            <p14:sldId id="417"/>
            <p14:sldId id="418"/>
            <p14:sldId id="419"/>
            <p14:sldId id="420"/>
            <p14:sldId id="421"/>
            <p14:sldId id="422"/>
            <p14:sldId id="347"/>
            <p14:sldId id="423"/>
            <p14:sldId id="424"/>
            <p14:sldId id="425"/>
            <p14:sldId id="426"/>
            <p14:sldId id="427"/>
            <p14:sldId id="428"/>
            <p14:sldId id="429"/>
            <p14:sldId id="395"/>
            <p14:sldId id="430"/>
            <p14:sldId id="431"/>
            <p14:sldId id="432"/>
            <p14:sldId id="433"/>
            <p14:sldId id="434"/>
            <p14:sldId id="435"/>
            <p14:sldId id="436"/>
            <p14:sldId id="437"/>
            <p14:sldId id="438"/>
            <p14:sldId id="439"/>
          </p14:sldIdLst>
        </p14:section>
        <p14:section name="LABS" id="{72DA41B7-D92B-471D-A329-46A61F715673}">
          <p14:sldIdLst>
            <p14:sldId id="440"/>
            <p14:sldId id="441"/>
            <p14:sldId id="442"/>
            <p14:sldId id="443"/>
            <p14:sldId id="444"/>
            <p14:sldId id="445"/>
            <p14:sldId id="446"/>
            <p14:sldId id="447"/>
            <p14:sldId id="448"/>
            <p14:sldId id="449"/>
            <p14:sldId id="45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20">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256D"/>
    <a:srgbClr val="18246A"/>
    <a:srgbClr val="1B1D5F"/>
    <a:srgbClr val="202272"/>
    <a:srgbClr val="23257B"/>
    <a:srgbClr val="671E75"/>
    <a:srgbClr val="E1F5FA"/>
    <a:srgbClr val="CCEDF9"/>
    <a:srgbClr val="1E2A78"/>
    <a:srgbClr val="121D69"/>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Designformatvorlage 1 - Akz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405" autoAdjust="0"/>
    <p:restoredTop sz="96339" autoAdjust="0"/>
  </p:normalViewPr>
  <p:slideViewPr>
    <p:cSldViewPr snapToGrid="0" snapToObjects="1" showGuides="1">
      <p:cViewPr varScale="1">
        <p:scale>
          <a:sx n="63" d="100"/>
          <a:sy n="63" d="100"/>
        </p:scale>
        <p:origin x="672" y="56"/>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showGuides="1">
      <p:cViewPr varScale="1">
        <p:scale>
          <a:sx n="115" d="100"/>
          <a:sy n="115" d="100"/>
        </p:scale>
        <p:origin x="5491" y="58"/>
      </p:cViewPr>
      <p:guideLst>
        <p:guide orient="horz" pos="3120"/>
        <p:guide pos="214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font" Target="fonts/font7.fntdata"/><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font" Target="fonts/font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handoutMaster" Target="handoutMasters/handoutMaster1.xml"/><Relationship Id="rId88" Type="http://schemas.openxmlformats.org/officeDocument/2006/relationships/font" Target="fonts/font5.fntdata"/><Relationship Id="rId91" Type="http://schemas.openxmlformats.org/officeDocument/2006/relationships/font" Target="fonts/font8.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font" Target="fonts/font3.fntdata"/><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9.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4.fntdata"/><Relationship Id="rId61" Type="http://schemas.openxmlformats.org/officeDocument/2006/relationships/slide" Target="slides/slide59.xml"/><Relationship Id="rId82"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wrap="square" lIns="91440" tIns="45720" rIns="91440" bIns="45720" numCol="1" anchor="t" anchorCtr="0" compatLnSpc="1">
            <a:prstTxWarp prst="textNoShape">
              <a:avLst/>
            </a:prstTxWarp>
          </a:bodyPr>
          <a:lstStyle>
            <a:lvl1pPr>
              <a:defRPr sz="1200">
                <a:latin typeface="Arial" charset="0"/>
                <a:ea typeface="+mn-ea"/>
                <a:cs typeface="Arial" charset="0"/>
              </a:defRPr>
            </a:lvl1pPr>
          </a:lstStyle>
          <a:p>
            <a:pPr>
              <a:defRPr/>
            </a:pPr>
            <a:endParaRPr lang="en-GB" dirty="0">
              <a:latin typeface="Deutsche Bank Text" panose="020B0503020202030204" pitchFamily="34" charset="0"/>
              <a:cs typeface="Deutsche Bank Text" panose="020B0503020202030204" pitchFamily="34" charset="0"/>
            </a:endParaRPr>
          </a:p>
        </p:txBody>
      </p:sp>
      <p:sp>
        <p:nvSpPr>
          <p:cNvPr id="3" name="Date Placeholder 2"/>
          <p:cNvSpPr>
            <a:spLocks noGrp="1"/>
          </p:cNvSpPr>
          <p:nvPr>
            <p:ph type="dt" sz="quarter" idx="1"/>
          </p:nvPr>
        </p:nvSpPr>
        <p:spPr>
          <a:xfrm>
            <a:off x="3848100" y="0"/>
            <a:ext cx="2944813" cy="4953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E9BAC376-ACF6-4037-8F33-4FBF19ACBAFA}" type="datetime1">
              <a:rPr lang="en-US">
                <a:latin typeface="Deutsche Bank Text" panose="020B0503020202030204" pitchFamily="34" charset="0"/>
                <a:cs typeface="Deutsche Bank Text" panose="020B0503020202030204" pitchFamily="34" charset="0"/>
              </a:rPr>
              <a:pPr>
                <a:defRPr/>
              </a:pPr>
              <a:t>7/4/2024</a:t>
            </a:fld>
            <a:endParaRPr lang="en-GB" dirty="0">
              <a:latin typeface="Deutsche Bank Text" panose="020B0503020202030204" pitchFamily="34" charset="0"/>
              <a:cs typeface="Deutsche Bank Text" panose="020B0503020202030204" pitchFamily="34" charset="0"/>
            </a:endParaRPr>
          </a:p>
        </p:txBody>
      </p:sp>
      <p:sp>
        <p:nvSpPr>
          <p:cNvPr id="4" name="Footer Placeholder 3"/>
          <p:cNvSpPr>
            <a:spLocks noGrp="1"/>
          </p:cNvSpPr>
          <p:nvPr>
            <p:ph type="ftr" sz="quarter" idx="2"/>
          </p:nvPr>
        </p:nvSpPr>
        <p:spPr>
          <a:xfrm>
            <a:off x="0" y="9409113"/>
            <a:ext cx="2944813" cy="495300"/>
          </a:xfrm>
          <a:prstGeom prst="rect">
            <a:avLst/>
          </a:prstGeom>
        </p:spPr>
        <p:txBody>
          <a:bodyPr vert="horz" wrap="square" lIns="91440" tIns="45720" rIns="91440" bIns="45720" numCol="1" anchor="b" anchorCtr="0" compatLnSpc="1">
            <a:prstTxWarp prst="textNoShape">
              <a:avLst/>
            </a:prstTxWarp>
          </a:bodyPr>
          <a:lstStyle>
            <a:lvl1pPr>
              <a:defRPr sz="1200">
                <a:latin typeface="Arial" charset="0"/>
                <a:ea typeface="+mn-ea"/>
                <a:cs typeface="Arial" charset="0"/>
              </a:defRPr>
            </a:lvl1pPr>
          </a:lstStyle>
          <a:p>
            <a:pPr>
              <a:defRPr/>
            </a:pPr>
            <a:endParaRPr lang="en-GB" dirty="0">
              <a:latin typeface="Deutsche Bank Text" panose="020B0503020202030204" pitchFamily="34" charset="0"/>
              <a:cs typeface="Deutsche Bank Text" panose="020B0503020202030204" pitchFamily="34" charset="0"/>
            </a:endParaRPr>
          </a:p>
        </p:txBody>
      </p:sp>
      <p:sp>
        <p:nvSpPr>
          <p:cNvPr id="5" name="Slide Number Placeholder 4"/>
          <p:cNvSpPr>
            <a:spLocks noGrp="1"/>
          </p:cNvSpPr>
          <p:nvPr>
            <p:ph type="sldNum" sz="quarter" idx="3"/>
          </p:nvPr>
        </p:nvSpPr>
        <p:spPr>
          <a:xfrm>
            <a:off x="3848100" y="9409113"/>
            <a:ext cx="2944813" cy="4953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89938E28-B09B-447E-BCAC-DE51036E3ED3}" type="slidenum">
              <a:rPr lang="en-GB">
                <a:latin typeface="Deutsche Bank Text" panose="020B0503020202030204" pitchFamily="34" charset="0"/>
                <a:cs typeface="Deutsche Bank Text" panose="020B0503020202030204" pitchFamily="34" charset="0"/>
              </a:rPr>
              <a:pPr>
                <a:defRPr/>
              </a:pPr>
              <a:t>‹#›</a:t>
            </a:fld>
            <a:endParaRPr lang="en-GB"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0011513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0" userDrawn="1">
          <p15:clr>
            <a:srgbClr val="F26B43"/>
          </p15:clr>
        </p15:guide>
        <p15:guide id="2" pos="21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wrap="square" lIns="91440" tIns="45720" rIns="91440" bIns="45720" numCol="1" anchor="t" anchorCtr="0" compatLnSpc="1">
            <a:prstTxWarp prst="textNoShape">
              <a:avLst/>
            </a:prstTxWarp>
          </a:bodyPr>
          <a:lstStyle>
            <a:lvl1pPr>
              <a:defRPr sz="1200">
                <a:latin typeface="Deutsche Bank Text" panose="020B0503020202030204" pitchFamily="34" charset="0"/>
                <a:ea typeface="+mn-ea"/>
                <a:cs typeface="Deutsche Bank Text" panose="020B0503020202030204" pitchFamily="34" charset="0"/>
              </a:defRPr>
            </a:lvl1pPr>
          </a:lstStyle>
          <a:p>
            <a:pPr>
              <a:defRPr/>
            </a:pPr>
            <a:endParaRPr lang="en-GB" dirty="0"/>
          </a:p>
        </p:txBody>
      </p:sp>
      <p:sp>
        <p:nvSpPr>
          <p:cNvPr id="3" name="Date Placeholder 2"/>
          <p:cNvSpPr>
            <a:spLocks noGrp="1"/>
          </p:cNvSpPr>
          <p:nvPr>
            <p:ph type="dt" idx="1"/>
          </p:nvPr>
        </p:nvSpPr>
        <p:spPr>
          <a:xfrm>
            <a:off x="3848100" y="0"/>
            <a:ext cx="2944813" cy="495300"/>
          </a:xfrm>
          <a:prstGeom prst="rect">
            <a:avLst/>
          </a:prstGeom>
        </p:spPr>
        <p:txBody>
          <a:bodyPr vert="horz" wrap="square" lIns="91440" tIns="45720" rIns="91440" bIns="45720" numCol="1" anchor="t" anchorCtr="0" compatLnSpc="1">
            <a:prstTxWarp prst="textNoShape">
              <a:avLst/>
            </a:prstTxWarp>
          </a:bodyPr>
          <a:lstStyle>
            <a:lvl1pPr algn="r">
              <a:defRPr sz="1200">
                <a:latin typeface="Deutsche Bank Text" panose="020B0503020202030204" pitchFamily="34" charset="0"/>
                <a:cs typeface="Deutsche Bank Text" panose="020B0503020202030204" pitchFamily="34" charset="0"/>
              </a:defRPr>
            </a:lvl1pPr>
          </a:lstStyle>
          <a:p>
            <a:pPr>
              <a:defRPr/>
            </a:pPr>
            <a:fld id="{43EBB1D3-38BD-4B0D-B98C-370541E46E48}" type="datetime1">
              <a:rPr lang="en-US" smtClean="0"/>
              <a:pPr>
                <a:defRPr/>
              </a:pPr>
              <a:t>7/4/2024</a:t>
            </a:fld>
            <a:endParaRPr lang="en-GB" dirty="0"/>
          </a:p>
        </p:txBody>
      </p:sp>
      <p:sp>
        <p:nvSpPr>
          <p:cNvPr id="4" name="Slide Image Placeholder 3"/>
          <p:cNvSpPr>
            <a:spLocks noGrp="1" noRot="1" noChangeAspect="1"/>
          </p:cNvSpPr>
          <p:nvPr>
            <p:ph type="sldImg" idx="2"/>
          </p:nvPr>
        </p:nvSpPr>
        <p:spPr>
          <a:xfrm>
            <a:off x="920750" y="742950"/>
            <a:ext cx="4953000" cy="371475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79450" y="4705350"/>
            <a:ext cx="5435600" cy="44577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Footer Placeholder 5"/>
          <p:cNvSpPr>
            <a:spLocks noGrp="1"/>
          </p:cNvSpPr>
          <p:nvPr>
            <p:ph type="ftr" sz="quarter" idx="4"/>
          </p:nvPr>
        </p:nvSpPr>
        <p:spPr>
          <a:xfrm>
            <a:off x="0" y="9409113"/>
            <a:ext cx="2944813" cy="495300"/>
          </a:xfrm>
          <a:prstGeom prst="rect">
            <a:avLst/>
          </a:prstGeom>
        </p:spPr>
        <p:txBody>
          <a:bodyPr vert="horz" wrap="square" lIns="91440" tIns="45720" rIns="91440" bIns="45720" numCol="1" anchor="b" anchorCtr="0" compatLnSpc="1">
            <a:prstTxWarp prst="textNoShape">
              <a:avLst/>
            </a:prstTxWarp>
          </a:bodyPr>
          <a:lstStyle>
            <a:lvl1pPr>
              <a:defRPr sz="1200">
                <a:latin typeface="Deutsche Bank Text" panose="020B0503020202030204" pitchFamily="34" charset="0"/>
                <a:ea typeface="+mn-ea"/>
                <a:cs typeface="Deutsche Bank Text" panose="020B0503020202030204" pitchFamily="34" charset="0"/>
              </a:defRPr>
            </a:lvl1pPr>
          </a:lstStyle>
          <a:p>
            <a:pPr>
              <a:defRPr/>
            </a:pPr>
            <a:endParaRPr lang="en-GB" dirty="0"/>
          </a:p>
        </p:txBody>
      </p:sp>
      <p:sp>
        <p:nvSpPr>
          <p:cNvPr id="7" name="Slide Number Placeholder 6"/>
          <p:cNvSpPr>
            <a:spLocks noGrp="1"/>
          </p:cNvSpPr>
          <p:nvPr>
            <p:ph type="sldNum" sz="quarter" idx="5"/>
          </p:nvPr>
        </p:nvSpPr>
        <p:spPr>
          <a:xfrm>
            <a:off x="3848100" y="9409113"/>
            <a:ext cx="2944813" cy="495300"/>
          </a:xfrm>
          <a:prstGeom prst="rect">
            <a:avLst/>
          </a:prstGeom>
        </p:spPr>
        <p:txBody>
          <a:bodyPr vert="horz" wrap="square" lIns="91440" tIns="45720" rIns="91440" bIns="45720" numCol="1" anchor="b" anchorCtr="0" compatLnSpc="1">
            <a:prstTxWarp prst="textNoShape">
              <a:avLst/>
            </a:prstTxWarp>
          </a:bodyPr>
          <a:lstStyle>
            <a:lvl1pPr algn="r">
              <a:defRPr sz="1200">
                <a:latin typeface="Deutsche Bank Text" panose="020B0503020202030204" pitchFamily="34" charset="0"/>
                <a:cs typeface="Deutsche Bank Text" panose="020B0503020202030204" pitchFamily="34" charset="0"/>
              </a:defRPr>
            </a:lvl1pPr>
          </a:lstStyle>
          <a:p>
            <a:pPr>
              <a:defRPr/>
            </a:pPr>
            <a:fld id="{C5BDCC07-116E-44A3-8F3A-12365A52EE2D}" type="slidenum">
              <a:rPr lang="en-GB" smtClean="0"/>
              <a:pPr>
                <a:defRPr/>
              </a:pPr>
              <a:t>‹#›</a:t>
            </a:fld>
            <a:endParaRPr lang="en-GB" dirty="0"/>
          </a:p>
        </p:txBody>
      </p:sp>
    </p:spTree>
    <p:extLst>
      <p:ext uri="{BB962C8B-B14F-4D97-AF65-F5344CB8AC3E}">
        <p14:creationId xmlns:p14="http://schemas.microsoft.com/office/powerpoint/2010/main" val="30458564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99" kern="1200">
        <a:solidFill>
          <a:schemeClr val="tx1"/>
        </a:solidFill>
        <a:latin typeface="Deutsche Bank Text" panose="020B0503020202030204" pitchFamily="34" charset="0"/>
        <a:ea typeface="ＭＳ Ｐゴシック" pitchFamily="-106" charset="-128"/>
        <a:cs typeface="ＭＳ Ｐゴシック" pitchFamily="-106" charset="-128"/>
      </a:defRPr>
    </a:lvl1pPr>
    <a:lvl2pPr marL="457156" algn="l" rtl="0" eaLnBrk="0" fontAlgn="base" hangingPunct="0">
      <a:spcBef>
        <a:spcPct val="30000"/>
      </a:spcBef>
      <a:spcAft>
        <a:spcPct val="0"/>
      </a:spcAft>
      <a:defRPr sz="1199" kern="1200">
        <a:solidFill>
          <a:schemeClr val="tx1"/>
        </a:solidFill>
        <a:latin typeface="Deutsche Bank Text" panose="020B0503020202030204" pitchFamily="34" charset="0"/>
        <a:ea typeface="ＭＳ Ｐゴシック" pitchFamily="-106" charset="-128"/>
        <a:cs typeface="+mn-cs"/>
      </a:defRPr>
    </a:lvl2pPr>
    <a:lvl3pPr marL="914313" algn="l" rtl="0" eaLnBrk="0" fontAlgn="base" hangingPunct="0">
      <a:spcBef>
        <a:spcPct val="30000"/>
      </a:spcBef>
      <a:spcAft>
        <a:spcPct val="0"/>
      </a:spcAft>
      <a:defRPr sz="1199" kern="1200">
        <a:solidFill>
          <a:schemeClr val="tx1"/>
        </a:solidFill>
        <a:latin typeface="Deutsche Bank Text" panose="020B0503020202030204" pitchFamily="34" charset="0"/>
        <a:ea typeface="ＭＳ Ｐゴシック" pitchFamily="-106" charset="-128"/>
        <a:cs typeface="+mn-cs"/>
      </a:defRPr>
    </a:lvl3pPr>
    <a:lvl4pPr marL="1371469" algn="l" rtl="0" eaLnBrk="0" fontAlgn="base" hangingPunct="0">
      <a:spcBef>
        <a:spcPct val="30000"/>
      </a:spcBef>
      <a:spcAft>
        <a:spcPct val="0"/>
      </a:spcAft>
      <a:defRPr sz="1199" kern="1200">
        <a:solidFill>
          <a:schemeClr val="tx1"/>
        </a:solidFill>
        <a:latin typeface="Deutsche Bank Text" panose="020B0503020202030204" pitchFamily="34" charset="0"/>
        <a:ea typeface="ＭＳ Ｐゴシック" pitchFamily="-106" charset="-128"/>
        <a:cs typeface="+mn-cs"/>
      </a:defRPr>
    </a:lvl4pPr>
    <a:lvl5pPr marL="1828627" algn="l" rtl="0" eaLnBrk="0" fontAlgn="base" hangingPunct="0">
      <a:spcBef>
        <a:spcPct val="30000"/>
      </a:spcBef>
      <a:spcAft>
        <a:spcPct val="0"/>
      </a:spcAft>
      <a:defRPr sz="1199" kern="1200">
        <a:solidFill>
          <a:schemeClr val="tx1"/>
        </a:solidFill>
        <a:latin typeface="Deutsche Bank Text" panose="020B0503020202030204" pitchFamily="34" charset="0"/>
        <a:ea typeface="ＭＳ Ｐゴシック" pitchFamily="-106" charset="-128"/>
        <a:cs typeface="+mn-cs"/>
      </a:defRPr>
    </a:lvl5pPr>
    <a:lvl6pPr marL="2285783" algn="l" defTabSz="914313" rtl="0" eaLnBrk="1" latinLnBrk="0" hangingPunct="1">
      <a:defRPr sz="1199" kern="1200">
        <a:solidFill>
          <a:schemeClr val="tx1"/>
        </a:solidFill>
        <a:latin typeface="+mn-lt"/>
        <a:ea typeface="+mn-ea"/>
        <a:cs typeface="+mn-cs"/>
      </a:defRPr>
    </a:lvl6pPr>
    <a:lvl7pPr marL="2742939" algn="l" defTabSz="914313" rtl="0" eaLnBrk="1" latinLnBrk="0" hangingPunct="1">
      <a:defRPr sz="1199" kern="1200">
        <a:solidFill>
          <a:schemeClr val="tx1"/>
        </a:solidFill>
        <a:latin typeface="+mn-lt"/>
        <a:ea typeface="+mn-ea"/>
        <a:cs typeface="+mn-cs"/>
      </a:defRPr>
    </a:lvl7pPr>
    <a:lvl8pPr marL="3200096" algn="l" defTabSz="914313" rtl="0" eaLnBrk="1" latinLnBrk="0" hangingPunct="1">
      <a:defRPr sz="1199" kern="1200">
        <a:solidFill>
          <a:schemeClr val="tx1"/>
        </a:solidFill>
        <a:latin typeface="+mn-lt"/>
        <a:ea typeface="+mn-ea"/>
        <a:cs typeface="+mn-cs"/>
      </a:defRPr>
    </a:lvl8pPr>
    <a:lvl9pPr marL="3657252" algn="l" defTabSz="914313" rtl="0" eaLnBrk="1" latinLnBrk="0" hangingPunct="1">
      <a:defRPr sz="1199"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0" userDrawn="1">
          <p15:clr>
            <a:srgbClr val="F26B43"/>
          </p15:clr>
        </p15:guide>
        <p15:guide id="2" pos="21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0</a:t>
            </a:fld>
            <a:endParaRPr lang="en-GB" dirty="0"/>
          </a:p>
        </p:txBody>
      </p:sp>
    </p:spTree>
    <p:extLst>
      <p:ext uri="{BB962C8B-B14F-4D97-AF65-F5344CB8AC3E}">
        <p14:creationId xmlns:p14="http://schemas.microsoft.com/office/powerpoint/2010/main" val="3275788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2</a:t>
            </a:fld>
            <a:endParaRPr lang="en-GB" dirty="0"/>
          </a:p>
        </p:txBody>
      </p:sp>
    </p:spTree>
    <p:extLst>
      <p:ext uri="{BB962C8B-B14F-4D97-AF65-F5344CB8AC3E}">
        <p14:creationId xmlns:p14="http://schemas.microsoft.com/office/powerpoint/2010/main" val="1197456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3</a:t>
            </a:fld>
            <a:endParaRPr lang="en-GB" dirty="0"/>
          </a:p>
        </p:txBody>
      </p:sp>
    </p:spTree>
    <p:extLst>
      <p:ext uri="{BB962C8B-B14F-4D97-AF65-F5344CB8AC3E}">
        <p14:creationId xmlns:p14="http://schemas.microsoft.com/office/powerpoint/2010/main" val="2835257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6</a:t>
            </a:fld>
            <a:endParaRPr lang="en-GB" dirty="0"/>
          </a:p>
        </p:txBody>
      </p:sp>
    </p:spTree>
    <p:extLst>
      <p:ext uri="{BB962C8B-B14F-4D97-AF65-F5344CB8AC3E}">
        <p14:creationId xmlns:p14="http://schemas.microsoft.com/office/powerpoint/2010/main" val="2344887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7</a:t>
            </a:fld>
            <a:endParaRPr lang="en-GB" dirty="0"/>
          </a:p>
        </p:txBody>
      </p:sp>
    </p:spTree>
    <p:extLst>
      <p:ext uri="{BB962C8B-B14F-4D97-AF65-F5344CB8AC3E}">
        <p14:creationId xmlns:p14="http://schemas.microsoft.com/office/powerpoint/2010/main" val="3114592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9</a:t>
            </a:fld>
            <a:endParaRPr lang="en-GB" dirty="0"/>
          </a:p>
        </p:txBody>
      </p:sp>
    </p:spTree>
    <p:extLst>
      <p:ext uri="{BB962C8B-B14F-4D97-AF65-F5344CB8AC3E}">
        <p14:creationId xmlns:p14="http://schemas.microsoft.com/office/powerpoint/2010/main" val="2303673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11</a:t>
            </a:fld>
            <a:endParaRPr lang="en-GB" dirty="0"/>
          </a:p>
        </p:txBody>
      </p:sp>
    </p:spTree>
    <p:extLst>
      <p:ext uri="{BB962C8B-B14F-4D97-AF65-F5344CB8AC3E}">
        <p14:creationId xmlns:p14="http://schemas.microsoft.com/office/powerpoint/2010/main" val="3433560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12</a:t>
            </a:fld>
            <a:endParaRPr lang="en-GB" dirty="0"/>
          </a:p>
        </p:txBody>
      </p:sp>
    </p:spTree>
    <p:extLst>
      <p:ext uri="{BB962C8B-B14F-4D97-AF65-F5344CB8AC3E}">
        <p14:creationId xmlns:p14="http://schemas.microsoft.com/office/powerpoint/2010/main" val="3426559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13</a:t>
            </a:fld>
            <a:endParaRPr lang="en-GB" dirty="0"/>
          </a:p>
        </p:txBody>
      </p:sp>
    </p:spTree>
    <p:extLst>
      <p:ext uri="{BB962C8B-B14F-4D97-AF65-F5344CB8AC3E}">
        <p14:creationId xmlns:p14="http://schemas.microsoft.com/office/powerpoint/2010/main" val="3705481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14</a:t>
            </a:fld>
            <a:endParaRPr lang="en-GB" dirty="0"/>
          </a:p>
        </p:txBody>
      </p:sp>
    </p:spTree>
    <p:extLst>
      <p:ext uri="{BB962C8B-B14F-4D97-AF65-F5344CB8AC3E}">
        <p14:creationId xmlns:p14="http://schemas.microsoft.com/office/powerpoint/2010/main" val="267073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19</a:t>
            </a:fld>
            <a:endParaRPr lang="en-GB" dirty="0"/>
          </a:p>
        </p:txBody>
      </p:sp>
    </p:spTree>
    <p:extLst>
      <p:ext uri="{BB962C8B-B14F-4D97-AF65-F5344CB8AC3E}">
        <p14:creationId xmlns:p14="http://schemas.microsoft.com/office/powerpoint/2010/main" val="2075101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20</a:t>
            </a:fld>
            <a:endParaRPr lang="en-GB" dirty="0"/>
          </a:p>
        </p:txBody>
      </p:sp>
    </p:spTree>
    <p:extLst>
      <p:ext uri="{BB962C8B-B14F-4D97-AF65-F5344CB8AC3E}">
        <p14:creationId xmlns:p14="http://schemas.microsoft.com/office/powerpoint/2010/main" val="4205662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23</a:t>
            </a:fld>
            <a:endParaRPr lang="en-GB" dirty="0"/>
          </a:p>
        </p:txBody>
      </p:sp>
    </p:spTree>
    <p:extLst>
      <p:ext uri="{BB962C8B-B14F-4D97-AF65-F5344CB8AC3E}">
        <p14:creationId xmlns:p14="http://schemas.microsoft.com/office/powerpoint/2010/main" val="3707753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25</a:t>
            </a:fld>
            <a:endParaRPr lang="en-GB" dirty="0"/>
          </a:p>
        </p:txBody>
      </p:sp>
    </p:spTree>
    <p:extLst>
      <p:ext uri="{BB962C8B-B14F-4D97-AF65-F5344CB8AC3E}">
        <p14:creationId xmlns:p14="http://schemas.microsoft.com/office/powerpoint/2010/main" val="1784083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26</a:t>
            </a:fld>
            <a:endParaRPr lang="en-GB" dirty="0"/>
          </a:p>
        </p:txBody>
      </p:sp>
    </p:spTree>
    <p:extLst>
      <p:ext uri="{BB962C8B-B14F-4D97-AF65-F5344CB8AC3E}">
        <p14:creationId xmlns:p14="http://schemas.microsoft.com/office/powerpoint/2010/main" val="13384019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27</a:t>
            </a:fld>
            <a:endParaRPr lang="en-GB" dirty="0"/>
          </a:p>
        </p:txBody>
      </p:sp>
    </p:spTree>
    <p:extLst>
      <p:ext uri="{BB962C8B-B14F-4D97-AF65-F5344CB8AC3E}">
        <p14:creationId xmlns:p14="http://schemas.microsoft.com/office/powerpoint/2010/main" val="19010042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30</a:t>
            </a:fld>
            <a:endParaRPr lang="en-GB" dirty="0"/>
          </a:p>
        </p:txBody>
      </p:sp>
    </p:spTree>
    <p:extLst>
      <p:ext uri="{BB962C8B-B14F-4D97-AF65-F5344CB8AC3E}">
        <p14:creationId xmlns:p14="http://schemas.microsoft.com/office/powerpoint/2010/main" val="2615484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31</a:t>
            </a:fld>
            <a:endParaRPr lang="en-GB" dirty="0"/>
          </a:p>
        </p:txBody>
      </p:sp>
    </p:spTree>
    <p:extLst>
      <p:ext uri="{BB962C8B-B14F-4D97-AF65-F5344CB8AC3E}">
        <p14:creationId xmlns:p14="http://schemas.microsoft.com/office/powerpoint/2010/main" val="12480479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35</a:t>
            </a:fld>
            <a:endParaRPr lang="en-GB" dirty="0"/>
          </a:p>
        </p:txBody>
      </p:sp>
    </p:spTree>
    <p:extLst>
      <p:ext uri="{BB962C8B-B14F-4D97-AF65-F5344CB8AC3E}">
        <p14:creationId xmlns:p14="http://schemas.microsoft.com/office/powerpoint/2010/main" val="6784496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37</a:t>
            </a:fld>
            <a:endParaRPr lang="en-GB" dirty="0"/>
          </a:p>
        </p:txBody>
      </p:sp>
    </p:spTree>
    <p:extLst>
      <p:ext uri="{BB962C8B-B14F-4D97-AF65-F5344CB8AC3E}">
        <p14:creationId xmlns:p14="http://schemas.microsoft.com/office/powerpoint/2010/main" val="20016070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38</a:t>
            </a:fld>
            <a:endParaRPr lang="en-GB" dirty="0"/>
          </a:p>
        </p:txBody>
      </p:sp>
    </p:spTree>
    <p:extLst>
      <p:ext uri="{BB962C8B-B14F-4D97-AF65-F5344CB8AC3E}">
        <p14:creationId xmlns:p14="http://schemas.microsoft.com/office/powerpoint/2010/main" val="16332117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39</a:t>
            </a:fld>
            <a:endParaRPr lang="en-GB" dirty="0"/>
          </a:p>
        </p:txBody>
      </p:sp>
    </p:spTree>
    <p:extLst>
      <p:ext uri="{BB962C8B-B14F-4D97-AF65-F5344CB8AC3E}">
        <p14:creationId xmlns:p14="http://schemas.microsoft.com/office/powerpoint/2010/main" val="32757888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40</a:t>
            </a:fld>
            <a:endParaRPr lang="en-GB" dirty="0"/>
          </a:p>
        </p:txBody>
      </p:sp>
    </p:spTree>
    <p:extLst>
      <p:ext uri="{BB962C8B-B14F-4D97-AF65-F5344CB8AC3E}">
        <p14:creationId xmlns:p14="http://schemas.microsoft.com/office/powerpoint/2010/main" val="11974567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42</a:t>
            </a:fld>
            <a:endParaRPr lang="en-GB" dirty="0"/>
          </a:p>
        </p:txBody>
      </p:sp>
    </p:spTree>
    <p:extLst>
      <p:ext uri="{BB962C8B-B14F-4D97-AF65-F5344CB8AC3E}">
        <p14:creationId xmlns:p14="http://schemas.microsoft.com/office/powerpoint/2010/main" val="2706881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66</a:t>
            </a:fld>
            <a:endParaRPr lang="en-GB" dirty="0"/>
          </a:p>
        </p:txBody>
      </p:sp>
    </p:spTree>
    <p:extLst>
      <p:ext uri="{BB962C8B-B14F-4D97-AF65-F5344CB8AC3E}">
        <p14:creationId xmlns:p14="http://schemas.microsoft.com/office/powerpoint/2010/main" val="3053153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67</a:t>
            </a:fld>
            <a:endParaRPr lang="en-GB" dirty="0"/>
          </a:p>
        </p:txBody>
      </p:sp>
    </p:spTree>
    <p:extLst>
      <p:ext uri="{BB962C8B-B14F-4D97-AF65-F5344CB8AC3E}">
        <p14:creationId xmlns:p14="http://schemas.microsoft.com/office/powerpoint/2010/main" val="371143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otif a">
    <p:spTree>
      <p:nvGrpSpPr>
        <p:cNvPr id="1" name=""/>
        <p:cNvGrpSpPr/>
        <p:nvPr/>
      </p:nvGrpSpPr>
      <p:grpSpPr>
        <a:xfrm>
          <a:off x="0" y="0"/>
          <a:ext cx="0" cy="0"/>
          <a:chOff x="0" y="0"/>
          <a:chExt cx="0" cy="0"/>
        </a:xfrm>
      </p:grpSpPr>
      <p:pic>
        <p:nvPicPr>
          <p:cNvPr id="6" name="Grafik 5" descr="Ein Bild, das Wasser, Riff, Blau, Natur enthält.&#10;&#10;Automatisch generierte Beschreibung">
            <a:extLst>
              <a:ext uri="{FF2B5EF4-FFF2-40B4-BE49-F238E27FC236}">
                <a16:creationId xmlns:a16="http://schemas.microsoft.com/office/drawing/2014/main" id="{464997F2-9B9D-6DD3-A108-26726DA0282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0"/>
            <a:ext cx="10080625" cy="7564344"/>
          </a:xfrm>
          <a:prstGeom prst="rect">
            <a:avLst/>
          </a:prstGeom>
        </p:spPr>
      </p:pic>
      <p:sp>
        <p:nvSpPr>
          <p:cNvPr id="19" name="Google Shape;12;p7">
            <a:extLst>
              <a:ext uri="{FF2B5EF4-FFF2-40B4-BE49-F238E27FC236}">
                <a16:creationId xmlns:a16="http://schemas.microsoft.com/office/drawing/2014/main" id="{BEB3A141-6558-B848-2022-CBBE6450236A}"/>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14" name="TextBox 19">
            <a:extLst>
              <a:ext uri="{FF2B5EF4-FFF2-40B4-BE49-F238E27FC236}">
                <a16:creationId xmlns:a16="http://schemas.microsoft.com/office/drawing/2014/main" id="{7D5582B9-A14B-4A21-8DF9-86F8C3E76015}"/>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29" name="Textplatzhalter 28">
            <a:extLst>
              <a:ext uri="{FF2B5EF4-FFF2-40B4-BE49-F238E27FC236}">
                <a16:creationId xmlns:a16="http://schemas.microsoft.com/office/drawing/2014/main" id="{32811098-3698-4FDF-AA92-9463B68235BE}"/>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4" name="Text Placeholder 3">
            <a:extLst>
              <a:ext uri="{FF2B5EF4-FFF2-40B4-BE49-F238E27FC236}">
                <a16:creationId xmlns:a16="http://schemas.microsoft.com/office/drawing/2014/main" id="{90BF98DE-A1FB-4777-A6D7-53EE7B7D4A83}"/>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5" name="Textplatzhalter 4">
            <a:extLst>
              <a:ext uri="{FF2B5EF4-FFF2-40B4-BE49-F238E27FC236}">
                <a16:creationId xmlns:a16="http://schemas.microsoft.com/office/drawing/2014/main" id="{0398177C-F289-4DAD-8522-AE91DC3A48DD}"/>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32" name="Freeform 4">
            <a:extLst>
              <a:ext uri="{FF2B5EF4-FFF2-40B4-BE49-F238E27FC236}">
                <a16:creationId xmlns:a16="http://schemas.microsoft.com/office/drawing/2014/main" id="{4E53B689-C72C-7B6F-5A66-462B34CE322A}"/>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1437373360"/>
      </p:ext>
    </p:extLst>
  </p:cSld>
  <p:clrMapOvr>
    <a:masterClrMapping/>
  </p:clrMapOvr>
  <p:transition>
    <p:wipe dir="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motif b">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8DC414C1-79BB-3E09-27EA-B2307F326749}"/>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1"/>
            <a:ext cx="10080626" cy="7559676"/>
          </a:xfrm>
          <a:prstGeom prst="rect">
            <a:avLst/>
          </a:prstGeom>
        </p:spPr>
      </p:pic>
      <p:sp>
        <p:nvSpPr>
          <p:cNvPr id="6" name="Google Shape;12;p7">
            <a:extLst>
              <a:ext uri="{FF2B5EF4-FFF2-40B4-BE49-F238E27FC236}">
                <a16:creationId xmlns:a16="http://schemas.microsoft.com/office/drawing/2014/main" id="{1E62B1D4-C419-7A49-E014-929AD122DEBD}"/>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3" name="TextBox 19">
            <a:extLst>
              <a:ext uri="{FF2B5EF4-FFF2-40B4-BE49-F238E27FC236}">
                <a16:creationId xmlns:a16="http://schemas.microsoft.com/office/drawing/2014/main" id="{15602E41-261A-8705-530E-3EBF44476930}"/>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0DD96424-AFE7-260D-C4B3-384DBFD8992E}"/>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A7A9C5DA-DE64-FAAC-715E-28E772C193DB}"/>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E8BECE73-C1D7-417F-49BA-4D8C5280600B}"/>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1B8C0B7F-0789-2E53-6002-52433EEFE410}"/>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074418554"/>
      </p:ext>
    </p:extLst>
  </p:cSld>
  <p:clrMapOvr>
    <a:masterClrMapping/>
  </p:clrMapOvr>
  <p:transition>
    <p:wipe dir="r"/>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motif c">
    <p:spTree>
      <p:nvGrpSpPr>
        <p:cNvPr id="1" name=""/>
        <p:cNvGrpSpPr/>
        <p:nvPr/>
      </p:nvGrpSpPr>
      <p:grpSpPr>
        <a:xfrm>
          <a:off x="0" y="0"/>
          <a:ext cx="0" cy="0"/>
          <a:chOff x="0" y="0"/>
          <a:chExt cx="0" cy="0"/>
        </a:xfrm>
      </p:grpSpPr>
      <p:pic>
        <p:nvPicPr>
          <p:cNvPr id="5" name="Grafik 4" descr="Ein Bild, das draußen, Pflanze, Kleidung, Gras enthält.&#10;&#10;Automatisch generierte Beschreibung">
            <a:extLst>
              <a:ext uri="{FF2B5EF4-FFF2-40B4-BE49-F238E27FC236}">
                <a16:creationId xmlns:a16="http://schemas.microsoft.com/office/drawing/2014/main" id="{4D9D469C-C4F9-226C-0BF7-496695C31AC6}"/>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2335"/>
            <a:ext cx="10080626" cy="7564344"/>
          </a:xfrm>
          <a:prstGeom prst="rect">
            <a:avLst/>
          </a:prstGeom>
        </p:spPr>
      </p:pic>
      <p:sp>
        <p:nvSpPr>
          <p:cNvPr id="6" name="Google Shape;12;p7">
            <a:extLst>
              <a:ext uri="{FF2B5EF4-FFF2-40B4-BE49-F238E27FC236}">
                <a16:creationId xmlns:a16="http://schemas.microsoft.com/office/drawing/2014/main" id="{F4043393-BED1-F12A-EA3E-0A79DB3E7BD7}"/>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Box 19">
            <a:extLst>
              <a:ext uri="{FF2B5EF4-FFF2-40B4-BE49-F238E27FC236}">
                <a16:creationId xmlns:a16="http://schemas.microsoft.com/office/drawing/2014/main" id="{D6E485D2-37E9-19E9-D1C7-41EAD1F2A200}"/>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57BE6A9C-33FB-2884-DAD7-6C52F4BCBBA1}"/>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5D3A85E9-EFDD-22F2-AE61-AFEA6AB8662B}"/>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C5A04C0A-D752-43E3-B53C-D45E2B7CECAE}"/>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74D48FAC-A496-0FE9-7426-5A5B1C5EB2D0}"/>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632657821"/>
      </p:ext>
    </p:extLst>
  </p:cSld>
  <p:clrMapOvr>
    <a:masterClrMapping/>
  </p:clrMapOvr>
  <p:transition>
    <p:wipe dir="r"/>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Title Motif e">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E87C31EB-3667-1D0B-590E-4114D588661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29" y="2335"/>
            <a:ext cx="10079564" cy="7559673"/>
          </a:xfrm>
          <a:prstGeom prst="rect">
            <a:avLst/>
          </a:prstGeom>
        </p:spPr>
      </p:pic>
      <p:sp>
        <p:nvSpPr>
          <p:cNvPr id="6" name="Google Shape;12;p7">
            <a:extLst>
              <a:ext uri="{FF2B5EF4-FFF2-40B4-BE49-F238E27FC236}">
                <a16:creationId xmlns:a16="http://schemas.microsoft.com/office/drawing/2014/main" id="{9C7B523F-D19C-1ECC-5541-927E95507DE2}"/>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Box 19">
            <a:extLst>
              <a:ext uri="{FF2B5EF4-FFF2-40B4-BE49-F238E27FC236}">
                <a16:creationId xmlns:a16="http://schemas.microsoft.com/office/drawing/2014/main" id="{0E16D581-CF62-BC82-9035-2024214C0FA2}"/>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12223723-47F5-5ABA-4F26-E1168061BA14}"/>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C5EA1C8D-DE02-CE49-AC28-3490B597D740}"/>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DAA092B3-60AD-0411-9654-33031EB459D5}"/>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E2A551FC-1172-4C75-7F62-5EC4659326A0}"/>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19755836"/>
      </p:ext>
    </p:extLst>
  </p:cSld>
  <p:clrMapOvr>
    <a:masterClrMapping/>
  </p:clrMapOvr>
  <p:transition>
    <p:wipe dir="r"/>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Title Motif e">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E87C31EB-3667-1D0B-590E-4114D588661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29" y="2335"/>
            <a:ext cx="10079565" cy="7559674"/>
          </a:xfrm>
          <a:prstGeom prst="rect">
            <a:avLst/>
          </a:prstGeom>
        </p:spPr>
      </p:pic>
      <p:sp>
        <p:nvSpPr>
          <p:cNvPr id="6" name="Google Shape;12;p7">
            <a:extLst>
              <a:ext uri="{FF2B5EF4-FFF2-40B4-BE49-F238E27FC236}">
                <a16:creationId xmlns:a16="http://schemas.microsoft.com/office/drawing/2014/main" id="{9C7B523F-D19C-1ECC-5541-927E95507DE2}"/>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Box 19">
            <a:extLst>
              <a:ext uri="{FF2B5EF4-FFF2-40B4-BE49-F238E27FC236}">
                <a16:creationId xmlns:a16="http://schemas.microsoft.com/office/drawing/2014/main" id="{E61703D2-7802-5FD6-5327-8A4198B7FA86}"/>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8BAD8F3D-ED9C-878F-D566-B187EC8F5A7B}"/>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9824645B-6B05-E358-7020-7772D24A3C06}"/>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9832E489-A333-28A8-23B2-768D59133CBA}"/>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B3F61F01-BA47-6837-898C-121FFE88041F}"/>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269931664"/>
      </p:ext>
    </p:extLst>
  </p:cSld>
  <p:clrMapOvr>
    <a:masterClrMapping/>
  </p:clrMapOvr>
  <p:transition>
    <p:wipe dir="r"/>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itle Motif e">
    <p:spTree>
      <p:nvGrpSpPr>
        <p:cNvPr id="1" name=""/>
        <p:cNvGrpSpPr/>
        <p:nvPr/>
      </p:nvGrpSpPr>
      <p:grpSpPr>
        <a:xfrm>
          <a:off x="0" y="0"/>
          <a:ext cx="0" cy="0"/>
          <a:chOff x="0" y="0"/>
          <a:chExt cx="0" cy="0"/>
        </a:xfrm>
      </p:grpSpPr>
      <p:pic>
        <p:nvPicPr>
          <p:cNvPr id="5" name="Grafik 4" descr="Ein Bild, das Turm, Himmel, Gebäude, draußen enthält.&#10;&#10;Automatisch generierte Beschreibung">
            <a:extLst>
              <a:ext uri="{FF2B5EF4-FFF2-40B4-BE49-F238E27FC236}">
                <a16:creationId xmlns:a16="http://schemas.microsoft.com/office/drawing/2014/main" id="{E87C31EB-3667-1D0B-590E-4114D588661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2335"/>
            <a:ext cx="10080623" cy="7559674"/>
          </a:xfrm>
          <a:prstGeom prst="rect">
            <a:avLst/>
          </a:prstGeom>
        </p:spPr>
      </p:pic>
      <p:sp>
        <p:nvSpPr>
          <p:cNvPr id="6" name="Google Shape;12;p7">
            <a:extLst>
              <a:ext uri="{FF2B5EF4-FFF2-40B4-BE49-F238E27FC236}">
                <a16:creationId xmlns:a16="http://schemas.microsoft.com/office/drawing/2014/main" id="{9C7B523F-D19C-1ECC-5541-927E95507DE2}"/>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Box 19">
            <a:extLst>
              <a:ext uri="{FF2B5EF4-FFF2-40B4-BE49-F238E27FC236}">
                <a16:creationId xmlns:a16="http://schemas.microsoft.com/office/drawing/2014/main" id="{BA5B2412-E3D2-C5C0-C61C-70ABCCFCD411}"/>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17BEBDA3-2CAB-0C40-9813-BAD498DA2239}"/>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E7F33B8C-6DFB-2867-D6AF-23D445F3566F}"/>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EB83D716-379C-4DE5-BF3A-395C806F9C99}"/>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8CFEE4C6-AE5C-5880-DBFD-79BB119A14F7}"/>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566226042"/>
      </p:ext>
    </p:extLst>
  </p:cSld>
  <p:clrMapOvr>
    <a:masterClrMapping/>
  </p:clrMapOvr>
  <p:transition>
    <p:wipe dir="r"/>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Motif 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6A1C39-83E4-3A0E-2953-8177B5997A5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1059" y="-1"/>
            <a:ext cx="10079566" cy="755967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2;p7">
            <a:extLst>
              <a:ext uri="{FF2B5EF4-FFF2-40B4-BE49-F238E27FC236}">
                <a16:creationId xmlns:a16="http://schemas.microsoft.com/office/drawing/2014/main" id="{C3B6050F-8762-847A-D7AF-AD0EA366019F}"/>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4" name="TextBox 19">
            <a:extLst>
              <a:ext uri="{FF2B5EF4-FFF2-40B4-BE49-F238E27FC236}">
                <a16:creationId xmlns:a16="http://schemas.microsoft.com/office/drawing/2014/main" id="{665AAA21-3876-BCB5-F3B2-26F223D9EBCF}"/>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5" name="Textplatzhalter 28">
            <a:extLst>
              <a:ext uri="{FF2B5EF4-FFF2-40B4-BE49-F238E27FC236}">
                <a16:creationId xmlns:a16="http://schemas.microsoft.com/office/drawing/2014/main" id="{B111BE9E-0B24-3B98-352B-5D1D4D58E39A}"/>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4D0965BC-C2B6-DAE3-AA4F-41037C4A42F3}"/>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F2B3B9FB-6AEC-0DCB-FE8B-A75DCE2AE9FF}"/>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6C1D52DF-B30D-D46E-0C2E-71E40D41E98A}"/>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544895568"/>
      </p:ext>
    </p:extLst>
  </p:cSld>
  <p:clrMapOvr>
    <a:masterClrMapping/>
  </p:clrMapOvr>
  <p:transition>
    <p:wipe dir="r"/>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dark blue a">
    <p:bg>
      <p:bgPr>
        <a:gradFill>
          <a:gsLst>
            <a:gs pos="0">
              <a:srgbClr val="16184E"/>
            </a:gs>
            <a:gs pos="60000">
              <a:srgbClr val="121D69"/>
            </a:gs>
            <a:gs pos="100000">
              <a:srgbClr val="1E2A78"/>
            </a:gs>
          </a:gsLst>
          <a:lin ang="5400000" scaled="0"/>
        </a:gradFill>
        <a:effectLst/>
      </p:bgPr>
    </p:bg>
    <p:spTree>
      <p:nvGrpSpPr>
        <p:cNvPr id="1" name=""/>
        <p:cNvGrpSpPr/>
        <p:nvPr/>
      </p:nvGrpSpPr>
      <p:grpSpPr>
        <a:xfrm>
          <a:off x="0" y="0"/>
          <a:ext cx="0" cy="0"/>
          <a:chOff x="0" y="0"/>
          <a:chExt cx="0" cy="0"/>
        </a:xfrm>
      </p:grpSpPr>
      <p:sp>
        <p:nvSpPr>
          <p:cNvPr id="19" name="Google Shape;12;p7">
            <a:extLst>
              <a:ext uri="{FF2B5EF4-FFF2-40B4-BE49-F238E27FC236}">
                <a16:creationId xmlns:a16="http://schemas.microsoft.com/office/drawing/2014/main" id="{BEB3A141-6558-B848-2022-CBBE6450236A}"/>
              </a:ext>
            </a:extLst>
          </p:cNvPr>
          <p:cNvSpPr/>
          <p:nvPr userDrawn="1"/>
        </p:nvSpPr>
        <p:spPr>
          <a:xfrm>
            <a:off x="628650" y="1260001"/>
            <a:ext cx="8190000" cy="5669674"/>
          </a:xfrm>
          <a:prstGeom prst="rect">
            <a:avLst/>
          </a:prstGeom>
          <a:gradFill flip="none" rotWithShape="1">
            <a:gsLst>
              <a:gs pos="0">
                <a:srgbClr val="1E2A78"/>
              </a:gs>
              <a:gs pos="0">
                <a:srgbClr val="16184E"/>
              </a:gs>
              <a:gs pos="50000">
                <a:srgbClr val="1E2A78">
                  <a:shade val="67500"/>
                  <a:satMod val="115000"/>
                </a:srgbClr>
              </a:gs>
              <a:gs pos="100000">
                <a:srgbClr val="1E2A78"/>
              </a:gs>
            </a:gsLst>
            <a:lin ang="16200000" scaled="1"/>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3" name="TextBox 19">
            <a:extLst>
              <a:ext uri="{FF2B5EF4-FFF2-40B4-BE49-F238E27FC236}">
                <a16:creationId xmlns:a16="http://schemas.microsoft.com/office/drawing/2014/main" id="{5A2F61EE-8E1E-9E03-BB70-52E5DBE64634}"/>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E584979F-6337-4A75-B68B-BA91DB37A285}"/>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5" name="Text Placeholder 3">
            <a:extLst>
              <a:ext uri="{FF2B5EF4-FFF2-40B4-BE49-F238E27FC236}">
                <a16:creationId xmlns:a16="http://schemas.microsoft.com/office/drawing/2014/main" id="{A82ECE73-3AC5-721D-D3A8-C14BF504037B}"/>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rgbClr val="00A3E0"/>
                </a:solidFill>
              </a:defRPr>
            </a:lvl1pPr>
          </a:lstStyle>
          <a:p>
            <a:pPr lvl="0"/>
            <a:r>
              <a:rPr lang="en-GB" dirty="0"/>
              <a:t>Date, Speaker name</a:t>
            </a:r>
          </a:p>
        </p:txBody>
      </p:sp>
      <p:sp>
        <p:nvSpPr>
          <p:cNvPr id="10" name="Textplatzhalter 4">
            <a:extLst>
              <a:ext uri="{FF2B5EF4-FFF2-40B4-BE49-F238E27FC236}">
                <a16:creationId xmlns:a16="http://schemas.microsoft.com/office/drawing/2014/main" id="{1E363099-8EAB-9C21-E0B4-3AF1F10B8235}"/>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1" name="Freeform 4">
            <a:extLst>
              <a:ext uri="{FF2B5EF4-FFF2-40B4-BE49-F238E27FC236}">
                <a16:creationId xmlns:a16="http://schemas.microsoft.com/office/drawing/2014/main" id="{4E528143-1636-E51D-EEE1-E056863E5777}"/>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402642732"/>
      </p:ext>
    </p:extLst>
  </p:cSld>
  <p:clrMapOvr>
    <a:masterClrMapping/>
  </p:clrMapOvr>
  <p:transition>
    <p:wipe dir="r"/>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Title dark blue a">
    <p:bg>
      <p:bgPr>
        <a:solidFill>
          <a:schemeClr val="bg1"/>
        </a:solidFill>
        <a:effectLst/>
      </p:bgPr>
    </p:bg>
    <p:spTree>
      <p:nvGrpSpPr>
        <p:cNvPr id="1" name=""/>
        <p:cNvGrpSpPr/>
        <p:nvPr/>
      </p:nvGrpSpPr>
      <p:grpSpPr>
        <a:xfrm>
          <a:off x="0" y="0"/>
          <a:ext cx="0" cy="0"/>
          <a:chOff x="0" y="0"/>
          <a:chExt cx="0" cy="0"/>
        </a:xfrm>
      </p:grpSpPr>
      <p:sp>
        <p:nvSpPr>
          <p:cNvPr id="19" name="Google Shape;12;p7">
            <a:extLst>
              <a:ext uri="{FF2B5EF4-FFF2-40B4-BE49-F238E27FC236}">
                <a16:creationId xmlns:a16="http://schemas.microsoft.com/office/drawing/2014/main" id="{BEB3A141-6558-B848-2022-CBBE6450236A}"/>
              </a:ext>
            </a:extLst>
          </p:cNvPr>
          <p:cNvSpPr/>
          <p:nvPr userDrawn="1"/>
        </p:nvSpPr>
        <p:spPr>
          <a:xfrm>
            <a:off x="628650" y="1260001"/>
            <a:ext cx="8190000" cy="5669674"/>
          </a:xfrm>
          <a:prstGeom prst="rect">
            <a:avLst/>
          </a:prstGeom>
          <a:noFill/>
          <a:ln>
            <a:solidFill>
              <a:srgbClr val="1E2A78"/>
            </a:solid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Freeform 4">
            <a:extLst>
              <a:ext uri="{FF2B5EF4-FFF2-40B4-BE49-F238E27FC236}">
                <a16:creationId xmlns:a16="http://schemas.microsoft.com/office/drawing/2014/main" id="{C1EC0D30-7283-B089-FA73-818FD8B640F2}"/>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rgbClr val="1E2A78"/>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6" name="TextBox 19">
            <a:extLst>
              <a:ext uri="{FF2B5EF4-FFF2-40B4-BE49-F238E27FC236}">
                <a16:creationId xmlns:a16="http://schemas.microsoft.com/office/drawing/2014/main" id="{050CA34D-6CFD-2DC5-5D04-13245E1A0C21}"/>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rgbClr val="1E2A78"/>
                </a:solidFill>
                <a:latin typeface="+mn-lt"/>
                <a:ea typeface="Deutsche Bank Text" panose="020B0503020202030204" pitchFamily="34" charset="0"/>
                <a:cs typeface="Deutsche Bank Text" panose="020B0503020202030204" pitchFamily="34" charset="0"/>
              </a:rPr>
              <a:t>Deutsche Bank</a:t>
            </a:r>
          </a:p>
          <a:p>
            <a:pPr marL="0" lvl="1" indent="0">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7" name="Textplatzhalter 28">
            <a:extLst>
              <a:ext uri="{FF2B5EF4-FFF2-40B4-BE49-F238E27FC236}">
                <a16:creationId xmlns:a16="http://schemas.microsoft.com/office/drawing/2014/main" id="{01045BBC-AC19-5CA2-DAC6-057530298D72}"/>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rgbClr val="1E2A78"/>
                </a:solidFill>
              </a:defRPr>
            </a:lvl1pPr>
          </a:lstStyle>
          <a:p>
            <a:pPr lvl="0"/>
            <a:r>
              <a:rPr lang="en-GB" noProof="0" dirty="0"/>
              <a:t>Click to edit headline</a:t>
            </a:r>
          </a:p>
        </p:txBody>
      </p:sp>
      <p:sp>
        <p:nvSpPr>
          <p:cNvPr id="8" name="Text Placeholder 3">
            <a:extLst>
              <a:ext uri="{FF2B5EF4-FFF2-40B4-BE49-F238E27FC236}">
                <a16:creationId xmlns:a16="http://schemas.microsoft.com/office/drawing/2014/main" id="{8A487DB7-A906-D330-0E85-3140711482E5}"/>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rgbClr val="00A3E0"/>
                </a:solidFill>
              </a:defRPr>
            </a:lvl1pPr>
          </a:lstStyle>
          <a:p>
            <a:pPr lvl="0"/>
            <a:r>
              <a:rPr lang="en-GB" dirty="0"/>
              <a:t>Date, Speaker name</a:t>
            </a:r>
          </a:p>
        </p:txBody>
      </p:sp>
      <p:sp>
        <p:nvSpPr>
          <p:cNvPr id="9" name="Textplatzhalter 4">
            <a:extLst>
              <a:ext uri="{FF2B5EF4-FFF2-40B4-BE49-F238E27FC236}">
                <a16:creationId xmlns:a16="http://schemas.microsoft.com/office/drawing/2014/main" id="{BAF7134E-E5EF-0855-D369-A6B0C69BC31E}"/>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rgbClr val="1E2A78"/>
                </a:solidFill>
                <a:latin typeface="+mj-lt"/>
              </a:defRPr>
            </a:lvl1pPr>
          </a:lstStyle>
          <a:p>
            <a:pPr lvl="0"/>
            <a:r>
              <a:rPr lang="en-GB" noProof="0" dirty="0"/>
              <a:t>Click to edit subline</a:t>
            </a:r>
          </a:p>
        </p:txBody>
      </p:sp>
    </p:spTree>
    <p:extLst>
      <p:ext uri="{BB962C8B-B14F-4D97-AF65-F5344CB8AC3E}">
        <p14:creationId xmlns:p14="http://schemas.microsoft.com/office/powerpoint/2010/main" val="995852135"/>
      </p:ext>
    </p:extLst>
  </p:cSld>
  <p:clrMapOvr>
    <a:masterClrMapping/>
  </p:clrMapOvr>
  <p:transition>
    <p:wipe dir="r"/>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ark blue a">
    <p:bg>
      <p:bgPr>
        <a:gradFill>
          <a:gsLst>
            <a:gs pos="0">
              <a:srgbClr val="16184E"/>
            </a:gs>
            <a:gs pos="60000">
              <a:srgbClr val="121D69"/>
            </a:gs>
            <a:gs pos="100000">
              <a:srgbClr val="1E2A78"/>
            </a:gs>
          </a:gsLst>
          <a:lin ang="5400000" scaled="0"/>
        </a:gradFill>
        <a:effectLst/>
      </p:bgPr>
    </p:bg>
    <p:spTree>
      <p:nvGrpSpPr>
        <p:cNvPr id="1" name=""/>
        <p:cNvGrpSpPr/>
        <p:nvPr/>
      </p:nvGrpSpPr>
      <p:grpSpPr>
        <a:xfrm>
          <a:off x="0" y="0"/>
          <a:ext cx="0" cy="0"/>
          <a:chOff x="0" y="0"/>
          <a:chExt cx="0" cy="0"/>
        </a:xfrm>
      </p:grpSpPr>
      <p:sp>
        <p:nvSpPr>
          <p:cNvPr id="19" name="Google Shape;12;p7">
            <a:extLst>
              <a:ext uri="{FF2B5EF4-FFF2-40B4-BE49-F238E27FC236}">
                <a16:creationId xmlns:a16="http://schemas.microsoft.com/office/drawing/2014/main" id="{BEB3A141-6558-B848-2022-CBBE6450236A}"/>
              </a:ext>
            </a:extLst>
          </p:cNvPr>
          <p:cNvSpPr/>
          <p:nvPr userDrawn="1"/>
        </p:nvSpPr>
        <p:spPr>
          <a:xfrm>
            <a:off x="628650" y="1260000"/>
            <a:ext cx="8191500" cy="5669437"/>
          </a:xfrm>
          <a:prstGeom prst="rect">
            <a:avLst/>
          </a:prstGeom>
          <a:gradFill flip="none" rotWithShape="1">
            <a:gsLst>
              <a:gs pos="0">
                <a:srgbClr val="1E2A78"/>
              </a:gs>
              <a:gs pos="0">
                <a:srgbClr val="16184E"/>
              </a:gs>
              <a:gs pos="50000">
                <a:srgbClr val="1E2A78">
                  <a:shade val="67500"/>
                  <a:satMod val="115000"/>
                </a:srgbClr>
              </a:gs>
              <a:gs pos="100000">
                <a:srgbClr val="1E2A78"/>
              </a:gs>
            </a:gsLst>
            <a:lin ang="16200000" scaled="1"/>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platzhalter 28">
            <a:extLst>
              <a:ext uri="{FF2B5EF4-FFF2-40B4-BE49-F238E27FC236}">
                <a16:creationId xmlns:a16="http://schemas.microsoft.com/office/drawing/2014/main" id="{CA990533-1AB6-AD8B-9943-917D9C9EEF73}"/>
              </a:ext>
            </a:extLst>
          </p:cNvPr>
          <p:cNvSpPr>
            <a:spLocks noGrp="1"/>
          </p:cNvSpPr>
          <p:nvPr>
            <p:ph type="body" sz="quarter" idx="11" hasCustomPrompt="1"/>
          </p:nvPr>
        </p:nvSpPr>
        <p:spPr>
          <a:xfrm>
            <a:off x="947738" y="1576388"/>
            <a:ext cx="7559675" cy="2876892"/>
          </a:xfrm>
          <a:prstGeom prst="rect">
            <a:avLst/>
          </a:prstGeom>
        </p:spPr>
        <p:txBody>
          <a:bodyPr lIns="0" tIns="0" rIns="0" bIns="0" anchor="b" anchorCtr="0">
            <a:noAutofit/>
          </a:bodyPr>
          <a:lstStyle>
            <a:lvl1pPr>
              <a:lnSpc>
                <a:spcPct val="90000"/>
              </a:lnSpc>
              <a:defRPr sz="4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
        <p:nvSpPr>
          <p:cNvPr id="3" name="Freeform 4">
            <a:extLst>
              <a:ext uri="{FF2B5EF4-FFF2-40B4-BE49-F238E27FC236}">
                <a16:creationId xmlns:a16="http://schemas.microsoft.com/office/drawing/2014/main" id="{FB31D5BD-3B98-76B2-078C-549248A7D1C8}"/>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586325344"/>
      </p:ext>
    </p:extLst>
  </p:cSld>
  <p:clrMapOvr>
    <a:masterClrMapping/>
  </p:clrMapOvr>
  <p:transition>
    <p:wipe dir="r"/>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dark blue b">
    <p:bg>
      <p:bgPr>
        <a:solidFill>
          <a:schemeClr val="tx2"/>
        </a:solidFill>
        <a:effectLst/>
      </p:bgPr>
    </p:bg>
    <p:spTree>
      <p:nvGrpSpPr>
        <p:cNvPr id="1" name=""/>
        <p:cNvGrpSpPr/>
        <p:nvPr/>
      </p:nvGrpSpPr>
      <p:grpSpPr>
        <a:xfrm>
          <a:off x="0" y="0"/>
          <a:ext cx="0" cy="0"/>
          <a:chOff x="0" y="0"/>
          <a:chExt cx="0" cy="0"/>
        </a:xfrm>
      </p:grpSpPr>
      <p:sp>
        <p:nvSpPr>
          <p:cNvPr id="4" name="Google Shape;12;p7">
            <a:extLst>
              <a:ext uri="{FF2B5EF4-FFF2-40B4-BE49-F238E27FC236}">
                <a16:creationId xmlns:a16="http://schemas.microsoft.com/office/drawing/2014/main" id="{55C03535-6265-42EE-6675-8963596CE341}"/>
              </a:ext>
            </a:extLst>
          </p:cNvPr>
          <p:cNvSpPr/>
          <p:nvPr userDrawn="1"/>
        </p:nvSpPr>
        <p:spPr>
          <a:xfrm>
            <a:off x="2565312" y="1260000"/>
            <a:ext cx="4950000" cy="5669438"/>
          </a:xfrm>
          <a:prstGeom prst="rect">
            <a:avLst/>
          </a:prstGeom>
          <a:gradFill flip="none" rotWithShape="1">
            <a:gsLst>
              <a:gs pos="0">
                <a:srgbClr val="1E2A78"/>
              </a:gs>
              <a:gs pos="0">
                <a:srgbClr val="16184E">
                  <a:lumMod val="95209"/>
                  <a:lumOff val="4791"/>
                </a:srgbClr>
              </a:gs>
              <a:gs pos="40000">
                <a:srgbClr val="1E2A78">
                  <a:shade val="67500"/>
                  <a:satMod val="115000"/>
                </a:srgbClr>
              </a:gs>
              <a:gs pos="60000">
                <a:srgbClr val="1A2673"/>
              </a:gs>
              <a:gs pos="100000">
                <a:srgbClr val="1E2A78"/>
              </a:gs>
            </a:gsLst>
            <a:lin ang="16200000" scaled="1"/>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Freeform 4">
            <a:extLst>
              <a:ext uri="{FF2B5EF4-FFF2-40B4-BE49-F238E27FC236}">
                <a16:creationId xmlns:a16="http://schemas.microsoft.com/office/drawing/2014/main" id="{AEAED333-BC93-BE22-8FA7-886AD2E4B79D}"/>
              </a:ext>
            </a:extLst>
          </p:cNvPr>
          <p:cNvSpPr>
            <a:spLocks noEditPoints="1"/>
          </p:cNvSpPr>
          <p:nvPr userDrawn="1"/>
        </p:nvSpPr>
        <p:spPr bwMode="black">
          <a:xfrm>
            <a:off x="7515312"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3" name="Textplatzhalter 28">
            <a:extLst>
              <a:ext uri="{FF2B5EF4-FFF2-40B4-BE49-F238E27FC236}">
                <a16:creationId xmlns:a16="http://schemas.microsoft.com/office/drawing/2014/main" id="{56FBFA31-3F45-A694-DBD4-683EA159F9CB}"/>
              </a:ext>
            </a:extLst>
          </p:cNvPr>
          <p:cNvSpPr>
            <a:spLocks noGrp="1"/>
          </p:cNvSpPr>
          <p:nvPr>
            <p:ph type="body" sz="quarter" idx="11" hasCustomPrompt="1"/>
          </p:nvPr>
        </p:nvSpPr>
        <p:spPr>
          <a:xfrm>
            <a:off x="947738" y="1576388"/>
            <a:ext cx="7559675" cy="2326957"/>
          </a:xfrm>
          <a:prstGeom prst="rect">
            <a:avLst/>
          </a:prstGeom>
        </p:spPr>
        <p:txBody>
          <a:bodyPr lIns="0" tIns="0" rIns="0" bIns="0" anchor="b" anchorCtr="0">
            <a:noAutofit/>
          </a:bodyPr>
          <a:lstStyle>
            <a:lvl1pPr>
              <a:lnSpc>
                <a:spcPct val="90000"/>
              </a:lnSpc>
              <a:defRPr sz="2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Tree>
    <p:extLst>
      <p:ext uri="{BB962C8B-B14F-4D97-AF65-F5344CB8AC3E}">
        <p14:creationId xmlns:p14="http://schemas.microsoft.com/office/powerpoint/2010/main" val="2700955661"/>
      </p:ext>
    </p:extLst>
  </p:cSld>
  <p:clrMapOvr>
    <a:masterClrMapping/>
  </p:clrMapOvr>
  <p:transition>
    <p:wipe dir="r"/>
  </p:transition>
  <p:extLst>
    <p:ext uri="{DCECCB84-F9BA-43D5-87BE-67443E8EF086}">
      <p15:sldGuideLst xmlns:p15="http://schemas.microsoft.com/office/powerpoint/2012/main">
        <p15:guide id="1" orient="horz" pos="1189"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dark blue c">
    <p:bg>
      <p:bgPr>
        <a:solidFill>
          <a:srgbClr val="1E2A78"/>
        </a:solidFill>
        <a:effectLst/>
      </p:bgPr>
    </p:bg>
    <p:spTree>
      <p:nvGrpSpPr>
        <p:cNvPr id="1" name=""/>
        <p:cNvGrpSpPr/>
        <p:nvPr/>
      </p:nvGrpSpPr>
      <p:grpSpPr>
        <a:xfrm>
          <a:off x="0" y="0"/>
          <a:ext cx="0" cy="0"/>
          <a:chOff x="0" y="0"/>
          <a:chExt cx="0" cy="0"/>
        </a:xfrm>
      </p:grpSpPr>
      <p:sp>
        <p:nvSpPr>
          <p:cNvPr id="4" name="Google Shape;12;p7">
            <a:extLst>
              <a:ext uri="{FF2B5EF4-FFF2-40B4-BE49-F238E27FC236}">
                <a16:creationId xmlns:a16="http://schemas.microsoft.com/office/drawing/2014/main" id="{478F2925-04D1-4766-6CA4-84070AEF58B6}"/>
              </a:ext>
            </a:extLst>
          </p:cNvPr>
          <p:cNvSpPr/>
          <p:nvPr userDrawn="1"/>
        </p:nvSpPr>
        <p:spPr>
          <a:xfrm>
            <a:off x="2565312" y="1260000"/>
            <a:ext cx="4950000" cy="5669438"/>
          </a:xfrm>
          <a:prstGeom prst="rect">
            <a:avLst/>
          </a:prstGeom>
          <a:gradFill flip="none" rotWithShape="1">
            <a:gsLst>
              <a:gs pos="0">
                <a:srgbClr val="1E2A78"/>
              </a:gs>
              <a:gs pos="0">
                <a:srgbClr val="16184E">
                  <a:lumMod val="95209"/>
                  <a:lumOff val="4791"/>
                </a:srgbClr>
              </a:gs>
              <a:gs pos="50000">
                <a:srgbClr val="1E2A78">
                  <a:shade val="67500"/>
                  <a:satMod val="115000"/>
                </a:srgbClr>
              </a:gs>
              <a:gs pos="100000">
                <a:srgbClr val="19256D"/>
              </a:gs>
            </a:gsLst>
            <a:lin ang="5400000" scaled="0"/>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Freeform 4">
            <a:extLst>
              <a:ext uri="{FF2B5EF4-FFF2-40B4-BE49-F238E27FC236}">
                <a16:creationId xmlns:a16="http://schemas.microsoft.com/office/drawing/2014/main" id="{C6AF6C9C-04FF-978A-3741-090781A38C6A}"/>
              </a:ext>
            </a:extLst>
          </p:cNvPr>
          <p:cNvSpPr>
            <a:spLocks noEditPoints="1"/>
          </p:cNvSpPr>
          <p:nvPr userDrawn="1"/>
        </p:nvSpPr>
        <p:spPr bwMode="black">
          <a:xfrm>
            <a:off x="7515312"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6" name="Textplatzhalter 28">
            <a:extLst>
              <a:ext uri="{FF2B5EF4-FFF2-40B4-BE49-F238E27FC236}">
                <a16:creationId xmlns:a16="http://schemas.microsoft.com/office/drawing/2014/main" id="{F593DE32-463B-A375-82E4-E92E9E1DFB1F}"/>
              </a:ext>
            </a:extLst>
          </p:cNvPr>
          <p:cNvSpPr>
            <a:spLocks noGrp="1"/>
          </p:cNvSpPr>
          <p:nvPr>
            <p:ph type="body" sz="quarter" idx="11" hasCustomPrompt="1"/>
          </p:nvPr>
        </p:nvSpPr>
        <p:spPr>
          <a:xfrm>
            <a:off x="947738" y="1576388"/>
            <a:ext cx="7559675" cy="2326957"/>
          </a:xfrm>
          <a:prstGeom prst="rect">
            <a:avLst/>
          </a:prstGeom>
        </p:spPr>
        <p:txBody>
          <a:bodyPr lIns="0" tIns="0" rIns="0" bIns="0" anchor="b" anchorCtr="0">
            <a:noAutofit/>
          </a:bodyPr>
          <a:lstStyle>
            <a:lvl1pPr>
              <a:lnSpc>
                <a:spcPct val="90000"/>
              </a:lnSpc>
              <a:defRPr sz="2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Tree>
    <p:extLst>
      <p:ext uri="{BB962C8B-B14F-4D97-AF65-F5344CB8AC3E}">
        <p14:creationId xmlns:p14="http://schemas.microsoft.com/office/powerpoint/2010/main" val="1046412339"/>
      </p:ext>
    </p:extLst>
  </p:cSld>
  <p:clrMapOvr>
    <a:masterClrMapping/>
  </p:clrMapOvr>
  <p:transition>
    <p:wipe dir="r"/>
  </p:transition>
  <p:extLst>
    <p:ext uri="{DCECCB84-F9BA-43D5-87BE-67443E8EF086}">
      <p15:sldGuideLst xmlns:p15="http://schemas.microsoft.com/office/powerpoint/2012/main">
        <p15:guide id="1" orient="horz" pos="11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Motif a">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04967A62-4196-FA3E-C7FF-BA6A4C5E222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529" y="0"/>
            <a:ext cx="10079566" cy="7559675"/>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12;p7">
            <a:extLst>
              <a:ext uri="{FF2B5EF4-FFF2-40B4-BE49-F238E27FC236}">
                <a16:creationId xmlns:a16="http://schemas.microsoft.com/office/drawing/2014/main" id="{BEB3A141-6558-B848-2022-CBBE6450236A}"/>
              </a:ext>
            </a:extLst>
          </p:cNvPr>
          <p:cNvSpPr/>
          <p:nvPr userDrawn="1"/>
        </p:nvSpPr>
        <p:spPr>
          <a:xfrm>
            <a:off x="628650" y="1258888"/>
            <a:ext cx="8191500" cy="5670549"/>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4" name="Freeform 4">
            <a:extLst>
              <a:ext uri="{FF2B5EF4-FFF2-40B4-BE49-F238E27FC236}">
                <a16:creationId xmlns:a16="http://schemas.microsoft.com/office/drawing/2014/main" id="{5E4B23BD-18F2-B8DA-FE37-BBF44476DBC6}"/>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2" name="Textplatzhalter 28">
            <a:extLst>
              <a:ext uri="{FF2B5EF4-FFF2-40B4-BE49-F238E27FC236}">
                <a16:creationId xmlns:a16="http://schemas.microsoft.com/office/drawing/2014/main" id="{EAC9AE21-434F-1438-6D3A-A08CA2D65CA1}"/>
              </a:ext>
            </a:extLst>
          </p:cNvPr>
          <p:cNvSpPr>
            <a:spLocks noGrp="1"/>
          </p:cNvSpPr>
          <p:nvPr>
            <p:ph type="body" sz="quarter" idx="11" hasCustomPrompt="1"/>
          </p:nvPr>
        </p:nvSpPr>
        <p:spPr>
          <a:xfrm>
            <a:off x="947738" y="1576388"/>
            <a:ext cx="7559675" cy="2876892"/>
          </a:xfrm>
          <a:prstGeom prst="rect">
            <a:avLst/>
          </a:prstGeom>
        </p:spPr>
        <p:txBody>
          <a:bodyPr lIns="0" tIns="0" rIns="0" bIns="0" anchor="b" anchorCtr="0">
            <a:noAutofit/>
          </a:bodyPr>
          <a:lstStyle>
            <a:lvl1pPr>
              <a:lnSpc>
                <a:spcPct val="90000"/>
              </a:lnSpc>
              <a:defRPr sz="4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Tree>
    <p:extLst>
      <p:ext uri="{BB962C8B-B14F-4D97-AF65-F5344CB8AC3E}">
        <p14:creationId xmlns:p14="http://schemas.microsoft.com/office/powerpoint/2010/main" val="2583516740"/>
      </p:ext>
    </p:extLst>
  </p:cSld>
  <p:clrMapOvr>
    <a:masterClrMapping/>
  </p:clrMapOvr>
  <p:transition>
    <p:wipe dir="r"/>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Motif b">
    <p:spTree>
      <p:nvGrpSpPr>
        <p:cNvPr id="1" name=""/>
        <p:cNvGrpSpPr/>
        <p:nvPr/>
      </p:nvGrpSpPr>
      <p:grpSpPr>
        <a:xfrm>
          <a:off x="0" y="0"/>
          <a:ext cx="0" cy="0"/>
          <a:chOff x="0" y="0"/>
          <a:chExt cx="0" cy="0"/>
        </a:xfrm>
      </p:grpSpPr>
      <p:pic>
        <p:nvPicPr>
          <p:cNvPr id="5" name="Grafik 4" descr="Ein Bild, das Wasser, Riff, Natur enthält.&#10;&#10;Automatisch generierte Beschreibung">
            <a:extLst>
              <a:ext uri="{FF2B5EF4-FFF2-40B4-BE49-F238E27FC236}">
                <a16:creationId xmlns:a16="http://schemas.microsoft.com/office/drawing/2014/main" id="{CC74A649-1B9B-9D60-402E-CB85D5936E5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3372" t="-14" r="10948" b="-14"/>
          <a:stretch/>
        </p:blipFill>
        <p:spPr>
          <a:xfrm>
            <a:off x="0" y="0"/>
            <a:ext cx="10080625" cy="7562009"/>
          </a:xfrm>
          <a:prstGeom prst="rect">
            <a:avLst/>
          </a:prstGeom>
        </p:spPr>
      </p:pic>
      <p:sp>
        <p:nvSpPr>
          <p:cNvPr id="19" name="Google Shape;12;p7">
            <a:extLst>
              <a:ext uri="{FF2B5EF4-FFF2-40B4-BE49-F238E27FC236}">
                <a16:creationId xmlns:a16="http://schemas.microsoft.com/office/drawing/2014/main" id="{BEB3A141-6558-B848-2022-CBBE6450236A}"/>
              </a:ext>
            </a:extLst>
          </p:cNvPr>
          <p:cNvSpPr/>
          <p:nvPr userDrawn="1"/>
        </p:nvSpPr>
        <p:spPr>
          <a:xfrm>
            <a:off x="628650" y="1259999"/>
            <a:ext cx="8190000" cy="5688000"/>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3" name="Freeform 4">
            <a:extLst>
              <a:ext uri="{FF2B5EF4-FFF2-40B4-BE49-F238E27FC236}">
                <a16:creationId xmlns:a16="http://schemas.microsoft.com/office/drawing/2014/main" id="{3600C894-A0AD-D797-CC6E-149B267BDC6D}"/>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2" name="Textplatzhalter 28">
            <a:extLst>
              <a:ext uri="{FF2B5EF4-FFF2-40B4-BE49-F238E27FC236}">
                <a16:creationId xmlns:a16="http://schemas.microsoft.com/office/drawing/2014/main" id="{C9A6FAA8-6173-1B70-5E4F-B24B88D74194}"/>
              </a:ext>
            </a:extLst>
          </p:cNvPr>
          <p:cNvSpPr>
            <a:spLocks noGrp="1"/>
          </p:cNvSpPr>
          <p:nvPr>
            <p:ph type="body" sz="quarter" idx="11" hasCustomPrompt="1"/>
          </p:nvPr>
        </p:nvSpPr>
        <p:spPr>
          <a:xfrm>
            <a:off x="947738" y="1576388"/>
            <a:ext cx="7559675" cy="2876892"/>
          </a:xfrm>
          <a:prstGeom prst="rect">
            <a:avLst/>
          </a:prstGeom>
        </p:spPr>
        <p:txBody>
          <a:bodyPr lIns="0" tIns="0" rIns="0" bIns="0" anchor="b" anchorCtr="0">
            <a:noAutofit/>
          </a:bodyPr>
          <a:lstStyle>
            <a:lvl1pPr>
              <a:lnSpc>
                <a:spcPct val="90000"/>
              </a:lnSpc>
              <a:defRPr sz="4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Tree>
    <p:extLst>
      <p:ext uri="{BB962C8B-B14F-4D97-AF65-F5344CB8AC3E}">
        <p14:creationId xmlns:p14="http://schemas.microsoft.com/office/powerpoint/2010/main" val="1866107160"/>
      </p:ext>
    </p:extLst>
  </p:cSld>
  <p:clrMapOvr>
    <a:masterClrMapping/>
  </p:clrMapOvr>
  <p:transition>
    <p:wipe dir="r"/>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0CAC88D1-244E-446D-8A03-B95B1977963B}"/>
              </a:ext>
            </a:extLst>
          </p:cNvPr>
          <p:cNvSpPr>
            <a:spLocks noGrp="1"/>
          </p:cNvSpPr>
          <p:nvPr>
            <p:ph type="body" sz="quarter" idx="23" hasCustomPrompt="1"/>
          </p:nvPr>
        </p:nvSpPr>
        <p:spPr>
          <a:xfrm>
            <a:off x="360364" y="1079500"/>
            <a:ext cx="9359900" cy="5761037"/>
          </a:xfrm>
        </p:spPr>
        <p:txBody>
          <a:bodyPr numCol="2" spcCol="273600"/>
          <a:lstStyle>
            <a:lvl1pPr marL="216000" indent="-216000">
              <a:lnSpc>
                <a:spcPct val="100000"/>
              </a:lnSpc>
              <a:spcBef>
                <a:spcPts val="1200"/>
              </a:spcBef>
              <a:buFont typeface="+mj-lt"/>
              <a:buAutoNum type="arabicPeriod"/>
              <a:defRPr sz="1400"/>
            </a:lvl1pPr>
            <a:lvl2pPr marL="576000" indent="-360000">
              <a:lnSpc>
                <a:spcPct val="100000"/>
              </a:lnSpc>
              <a:buFont typeface="+mj-lt"/>
              <a:buNone/>
              <a:tabLst>
                <a:tab pos="10546550" algn="r"/>
              </a:tabLst>
              <a:defRPr sz="1400" u="none"/>
            </a:lvl2pPr>
          </a:lstStyle>
          <a:p>
            <a:pPr lvl="0"/>
            <a:r>
              <a:rPr lang="en-GB" noProof="0" dirty="0"/>
              <a:t>Chapter</a:t>
            </a:r>
          </a:p>
          <a:p>
            <a:pPr lvl="1"/>
            <a:r>
              <a:rPr lang="en-GB" noProof="0" dirty="0"/>
              <a:t>1.1	Subchapter	Page X</a:t>
            </a:r>
          </a:p>
        </p:txBody>
      </p:sp>
      <p:sp>
        <p:nvSpPr>
          <p:cNvPr id="17" name="Title Placeholder 4">
            <a:extLst>
              <a:ext uri="{FF2B5EF4-FFF2-40B4-BE49-F238E27FC236}">
                <a16:creationId xmlns:a16="http://schemas.microsoft.com/office/drawing/2014/main" id="{C70868BA-483D-9E53-E24E-BC0DE093C457}"/>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
        <p:nvSpPr>
          <p:cNvPr id="2" name="Foliennummernplatzhalter 1">
            <a:extLst>
              <a:ext uri="{FF2B5EF4-FFF2-40B4-BE49-F238E27FC236}">
                <a16:creationId xmlns:a16="http://schemas.microsoft.com/office/drawing/2014/main" id="{4C9C73B6-11EC-60C2-5251-6462E3AB86CB}"/>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3" name="Fußzeilenplatzhalter 2">
            <a:extLst>
              <a:ext uri="{FF2B5EF4-FFF2-40B4-BE49-F238E27FC236}">
                <a16:creationId xmlns:a16="http://schemas.microsoft.com/office/drawing/2014/main" id="{A4664768-DC91-1B83-94BF-C8CC53AB2D90}"/>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Tree>
    <p:extLst>
      <p:ext uri="{BB962C8B-B14F-4D97-AF65-F5344CB8AC3E}">
        <p14:creationId xmlns:p14="http://schemas.microsoft.com/office/powerpoint/2010/main" val="3615821861"/>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75" userDrawn="1">
          <p15:clr>
            <a:srgbClr val="FBAE40"/>
          </p15:clr>
        </p15:guide>
        <p15:guide id="3" pos="307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b">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0CAC88D1-244E-446D-8A03-B95B1977963B}"/>
              </a:ext>
            </a:extLst>
          </p:cNvPr>
          <p:cNvSpPr>
            <a:spLocks noGrp="1"/>
          </p:cNvSpPr>
          <p:nvPr>
            <p:ph type="body" sz="quarter" idx="23" hasCustomPrompt="1"/>
          </p:nvPr>
        </p:nvSpPr>
        <p:spPr>
          <a:xfrm>
            <a:off x="360363" y="1079500"/>
            <a:ext cx="9360262" cy="5761038"/>
          </a:xfrm>
        </p:spPr>
        <p:txBody>
          <a:bodyPr numCol="2" spcCol="273600"/>
          <a:lstStyle>
            <a:lvl1pPr marL="216000" indent="-216000">
              <a:lnSpc>
                <a:spcPct val="100000"/>
              </a:lnSpc>
              <a:spcBef>
                <a:spcPts val="1200"/>
              </a:spcBef>
              <a:buFont typeface="+mj-lt"/>
              <a:buAutoNum type="arabicPeriod"/>
              <a:defRPr sz="1400"/>
            </a:lvl1pPr>
            <a:lvl2pPr marL="504000" indent="-288000">
              <a:lnSpc>
                <a:spcPct val="100000"/>
              </a:lnSpc>
              <a:buFont typeface="+mj-lt"/>
              <a:buNone/>
              <a:tabLst>
                <a:tab pos="10546550" algn="r"/>
              </a:tabLst>
              <a:defRPr sz="1200" u="none"/>
            </a:lvl2pPr>
          </a:lstStyle>
          <a:p>
            <a:pPr lvl="0"/>
            <a:r>
              <a:rPr lang="en-GB" noProof="0" dirty="0"/>
              <a:t>Chapter</a:t>
            </a:r>
          </a:p>
          <a:p>
            <a:pPr lvl="1"/>
            <a:r>
              <a:rPr lang="en-GB" noProof="0" dirty="0"/>
              <a:t>1.1	Subchapter	Page X</a:t>
            </a:r>
          </a:p>
        </p:txBody>
      </p:sp>
      <p:sp>
        <p:nvSpPr>
          <p:cNvPr id="2" name="Foliennummernplatzhalter 1">
            <a:extLst>
              <a:ext uri="{FF2B5EF4-FFF2-40B4-BE49-F238E27FC236}">
                <a16:creationId xmlns:a16="http://schemas.microsoft.com/office/drawing/2014/main" id="{B10B581B-D15B-1690-FF17-0D0EA4D3068E}"/>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3" name="Fußzeilenplatzhalter 2">
            <a:extLst>
              <a:ext uri="{FF2B5EF4-FFF2-40B4-BE49-F238E27FC236}">
                <a16:creationId xmlns:a16="http://schemas.microsoft.com/office/drawing/2014/main" id="{AB79B8D4-8EF0-E8CA-6A0C-FAB72A7D86AD}"/>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5" name="Title Placeholder 4">
            <a:extLst>
              <a:ext uri="{FF2B5EF4-FFF2-40B4-BE49-F238E27FC236}">
                <a16:creationId xmlns:a16="http://schemas.microsoft.com/office/drawing/2014/main" id="{6CFFB68F-F1B5-90CF-82F4-264674EF57E6}"/>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253671075"/>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75" userDrawn="1">
          <p15:clr>
            <a:srgbClr val="FBAE40"/>
          </p15:clr>
        </p15:guide>
        <p15:guide id="3" pos="3075"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c">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0CAC88D1-244E-446D-8A03-B95B1977963B}"/>
              </a:ext>
            </a:extLst>
          </p:cNvPr>
          <p:cNvSpPr>
            <a:spLocks noGrp="1"/>
          </p:cNvSpPr>
          <p:nvPr>
            <p:ph type="body" sz="quarter" idx="23" hasCustomPrompt="1"/>
          </p:nvPr>
        </p:nvSpPr>
        <p:spPr>
          <a:xfrm>
            <a:off x="360363" y="1079500"/>
            <a:ext cx="9349240" cy="5761038"/>
          </a:xfrm>
        </p:spPr>
        <p:txBody>
          <a:bodyPr numCol="2" spcCol="273600"/>
          <a:lstStyle>
            <a:lvl1pPr marL="216000" indent="-216000">
              <a:lnSpc>
                <a:spcPct val="100000"/>
              </a:lnSpc>
              <a:spcBef>
                <a:spcPts val="1200"/>
              </a:spcBef>
              <a:buFont typeface="+mj-lt"/>
              <a:buAutoNum type="arabicPeriod"/>
              <a:defRPr sz="1200"/>
            </a:lvl1pPr>
            <a:lvl2pPr marL="504000" indent="-288000">
              <a:lnSpc>
                <a:spcPct val="100000"/>
              </a:lnSpc>
              <a:buFont typeface="+mj-lt"/>
              <a:buNone/>
              <a:tabLst>
                <a:tab pos="10546550" algn="r"/>
              </a:tabLst>
              <a:defRPr sz="1200" u="none"/>
            </a:lvl2pPr>
          </a:lstStyle>
          <a:p>
            <a:pPr lvl="0"/>
            <a:r>
              <a:rPr lang="en-GB" noProof="0" dirty="0"/>
              <a:t>Chapter</a:t>
            </a:r>
          </a:p>
          <a:p>
            <a:pPr lvl="1"/>
            <a:r>
              <a:rPr lang="en-GB" noProof="0" dirty="0"/>
              <a:t>1.1	Subchapter	Page X</a:t>
            </a:r>
          </a:p>
        </p:txBody>
      </p:sp>
      <p:sp>
        <p:nvSpPr>
          <p:cNvPr id="2" name="Foliennummernplatzhalter 1">
            <a:extLst>
              <a:ext uri="{FF2B5EF4-FFF2-40B4-BE49-F238E27FC236}">
                <a16:creationId xmlns:a16="http://schemas.microsoft.com/office/drawing/2014/main" id="{10EA964F-0994-0B27-683C-C6406AED62AC}"/>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3" name="Fußzeilenplatzhalter 2">
            <a:extLst>
              <a:ext uri="{FF2B5EF4-FFF2-40B4-BE49-F238E27FC236}">
                <a16:creationId xmlns:a16="http://schemas.microsoft.com/office/drawing/2014/main" id="{9EBCA0C4-93B3-F2A8-64EE-C45A2459D7C0}"/>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5" name="Title Placeholder 4">
            <a:extLst>
              <a:ext uri="{FF2B5EF4-FFF2-40B4-BE49-F238E27FC236}">
                <a16:creationId xmlns:a16="http://schemas.microsoft.com/office/drawing/2014/main" id="{161D97B7-C09D-F9A6-9C6B-2D428912D0EB}"/>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2617879214"/>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75" userDrawn="1">
          <p15:clr>
            <a:srgbClr val="FBAE40"/>
          </p15:clr>
        </p15:guide>
        <p15:guide id="3" pos="3075"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c 1p">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363" y="1079500"/>
            <a:ext cx="9360262" cy="576103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Foliennummernplatzhalter 1">
            <a:extLst>
              <a:ext uri="{FF2B5EF4-FFF2-40B4-BE49-F238E27FC236}">
                <a16:creationId xmlns:a16="http://schemas.microsoft.com/office/drawing/2014/main" id="{B2BA9447-5469-7868-0768-22587B228869}"/>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4" name="Fußzeilenplatzhalter 2">
            <a:extLst>
              <a:ext uri="{FF2B5EF4-FFF2-40B4-BE49-F238E27FC236}">
                <a16:creationId xmlns:a16="http://schemas.microsoft.com/office/drawing/2014/main" id="{79060EB8-A355-7AC2-E7DC-98C64B9790F2}"/>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0A14A00F-7504-7615-9994-00AB28EECB8F}"/>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1897258233"/>
      </p:ext>
    </p:extLst>
  </p:cSld>
  <p:clrMapOvr>
    <a:masterClrMapping/>
  </p:clrMapOvr>
  <p:transition>
    <p:wipe dir="r"/>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2c 1p">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000" y="1079500"/>
            <a:ext cx="4590000" cy="576103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Inhaltsplatzhalter 13">
            <a:extLst>
              <a:ext uri="{FF2B5EF4-FFF2-40B4-BE49-F238E27FC236}">
                <a16:creationId xmlns:a16="http://schemas.microsoft.com/office/drawing/2014/main" id="{54D13192-5D33-EA9A-E52F-CF35A0371181}"/>
              </a:ext>
            </a:extLst>
          </p:cNvPr>
          <p:cNvSpPr>
            <a:spLocks noGrp="1"/>
          </p:cNvSpPr>
          <p:nvPr>
            <p:ph sz="quarter" idx="11" hasCustomPrompt="1"/>
          </p:nvPr>
        </p:nvSpPr>
        <p:spPr>
          <a:xfrm>
            <a:off x="5130799" y="1079500"/>
            <a:ext cx="4590000" cy="576103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Foliennummernplatzhalter 1">
            <a:extLst>
              <a:ext uri="{FF2B5EF4-FFF2-40B4-BE49-F238E27FC236}">
                <a16:creationId xmlns:a16="http://schemas.microsoft.com/office/drawing/2014/main" id="{EDA07906-766E-FA30-D659-CCD02E47B28D}"/>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11" name="Fußzeilenplatzhalter 2">
            <a:extLst>
              <a:ext uri="{FF2B5EF4-FFF2-40B4-BE49-F238E27FC236}">
                <a16:creationId xmlns:a16="http://schemas.microsoft.com/office/drawing/2014/main" id="{2491EAF1-7AE9-2BDE-5F3B-7CE6126B156C}"/>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6C3DB9B5-7834-62C1-86EA-CF3A323ECA69}"/>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1304766738"/>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32" userDrawn="1">
          <p15:clr>
            <a:srgbClr val="FBAE40"/>
          </p15:clr>
        </p15:guide>
        <p15:guide id="3" pos="311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c 2p">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000" y="1079500"/>
            <a:ext cx="4590000" cy="278951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Inhaltsplatzhalter 13">
            <a:extLst>
              <a:ext uri="{FF2B5EF4-FFF2-40B4-BE49-F238E27FC236}">
                <a16:creationId xmlns:a16="http://schemas.microsoft.com/office/drawing/2014/main" id="{54D13192-5D33-EA9A-E52F-CF35A0371181}"/>
              </a:ext>
            </a:extLst>
          </p:cNvPr>
          <p:cNvSpPr>
            <a:spLocks noGrp="1"/>
          </p:cNvSpPr>
          <p:nvPr>
            <p:ph sz="quarter" idx="11" hasCustomPrompt="1"/>
          </p:nvPr>
        </p:nvSpPr>
        <p:spPr>
          <a:xfrm>
            <a:off x="5128225" y="1079500"/>
            <a:ext cx="4590000" cy="278951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Inhaltsplatzhalter 13">
            <a:extLst>
              <a:ext uri="{FF2B5EF4-FFF2-40B4-BE49-F238E27FC236}">
                <a16:creationId xmlns:a16="http://schemas.microsoft.com/office/drawing/2014/main" id="{84CC4C7D-7F5D-1ADB-A30E-CEAD08A0BFE9}"/>
              </a:ext>
            </a:extLst>
          </p:cNvPr>
          <p:cNvSpPr>
            <a:spLocks noGrp="1"/>
          </p:cNvSpPr>
          <p:nvPr>
            <p:ph sz="quarter" idx="12" hasCustomPrompt="1"/>
          </p:nvPr>
        </p:nvSpPr>
        <p:spPr>
          <a:xfrm>
            <a:off x="359999" y="4049712"/>
            <a:ext cx="4590000" cy="27908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Inhaltsplatzhalter 13">
            <a:extLst>
              <a:ext uri="{FF2B5EF4-FFF2-40B4-BE49-F238E27FC236}">
                <a16:creationId xmlns:a16="http://schemas.microsoft.com/office/drawing/2014/main" id="{5C26C813-FC2A-E649-F811-FFA8D670A892}"/>
              </a:ext>
            </a:extLst>
          </p:cNvPr>
          <p:cNvSpPr>
            <a:spLocks noGrp="1"/>
          </p:cNvSpPr>
          <p:nvPr>
            <p:ph sz="quarter" idx="13" hasCustomPrompt="1"/>
          </p:nvPr>
        </p:nvSpPr>
        <p:spPr>
          <a:xfrm>
            <a:off x="5130314" y="4049988"/>
            <a:ext cx="4590000" cy="279055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2" name="Foliennummernplatzhalter 1">
            <a:extLst>
              <a:ext uri="{FF2B5EF4-FFF2-40B4-BE49-F238E27FC236}">
                <a16:creationId xmlns:a16="http://schemas.microsoft.com/office/drawing/2014/main" id="{9C8189E2-FDC1-D1C8-3866-1309E6F961C9}"/>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13" name="Fußzeilenplatzhalter 2">
            <a:extLst>
              <a:ext uri="{FF2B5EF4-FFF2-40B4-BE49-F238E27FC236}">
                <a16:creationId xmlns:a16="http://schemas.microsoft.com/office/drawing/2014/main" id="{70C378B8-63A2-BE4A-159E-B0A8A624686B}"/>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62DB47A4-C4E5-39BE-E3EF-DD81CF9A5D73}"/>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3378228934"/>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32" userDrawn="1">
          <p15:clr>
            <a:srgbClr val="FBAE40"/>
          </p15:clr>
        </p15:guide>
        <p15:guide id="3" pos="3119" userDrawn="1">
          <p15:clr>
            <a:srgbClr val="FBAE40"/>
          </p15:clr>
        </p15:guide>
        <p15:guide id="4" orient="horz" pos="2551" userDrawn="1">
          <p15:clr>
            <a:srgbClr val="FBAE40"/>
          </p15:clr>
        </p15:guide>
        <p15:guide id="5" orient="horz" pos="243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3c 1p">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000" y="1080000"/>
            <a:ext cx="3006000" cy="576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Inhaltsplatzhalter 13">
            <a:extLst>
              <a:ext uri="{FF2B5EF4-FFF2-40B4-BE49-F238E27FC236}">
                <a16:creationId xmlns:a16="http://schemas.microsoft.com/office/drawing/2014/main" id="{5CA372FA-9895-0C5F-1EC7-D1A032F9AA68}"/>
              </a:ext>
            </a:extLst>
          </p:cNvPr>
          <p:cNvSpPr>
            <a:spLocks noGrp="1"/>
          </p:cNvSpPr>
          <p:nvPr>
            <p:ph sz="quarter" idx="11" hasCustomPrompt="1"/>
          </p:nvPr>
        </p:nvSpPr>
        <p:spPr>
          <a:xfrm>
            <a:off x="3537131" y="1078386"/>
            <a:ext cx="3006000" cy="576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Inhaltsplatzhalter 13">
            <a:extLst>
              <a:ext uri="{FF2B5EF4-FFF2-40B4-BE49-F238E27FC236}">
                <a16:creationId xmlns:a16="http://schemas.microsoft.com/office/drawing/2014/main" id="{883BB2EE-32A9-3A08-7709-8604193B1BDA}"/>
              </a:ext>
            </a:extLst>
          </p:cNvPr>
          <p:cNvSpPr>
            <a:spLocks noGrp="1"/>
          </p:cNvSpPr>
          <p:nvPr>
            <p:ph sz="quarter" idx="12" hasCustomPrompt="1"/>
          </p:nvPr>
        </p:nvSpPr>
        <p:spPr>
          <a:xfrm>
            <a:off x="6714263" y="1080000"/>
            <a:ext cx="3006000" cy="576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Foliennummernplatzhalter 1">
            <a:extLst>
              <a:ext uri="{FF2B5EF4-FFF2-40B4-BE49-F238E27FC236}">
                <a16:creationId xmlns:a16="http://schemas.microsoft.com/office/drawing/2014/main" id="{3EFDFF10-F754-A5BC-0CA8-F75F4E9ED14F}"/>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12" name="Fußzeilenplatzhalter 2">
            <a:extLst>
              <a:ext uri="{FF2B5EF4-FFF2-40B4-BE49-F238E27FC236}">
                <a16:creationId xmlns:a16="http://schemas.microsoft.com/office/drawing/2014/main" id="{F72CC4D9-6245-CD06-3682-452D29B1C0C9}"/>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2" name="Title Placeholder 4">
            <a:extLst>
              <a:ext uri="{FF2B5EF4-FFF2-40B4-BE49-F238E27FC236}">
                <a16:creationId xmlns:a16="http://schemas.microsoft.com/office/drawing/2014/main" id="{31AB71D7-74DF-7A43-DBC4-A12A71311B00}"/>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1382154901"/>
      </p:ext>
    </p:extLst>
  </p:cSld>
  <p:clrMapOvr>
    <a:masterClrMapping/>
  </p:clrMapOvr>
  <p:transition>
    <p:wipe dir="r"/>
  </p:transition>
  <p:extLst>
    <p:ext uri="{DCECCB84-F9BA-43D5-87BE-67443E8EF086}">
      <p15:sldGuideLst xmlns:p15="http://schemas.microsoft.com/office/powerpoint/2012/main">
        <p15:guide id="4" pos="2121" userDrawn="1">
          <p15:clr>
            <a:srgbClr val="FBAE40"/>
          </p15:clr>
        </p15:guide>
        <p15:guide id="5" pos="2226" userDrawn="1">
          <p15:clr>
            <a:srgbClr val="FBAE40"/>
          </p15:clr>
        </p15:guide>
        <p15:guide id="6" pos="4123" userDrawn="1">
          <p15:clr>
            <a:srgbClr val="FBAE40"/>
          </p15:clr>
        </p15:guide>
        <p15:guide id="7" pos="423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ntent 3c 1p">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000" y="1080000"/>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Inhaltsplatzhalter 13">
            <a:extLst>
              <a:ext uri="{FF2B5EF4-FFF2-40B4-BE49-F238E27FC236}">
                <a16:creationId xmlns:a16="http://schemas.microsoft.com/office/drawing/2014/main" id="{5CA372FA-9895-0C5F-1EC7-D1A032F9AA68}"/>
              </a:ext>
            </a:extLst>
          </p:cNvPr>
          <p:cNvSpPr>
            <a:spLocks noGrp="1"/>
          </p:cNvSpPr>
          <p:nvPr>
            <p:ph sz="quarter" idx="11" hasCustomPrompt="1"/>
          </p:nvPr>
        </p:nvSpPr>
        <p:spPr>
          <a:xfrm>
            <a:off x="3531073" y="1079499"/>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Inhaltsplatzhalter 13">
            <a:extLst>
              <a:ext uri="{FF2B5EF4-FFF2-40B4-BE49-F238E27FC236}">
                <a16:creationId xmlns:a16="http://schemas.microsoft.com/office/drawing/2014/main" id="{883BB2EE-32A9-3A08-7709-8604193B1BDA}"/>
              </a:ext>
            </a:extLst>
          </p:cNvPr>
          <p:cNvSpPr>
            <a:spLocks noGrp="1"/>
          </p:cNvSpPr>
          <p:nvPr>
            <p:ph sz="quarter" idx="12" hasCustomPrompt="1"/>
          </p:nvPr>
        </p:nvSpPr>
        <p:spPr>
          <a:xfrm>
            <a:off x="6714626" y="1078386"/>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Foliennummernplatzhalter 1">
            <a:extLst>
              <a:ext uri="{FF2B5EF4-FFF2-40B4-BE49-F238E27FC236}">
                <a16:creationId xmlns:a16="http://schemas.microsoft.com/office/drawing/2014/main" id="{3EFDFF10-F754-A5BC-0CA8-F75F4E9ED14F}"/>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12" name="Fußzeilenplatzhalter 2">
            <a:extLst>
              <a:ext uri="{FF2B5EF4-FFF2-40B4-BE49-F238E27FC236}">
                <a16:creationId xmlns:a16="http://schemas.microsoft.com/office/drawing/2014/main" id="{F72CC4D9-6245-CD06-3682-452D29B1C0C9}"/>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Inhaltsplatzhalter 13">
            <a:extLst>
              <a:ext uri="{FF2B5EF4-FFF2-40B4-BE49-F238E27FC236}">
                <a16:creationId xmlns:a16="http://schemas.microsoft.com/office/drawing/2014/main" id="{9608D225-0E2F-E0B6-6A7F-C7DF3B15DA4E}"/>
              </a:ext>
            </a:extLst>
          </p:cNvPr>
          <p:cNvSpPr>
            <a:spLocks noGrp="1"/>
          </p:cNvSpPr>
          <p:nvPr>
            <p:ph sz="quarter" idx="13" hasCustomPrompt="1"/>
          </p:nvPr>
        </p:nvSpPr>
        <p:spPr>
          <a:xfrm>
            <a:off x="360000" y="4060800"/>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Inhaltsplatzhalter 13">
            <a:extLst>
              <a:ext uri="{FF2B5EF4-FFF2-40B4-BE49-F238E27FC236}">
                <a16:creationId xmlns:a16="http://schemas.microsoft.com/office/drawing/2014/main" id="{1C8002AC-05F5-F28D-DD1B-02671AB3EC15}"/>
              </a:ext>
            </a:extLst>
          </p:cNvPr>
          <p:cNvSpPr>
            <a:spLocks noGrp="1"/>
          </p:cNvSpPr>
          <p:nvPr>
            <p:ph sz="quarter" idx="14" hasCustomPrompt="1"/>
          </p:nvPr>
        </p:nvSpPr>
        <p:spPr>
          <a:xfrm>
            <a:off x="3527425" y="4060824"/>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Inhaltsplatzhalter 13">
            <a:extLst>
              <a:ext uri="{FF2B5EF4-FFF2-40B4-BE49-F238E27FC236}">
                <a16:creationId xmlns:a16="http://schemas.microsoft.com/office/drawing/2014/main" id="{AEE5C3A9-4054-6082-55A3-74D64DADB545}"/>
              </a:ext>
            </a:extLst>
          </p:cNvPr>
          <p:cNvSpPr>
            <a:spLocks noGrp="1"/>
          </p:cNvSpPr>
          <p:nvPr>
            <p:ph sz="quarter" idx="15" hasCustomPrompt="1"/>
          </p:nvPr>
        </p:nvSpPr>
        <p:spPr>
          <a:xfrm>
            <a:off x="6714626" y="4059711"/>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Title Placeholder 4">
            <a:extLst>
              <a:ext uri="{FF2B5EF4-FFF2-40B4-BE49-F238E27FC236}">
                <a16:creationId xmlns:a16="http://schemas.microsoft.com/office/drawing/2014/main" id="{FB050403-12BB-6064-5BD4-51CF64447517}"/>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4048819190"/>
      </p:ext>
    </p:extLst>
  </p:cSld>
  <p:clrMapOvr>
    <a:masterClrMapping/>
  </p:clrMapOvr>
  <p:transition>
    <p:wipe dir="r"/>
  </p:transition>
  <p:extLst>
    <p:ext uri="{DCECCB84-F9BA-43D5-87BE-67443E8EF086}">
      <p15:sldGuideLst xmlns:p15="http://schemas.microsoft.com/office/powerpoint/2012/main">
        <p15:guide id="4" pos="2120" userDrawn="1">
          <p15:clr>
            <a:srgbClr val="FBAE40"/>
          </p15:clr>
        </p15:guide>
        <p15:guide id="5" pos="2222" userDrawn="1">
          <p15:clr>
            <a:srgbClr val="FBAE40"/>
          </p15:clr>
        </p15:guide>
        <p15:guide id="6" pos="4117" userDrawn="1">
          <p15:clr>
            <a:srgbClr val="FBAE40"/>
          </p15:clr>
        </p15:guide>
        <p15:guide id="7" pos="4229" userDrawn="1">
          <p15:clr>
            <a:srgbClr val="FBAE40"/>
          </p15:clr>
        </p15:guide>
        <p15:guide id="8" orient="horz" pos="2438" userDrawn="1">
          <p15:clr>
            <a:srgbClr val="FBAE40"/>
          </p15:clr>
        </p15:guide>
        <p15:guide id="9" orient="horz" pos="255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c 1p blue box a">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1413" y="1078435"/>
            <a:ext cx="4590000" cy="5761580"/>
          </a:xfrm>
          <a:solidFill>
            <a:srgbClr val="E5F6FC"/>
          </a:solidFill>
        </p:spPr>
        <p:txBody>
          <a:bodyPr lIns="108000" tIns="108000" rIns="108000" bIns="10800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Inhaltsplatzhalter 13">
            <a:extLst>
              <a:ext uri="{FF2B5EF4-FFF2-40B4-BE49-F238E27FC236}">
                <a16:creationId xmlns:a16="http://schemas.microsoft.com/office/drawing/2014/main" id="{54D13192-5D33-EA9A-E52F-CF35A0371181}"/>
              </a:ext>
            </a:extLst>
          </p:cNvPr>
          <p:cNvSpPr>
            <a:spLocks noGrp="1"/>
          </p:cNvSpPr>
          <p:nvPr>
            <p:ph sz="quarter" idx="11" hasCustomPrompt="1"/>
          </p:nvPr>
        </p:nvSpPr>
        <p:spPr>
          <a:xfrm>
            <a:off x="5130800" y="1079500"/>
            <a:ext cx="4589463" cy="5761580"/>
          </a:xfrm>
          <a:solidFill>
            <a:srgbClr val="E5F6FC"/>
          </a:solidFill>
        </p:spPr>
        <p:txBody>
          <a:bodyPr lIns="108000" tIns="108000" rIns="108000" bIns="10800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Foliennummernplatzhalter 1">
            <a:extLst>
              <a:ext uri="{FF2B5EF4-FFF2-40B4-BE49-F238E27FC236}">
                <a16:creationId xmlns:a16="http://schemas.microsoft.com/office/drawing/2014/main" id="{D8BA2580-6B65-E671-85ED-1F289744E843}"/>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7" name="Fußzeilenplatzhalter 2">
            <a:extLst>
              <a:ext uri="{FF2B5EF4-FFF2-40B4-BE49-F238E27FC236}">
                <a16:creationId xmlns:a16="http://schemas.microsoft.com/office/drawing/2014/main" id="{1987F3C0-EA5B-5806-DF31-E3F133AFDF11}"/>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5A4172D5-1B4D-670C-33E7-2E2E1F305351}"/>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744403096"/>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32" userDrawn="1">
          <p15:clr>
            <a:srgbClr val="FBAE40"/>
          </p15:clr>
        </p15:guide>
        <p15:guide id="3" pos="311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2c 1p blue box b">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000" y="1481138"/>
            <a:ext cx="4590000" cy="5358862"/>
          </a:xfrm>
          <a:solidFill>
            <a:srgbClr val="E5F6FC"/>
          </a:solidFill>
        </p:spPr>
        <p:txBody>
          <a:bodyPr lIns="108000" tIns="108000" rIns="108000" bIns="10800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Inhaltsplatzhalter 13">
            <a:extLst>
              <a:ext uri="{FF2B5EF4-FFF2-40B4-BE49-F238E27FC236}">
                <a16:creationId xmlns:a16="http://schemas.microsoft.com/office/drawing/2014/main" id="{54D13192-5D33-EA9A-E52F-CF35A0371181}"/>
              </a:ext>
            </a:extLst>
          </p:cNvPr>
          <p:cNvSpPr>
            <a:spLocks noGrp="1"/>
          </p:cNvSpPr>
          <p:nvPr>
            <p:ph sz="quarter" idx="11" hasCustomPrompt="1"/>
          </p:nvPr>
        </p:nvSpPr>
        <p:spPr>
          <a:xfrm>
            <a:off x="5130311" y="1481138"/>
            <a:ext cx="4590000" cy="5358862"/>
          </a:xfrm>
          <a:solidFill>
            <a:srgbClr val="E5F6FC"/>
          </a:solidFill>
        </p:spPr>
        <p:txBody>
          <a:bodyPr lIns="108000" tIns="108000" rIns="108000" bIns="10800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Textplatzhalter 4">
            <a:extLst>
              <a:ext uri="{FF2B5EF4-FFF2-40B4-BE49-F238E27FC236}">
                <a16:creationId xmlns:a16="http://schemas.microsoft.com/office/drawing/2014/main" id="{5857D3E1-ED2A-BFB9-AD11-2FCA92D5B056}"/>
              </a:ext>
            </a:extLst>
          </p:cNvPr>
          <p:cNvSpPr>
            <a:spLocks noGrp="1"/>
          </p:cNvSpPr>
          <p:nvPr>
            <p:ph type="body" sz="quarter" idx="12" hasCustomPrompt="1"/>
          </p:nvPr>
        </p:nvSpPr>
        <p:spPr>
          <a:xfrm>
            <a:off x="360000" y="1079500"/>
            <a:ext cx="4590000" cy="360000"/>
          </a:xfrm>
          <a:solidFill>
            <a:srgbClr val="1E2A78"/>
          </a:solidFill>
        </p:spPr>
        <p:txBody>
          <a:bodyPr lIns="108000" anchor="ctr" anchorCtr="0"/>
          <a:lstStyle>
            <a:lvl1pPr>
              <a:defRPr>
                <a:solidFill>
                  <a:schemeClr val="bg1"/>
                </a:solidFill>
              </a:defRPr>
            </a:lvl1pPr>
          </a:lstStyle>
          <a:p>
            <a:pPr lvl="0"/>
            <a:r>
              <a:rPr lang="de-DE" dirty="0"/>
              <a:t>Edit Master </a:t>
            </a:r>
            <a:r>
              <a:rPr lang="de-DE" dirty="0" err="1"/>
              <a:t>text</a:t>
            </a:r>
            <a:r>
              <a:rPr lang="de-DE" dirty="0"/>
              <a:t> style</a:t>
            </a:r>
          </a:p>
        </p:txBody>
      </p:sp>
      <p:sp>
        <p:nvSpPr>
          <p:cNvPr id="7" name="Textplatzhalter 4">
            <a:extLst>
              <a:ext uri="{FF2B5EF4-FFF2-40B4-BE49-F238E27FC236}">
                <a16:creationId xmlns:a16="http://schemas.microsoft.com/office/drawing/2014/main" id="{9F643515-DC98-8830-840D-88F0A16EFCEF}"/>
              </a:ext>
            </a:extLst>
          </p:cNvPr>
          <p:cNvSpPr>
            <a:spLocks noGrp="1"/>
          </p:cNvSpPr>
          <p:nvPr>
            <p:ph type="body" sz="quarter" idx="13" hasCustomPrompt="1"/>
          </p:nvPr>
        </p:nvSpPr>
        <p:spPr>
          <a:xfrm>
            <a:off x="5130312" y="1079500"/>
            <a:ext cx="4590000" cy="360000"/>
          </a:xfrm>
          <a:solidFill>
            <a:srgbClr val="1E2A78"/>
          </a:solidFill>
        </p:spPr>
        <p:txBody>
          <a:bodyPr lIns="108000" anchor="ctr" anchorCtr="0"/>
          <a:lstStyle>
            <a:lvl1pPr>
              <a:defRPr>
                <a:solidFill>
                  <a:schemeClr val="bg1"/>
                </a:solidFill>
              </a:defRPr>
            </a:lvl1pPr>
          </a:lstStyle>
          <a:p>
            <a:pPr lvl="0"/>
            <a:r>
              <a:rPr lang="de-DE" dirty="0"/>
              <a:t>Edit Master </a:t>
            </a:r>
            <a:r>
              <a:rPr lang="de-DE" dirty="0" err="1"/>
              <a:t>text</a:t>
            </a:r>
            <a:r>
              <a:rPr lang="de-DE" dirty="0"/>
              <a:t> style</a:t>
            </a:r>
          </a:p>
        </p:txBody>
      </p:sp>
      <p:sp>
        <p:nvSpPr>
          <p:cNvPr id="11" name="Foliennummernplatzhalter 1">
            <a:extLst>
              <a:ext uri="{FF2B5EF4-FFF2-40B4-BE49-F238E27FC236}">
                <a16:creationId xmlns:a16="http://schemas.microsoft.com/office/drawing/2014/main" id="{73F890E3-3DAD-3ED9-4BE1-560F1C0A5220}"/>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12" name="Fußzeilenplatzhalter 2">
            <a:extLst>
              <a:ext uri="{FF2B5EF4-FFF2-40B4-BE49-F238E27FC236}">
                <a16:creationId xmlns:a16="http://schemas.microsoft.com/office/drawing/2014/main" id="{F908E866-3C10-27CB-3F01-1E7A8FE79415}"/>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3DB6ECE0-6AA3-D330-E86F-D60A2046E6D6}"/>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2510093149"/>
      </p:ext>
    </p:extLst>
  </p:cSld>
  <p:clrMapOvr>
    <a:masterClrMapping/>
  </p:clrMapOvr>
  <p:transition>
    <p:wipe dir="r"/>
  </p:transition>
  <p:extLst>
    <p:ext uri="{DCECCB84-F9BA-43D5-87BE-67443E8EF086}">
      <p15:sldGuideLst xmlns:p15="http://schemas.microsoft.com/office/powerpoint/2012/main">
        <p15:guide id="2" pos="3232" userDrawn="1">
          <p15:clr>
            <a:srgbClr val="FBAE40"/>
          </p15:clr>
        </p15:guide>
        <p15:guide id="3" pos="3117" userDrawn="1">
          <p15:clr>
            <a:srgbClr val="FBAE40"/>
          </p15:clr>
        </p15:guide>
        <p15:guide id="4" pos="3175"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4" name="Foliennummernplatzhalter 1">
            <a:extLst>
              <a:ext uri="{FF2B5EF4-FFF2-40B4-BE49-F238E27FC236}">
                <a16:creationId xmlns:a16="http://schemas.microsoft.com/office/drawing/2014/main" id="{B9B1580A-9996-FD3B-625D-DEC9D657BDED}"/>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5" name="Fußzeilenplatzhalter 2">
            <a:extLst>
              <a:ext uri="{FF2B5EF4-FFF2-40B4-BE49-F238E27FC236}">
                <a16:creationId xmlns:a16="http://schemas.microsoft.com/office/drawing/2014/main" id="{31808BEF-EDD7-0235-C4A9-EFE579485402}"/>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5A9305F8-2D69-8914-E826-8E61F1E22BA2}"/>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412186748"/>
      </p:ext>
    </p:extLst>
  </p:cSld>
  <p:clrMapOvr>
    <a:masterClrMapping/>
  </p:clrMapOvr>
  <p:transition>
    <p:wipe dir="r"/>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liennummernplatzhalter 1">
            <a:extLst>
              <a:ext uri="{FF2B5EF4-FFF2-40B4-BE49-F238E27FC236}">
                <a16:creationId xmlns:a16="http://schemas.microsoft.com/office/drawing/2014/main" id="{E8ECB64E-3D08-50FE-5A76-8469E0F29E31}"/>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5" name="Fußzeilenplatzhalter 2">
            <a:extLst>
              <a:ext uri="{FF2B5EF4-FFF2-40B4-BE49-F238E27FC236}">
                <a16:creationId xmlns:a16="http://schemas.microsoft.com/office/drawing/2014/main" id="{296DFD76-B763-F42F-A2F0-25364E37730A}"/>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Tree>
    <p:extLst>
      <p:ext uri="{BB962C8B-B14F-4D97-AF65-F5344CB8AC3E}">
        <p14:creationId xmlns:p14="http://schemas.microsoft.com/office/powerpoint/2010/main" val="4290927744"/>
      </p:ext>
    </p:extLst>
  </p:cSld>
  <p:clrMapOvr>
    <a:masterClrMapping/>
  </p:clrMapOvr>
  <p:transition>
    <p:wipe dir="r"/>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sclaimer a">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1234A8AF-6BA9-11CB-30CE-F32AC5ED34A0}"/>
              </a:ext>
            </a:extLst>
          </p:cNvPr>
          <p:cNvSpPr>
            <a:spLocks noGrp="1"/>
          </p:cNvSpPr>
          <p:nvPr>
            <p:ph type="body" sz="quarter" idx="10" hasCustomPrompt="1"/>
          </p:nvPr>
        </p:nvSpPr>
        <p:spPr>
          <a:xfrm>
            <a:off x="359999" y="1079500"/>
            <a:ext cx="9360000" cy="5761038"/>
          </a:xfrm>
        </p:spPr>
        <p:txBody>
          <a:bodyPr/>
          <a:lstStyle>
            <a:lvl1pPr>
              <a:defRPr sz="1200">
                <a:solidFill>
                  <a:schemeClr val="tx1"/>
                </a:solidFill>
              </a:defRPr>
            </a:lvl1pPr>
            <a:lvl2pPr>
              <a:defRPr sz="1470">
                <a:solidFill>
                  <a:srgbClr val="8794A1"/>
                </a:solidFill>
              </a:defRPr>
            </a:lvl2pPr>
            <a:lvl3pPr>
              <a:defRPr sz="1200">
                <a:solidFill>
                  <a:schemeClr val="tx1"/>
                </a:solidFill>
              </a:defRPr>
            </a:lvl3pPr>
            <a:lvl4pPr>
              <a:defRPr sz="1000">
                <a:solidFill>
                  <a:schemeClr val="tx1"/>
                </a:solidFill>
              </a:defRPr>
            </a:lvl4pPr>
            <a:lvl5pPr>
              <a:defRPr>
                <a:solidFill>
                  <a:srgbClr val="8794A1"/>
                </a:solidFill>
              </a:defRPr>
            </a:lvl5pPr>
          </a:lstStyle>
          <a:p>
            <a:pPr lvl="0"/>
            <a:r>
              <a:rPr lang="de-DE" dirty="0"/>
              <a:t>Disclaimer </a:t>
            </a:r>
            <a:r>
              <a:rPr lang="de-DE" dirty="0" err="1"/>
              <a:t>text</a:t>
            </a:r>
            <a:endParaRPr lang="de-DE" dirty="0"/>
          </a:p>
          <a:p>
            <a:pPr lvl="2"/>
            <a:r>
              <a:rPr lang="de-DE" dirty="0"/>
              <a:t>Second Level</a:t>
            </a:r>
          </a:p>
          <a:p>
            <a:pPr lvl="3"/>
            <a:r>
              <a:rPr lang="de-DE" dirty="0"/>
              <a:t>Third </a:t>
            </a:r>
            <a:r>
              <a:rPr lang="de-DE" dirty="0" err="1"/>
              <a:t>level</a:t>
            </a:r>
            <a:endParaRPr lang="de-DE" dirty="0"/>
          </a:p>
        </p:txBody>
      </p:sp>
      <p:sp>
        <p:nvSpPr>
          <p:cNvPr id="5" name="Foliennummernplatzhalter 1">
            <a:extLst>
              <a:ext uri="{FF2B5EF4-FFF2-40B4-BE49-F238E27FC236}">
                <a16:creationId xmlns:a16="http://schemas.microsoft.com/office/drawing/2014/main" id="{E1C1CEF6-79F6-6B91-1022-D432254E50CF}"/>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7" name="Fußzeilenplatzhalter 2">
            <a:extLst>
              <a:ext uri="{FF2B5EF4-FFF2-40B4-BE49-F238E27FC236}">
                <a16:creationId xmlns:a16="http://schemas.microsoft.com/office/drawing/2014/main" id="{6BBEE40E-A09F-A900-3F57-EE8BB063965D}"/>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EF60BCFC-7CF4-3F2D-0768-C628662C7A57}"/>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286038371"/>
      </p:ext>
    </p:extLst>
  </p:cSld>
  <p:clrMapOvr>
    <a:masterClrMapping/>
  </p:clrMapOvr>
  <p:transition>
    <p:wipe dir="r"/>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ue content a">
    <p:bg>
      <p:bgPr>
        <a:gradFill>
          <a:gsLst>
            <a:gs pos="0">
              <a:srgbClr val="16184E"/>
            </a:gs>
            <a:gs pos="60000">
              <a:srgbClr val="121D69"/>
            </a:gs>
            <a:gs pos="100000">
              <a:srgbClr val="1E2A78"/>
            </a:gs>
          </a:gsLst>
          <a:lin ang="16200000" scaled="0"/>
        </a:gradFill>
        <a:effectLst/>
      </p:bgPr>
    </p:bg>
    <p:spTree>
      <p:nvGrpSpPr>
        <p:cNvPr id="1" name=""/>
        <p:cNvGrpSpPr/>
        <p:nvPr/>
      </p:nvGrpSpPr>
      <p:grpSpPr>
        <a:xfrm>
          <a:off x="0" y="0"/>
          <a:ext cx="0" cy="0"/>
          <a:chOff x="0" y="0"/>
          <a:chExt cx="0" cy="0"/>
        </a:xfrm>
      </p:grpSpPr>
      <p:sp>
        <p:nvSpPr>
          <p:cNvPr id="3" name="Foliennummernplatzhalter 1">
            <a:extLst>
              <a:ext uri="{FF2B5EF4-FFF2-40B4-BE49-F238E27FC236}">
                <a16:creationId xmlns:a16="http://schemas.microsoft.com/office/drawing/2014/main" id="{69C42C2B-E994-FBE1-4E9E-1F58C62381A1}"/>
              </a:ext>
            </a:extLst>
          </p:cNvPr>
          <p:cNvSpPr>
            <a:spLocks noGrp="1"/>
          </p:cNvSpPr>
          <p:nvPr>
            <p:ph type="sldNum" sz="quarter" idx="4"/>
          </p:nvPr>
        </p:nvSpPr>
        <p:spPr>
          <a:xfrm>
            <a:off x="9361488" y="7200899"/>
            <a:ext cx="348115" cy="183364"/>
          </a:xfrm>
          <a:prstGeom prst="rect">
            <a:avLst/>
          </a:prstGeom>
        </p:spPr>
        <p:txBody>
          <a:bodyPr vert="horz" lIns="0" tIns="0" rIns="0" bIns="0" rtlCol="0" anchor="t" anchorCtr="0"/>
          <a:lstStyle>
            <a:lvl1pPr algn="r">
              <a:lnSpc>
                <a:spcPts val="900"/>
              </a:lnSpc>
              <a:defRPr sz="900">
                <a:solidFill>
                  <a:schemeClr val="bg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8" name="Fußzeilenplatzhalter 2">
            <a:extLst>
              <a:ext uri="{FF2B5EF4-FFF2-40B4-BE49-F238E27FC236}">
                <a16:creationId xmlns:a16="http://schemas.microsoft.com/office/drawing/2014/main" id="{D9F97F99-CD7A-AD34-F53A-63621B912EBB}"/>
              </a:ext>
            </a:extLst>
          </p:cNvPr>
          <p:cNvSpPr>
            <a:spLocks noGrp="1"/>
          </p:cNvSpPr>
          <p:nvPr>
            <p:ph type="ftr" sz="quarter" idx="3"/>
          </p:nvPr>
        </p:nvSpPr>
        <p:spPr>
          <a:xfrm>
            <a:off x="2537603" y="7200899"/>
            <a:ext cx="4937081" cy="183194"/>
          </a:xfrm>
          <a:prstGeom prst="rect">
            <a:avLst/>
          </a:prstGeom>
        </p:spPr>
        <p:txBody>
          <a:bodyPr vert="horz" lIns="0" tIns="0" rIns="0" bIns="0" rtlCol="0" anchor="t" anchorCtr="0"/>
          <a:lstStyle>
            <a:lvl1pPr algn="l">
              <a:lnSpc>
                <a:spcPts val="900"/>
              </a:lnSpc>
              <a:defRPr sz="900">
                <a:solidFill>
                  <a:schemeClr val="bg1"/>
                </a:solidFill>
                <a:latin typeface="+mn-lt"/>
                <a:cs typeface="Deutsche Bank Text" panose="020B0503020202030204" pitchFamily="34" charset="0"/>
              </a:defRPr>
            </a:lvl1p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10" name="Grafik 9">
            <a:extLst>
              <a:ext uri="{FF2B5EF4-FFF2-40B4-BE49-F238E27FC236}">
                <a16:creationId xmlns:a16="http://schemas.microsoft.com/office/drawing/2014/main" id="{0B884D4E-2E62-A2AC-08DE-431DAE758A58}"/>
              </a:ext>
            </a:extLst>
          </p:cNvPr>
          <p:cNvSpPr>
            <a:spLocks/>
          </p:cNvSpPr>
          <p:nvPr userDrawn="1"/>
        </p:nvSpPr>
        <p:spPr>
          <a:xfrm>
            <a:off x="9365703" y="358775"/>
            <a:ext cx="360000" cy="360000"/>
          </a:xfrm>
          <a:custGeom>
            <a:avLst/>
            <a:gdLst>
              <a:gd name="connsiteX0" fmla="*/ 385667 w 2699994"/>
              <a:gd name="connsiteY0" fmla="*/ 2314346 h 2700004"/>
              <a:gd name="connsiteX1" fmla="*/ 2314146 w 2699994"/>
              <a:gd name="connsiteY1" fmla="*/ 2314346 h 2700004"/>
              <a:gd name="connsiteX2" fmla="*/ 2314146 w 2699994"/>
              <a:gd name="connsiteY2" fmla="*/ 385658 h 2700004"/>
              <a:gd name="connsiteX3" fmla="*/ 385667 w 2699994"/>
              <a:gd name="connsiteY3" fmla="*/ 385658 h 2700004"/>
              <a:gd name="connsiteX4" fmla="*/ 385667 w 2699994"/>
              <a:gd name="connsiteY4" fmla="*/ 2314346 h 2700004"/>
              <a:gd name="connsiteX5" fmla="*/ 0 w 2699994"/>
              <a:gd name="connsiteY5" fmla="*/ 0 h 2700004"/>
              <a:gd name="connsiteX6" fmla="*/ 2699995 w 2699994"/>
              <a:gd name="connsiteY6" fmla="*/ 0 h 2700004"/>
              <a:gd name="connsiteX7" fmla="*/ 2699995 w 2699994"/>
              <a:gd name="connsiteY7" fmla="*/ 2700004 h 2700004"/>
              <a:gd name="connsiteX8" fmla="*/ 0 w 2699994"/>
              <a:gd name="connsiteY8" fmla="*/ 2700004 h 2700004"/>
              <a:gd name="connsiteX9" fmla="*/ 0 w 2699994"/>
              <a:gd name="connsiteY9" fmla="*/ 0 h 2700004"/>
              <a:gd name="connsiteX10" fmla="*/ 582549 w 2699994"/>
              <a:gd name="connsiteY10" fmla="*/ 2051971 h 2700004"/>
              <a:gd name="connsiteX11" fmla="*/ 1635709 w 2699994"/>
              <a:gd name="connsiteY11" fmla="*/ 648033 h 2700004"/>
              <a:gd name="connsiteX12" fmla="*/ 2117874 w 2699994"/>
              <a:gd name="connsiteY12" fmla="*/ 648033 h 2700004"/>
              <a:gd name="connsiteX13" fmla="*/ 1064714 w 2699994"/>
              <a:gd name="connsiteY13" fmla="*/ 2051971 h 2700004"/>
              <a:gd name="connsiteX14" fmla="*/ 582549 w 2699994"/>
              <a:gd name="connsiteY14" fmla="*/ 2051971 h 270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99994" h="2700004">
                <a:moveTo>
                  <a:pt x="385667" y="2314346"/>
                </a:moveTo>
                <a:lnTo>
                  <a:pt x="2314146" y="2314346"/>
                </a:lnTo>
                <a:lnTo>
                  <a:pt x="2314146" y="385658"/>
                </a:lnTo>
                <a:lnTo>
                  <a:pt x="385667" y="385658"/>
                </a:lnTo>
                <a:lnTo>
                  <a:pt x="385667" y="2314346"/>
                </a:lnTo>
                <a:close/>
                <a:moveTo>
                  <a:pt x="0" y="0"/>
                </a:moveTo>
                <a:lnTo>
                  <a:pt x="2699995" y="0"/>
                </a:lnTo>
                <a:lnTo>
                  <a:pt x="2699995" y="2700004"/>
                </a:lnTo>
                <a:lnTo>
                  <a:pt x="0" y="2700004"/>
                </a:lnTo>
                <a:lnTo>
                  <a:pt x="0" y="0"/>
                </a:lnTo>
                <a:close/>
                <a:moveTo>
                  <a:pt x="582549" y="2051971"/>
                </a:moveTo>
                <a:lnTo>
                  <a:pt x="1635709" y="648033"/>
                </a:lnTo>
                <a:lnTo>
                  <a:pt x="2117874" y="648033"/>
                </a:lnTo>
                <a:lnTo>
                  <a:pt x="1064714" y="2051971"/>
                </a:lnTo>
                <a:lnTo>
                  <a:pt x="582549" y="2051971"/>
                </a:lnTo>
              </a:path>
            </a:pathLst>
          </a:custGeom>
          <a:solidFill>
            <a:schemeClr val="bg1"/>
          </a:solidFill>
          <a:ln w="9525" cap="flat">
            <a:noFill/>
            <a:prstDash val="solid"/>
            <a:miter/>
          </a:ln>
        </p:spPr>
        <p:txBody>
          <a:bodyPr rtlCol="0" anchor="ctr"/>
          <a:lstStyle/>
          <a:p>
            <a:endParaRPr lang="de-DE" sz="2000" dirty="0">
              <a:latin typeface="Deutsche Bank Text" panose="020B0503020202030204" pitchFamily="34" charset="0"/>
              <a:cs typeface="Deutsche Bank Text" panose="020B0503020202030204" pitchFamily="34" charset="0"/>
            </a:endParaRPr>
          </a:p>
        </p:txBody>
      </p:sp>
      <p:sp>
        <p:nvSpPr>
          <p:cNvPr id="4" name="Textplatzhalter 3">
            <a:extLst>
              <a:ext uri="{FF2B5EF4-FFF2-40B4-BE49-F238E27FC236}">
                <a16:creationId xmlns:a16="http://schemas.microsoft.com/office/drawing/2014/main" id="{1234A8AF-6BA9-11CB-30CE-F32AC5ED34A0}"/>
              </a:ext>
            </a:extLst>
          </p:cNvPr>
          <p:cNvSpPr>
            <a:spLocks noGrp="1"/>
          </p:cNvSpPr>
          <p:nvPr>
            <p:ph type="body" sz="quarter" idx="10" hasCustomPrompt="1"/>
          </p:nvPr>
        </p:nvSpPr>
        <p:spPr>
          <a:xfrm>
            <a:off x="359999" y="1080000"/>
            <a:ext cx="9360000" cy="5761038"/>
          </a:xfrm>
        </p:spPr>
        <p:txBody>
          <a:bodyPr/>
          <a:lstStyle>
            <a:lvl1pPr>
              <a:defRPr sz="1400">
                <a:solidFill>
                  <a:srgbClr val="00A3E0"/>
                </a:solidFill>
              </a:defRPr>
            </a:lvl1pPr>
            <a:lvl2pPr>
              <a:defRPr sz="1400">
                <a:solidFill>
                  <a:schemeClr val="bg1"/>
                </a:solidFill>
              </a:defRPr>
            </a:lvl2pPr>
            <a:lvl3pPr>
              <a:defRPr sz="1400">
                <a:solidFill>
                  <a:schemeClr val="bg1"/>
                </a:solidFill>
              </a:defRPr>
            </a:lvl3pPr>
            <a:lvl4pPr>
              <a:defRPr sz="1200">
                <a:solidFill>
                  <a:schemeClr val="bg1"/>
                </a:solidFill>
              </a:defRPr>
            </a:lvl4pPr>
            <a:lvl5pPr>
              <a:defRPr sz="1000">
                <a:solidFill>
                  <a:schemeClr val="bg1"/>
                </a:solidFill>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Rechteck 1">
            <a:extLst>
              <a:ext uri="{FF2B5EF4-FFF2-40B4-BE49-F238E27FC236}">
                <a16:creationId xmlns:a16="http://schemas.microsoft.com/office/drawing/2014/main" id="{DEE5C55C-FC6F-43BD-470C-E7A30DD15F0B}"/>
              </a:ext>
            </a:extLst>
          </p:cNvPr>
          <p:cNvSpPr/>
          <p:nvPr userDrawn="1"/>
        </p:nvSpPr>
        <p:spPr>
          <a:xfrm>
            <a:off x="360363" y="7200899"/>
            <a:ext cx="1994981" cy="183364"/>
          </a:xfrm>
          <a:prstGeom prst="rect">
            <a:avLst/>
          </a:prstGeom>
        </p:spPr>
        <p:txBody>
          <a:bodyPr wrap="square" lIns="0" tIns="0" rIns="0" bIns="0" anchor="t" anchorCtr="0">
            <a:noAutofit/>
          </a:bodyPr>
          <a:lstStyle/>
          <a:p>
            <a:pPr marL="0" indent="0">
              <a:lnSpc>
                <a:spcPts val="900"/>
              </a:lnSpc>
              <a:defRPr/>
            </a:pPr>
            <a:r>
              <a:rPr lang="en-GB" sz="900" noProof="1">
                <a:solidFill>
                  <a:schemeClr val="bg1"/>
                </a:solidFill>
                <a:latin typeface="+mn-lt"/>
                <a:ea typeface="Deutsche Bank Text" panose="020B0503020202030204" pitchFamily="34" charset="0"/>
                <a:cs typeface="Deutsche Bank Text" panose="020B0503020202030204" pitchFamily="34" charset="0"/>
              </a:rPr>
              <a:t>Deutsche Bank. </a:t>
            </a:r>
            <a:r>
              <a:rPr lang="en-GB" sz="900" noProof="1">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7" name="Title Placeholder 4">
            <a:extLst>
              <a:ext uri="{FF2B5EF4-FFF2-40B4-BE49-F238E27FC236}">
                <a16:creationId xmlns:a16="http://schemas.microsoft.com/office/drawing/2014/main" id="{F1CA06CC-AA1E-D3D4-339B-187C16B6C5A4}"/>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lvl1pPr>
              <a:defRPr>
                <a:solidFill>
                  <a:schemeClr val="bg1"/>
                </a:solidFill>
              </a:defRPr>
            </a:lvl1pPr>
          </a:lstStyle>
          <a:p>
            <a:r>
              <a:rPr lang="en-GB" noProof="0" dirty="0"/>
              <a:t>Edit Master title style</a:t>
            </a:r>
          </a:p>
        </p:txBody>
      </p:sp>
    </p:spTree>
    <p:extLst>
      <p:ext uri="{BB962C8B-B14F-4D97-AF65-F5344CB8AC3E}">
        <p14:creationId xmlns:p14="http://schemas.microsoft.com/office/powerpoint/2010/main" val="3812640786"/>
      </p:ext>
    </p:extLst>
  </p:cSld>
  <p:clrMapOvr>
    <a:masterClrMapping/>
  </p:clrMapOvr>
  <p:transition>
    <p:wipe dir="r"/>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Motif 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6A1C39-83E4-3A0E-2953-8177B5997A5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1059" y="-1"/>
            <a:ext cx="10079566" cy="755967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2;p7">
            <a:extLst>
              <a:ext uri="{FF2B5EF4-FFF2-40B4-BE49-F238E27FC236}">
                <a16:creationId xmlns:a16="http://schemas.microsoft.com/office/drawing/2014/main" id="{C3B6050F-8762-847A-D7AF-AD0EA366019F}"/>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4" name="TextBox 19">
            <a:extLst>
              <a:ext uri="{FF2B5EF4-FFF2-40B4-BE49-F238E27FC236}">
                <a16:creationId xmlns:a16="http://schemas.microsoft.com/office/drawing/2014/main" id="{665AAA21-3876-BCB5-F3B2-26F223D9EBCF}"/>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5" name="Textplatzhalter 28">
            <a:extLst>
              <a:ext uri="{FF2B5EF4-FFF2-40B4-BE49-F238E27FC236}">
                <a16:creationId xmlns:a16="http://schemas.microsoft.com/office/drawing/2014/main" id="{B111BE9E-0B24-3B98-352B-5D1D4D58E39A}"/>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4D0965BC-C2B6-DAE3-AA4F-41037C4A42F3}"/>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F2B3B9FB-6AEC-0DCB-FE8B-A75DCE2AE9FF}"/>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6C1D52DF-B30D-D46E-0C2E-71E40D41E98A}"/>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4117778494"/>
      </p:ext>
    </p:extLst>
  </p:cSld>
  <p:clrMapOvr>
    <a:masterClrMapping/>
  </p:clrMapOvr>
  <p:transition>
    <p:wipe dir="r"/>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motif a">
    <p:spTree>
      <p:nvGrpSpPr>
        <p:cNvPr id="1" name=""/>
        <p:cNvGrpSpPr/>
        <p:nvPr/>
      </p:nvGrpSpPr>
      <p:grpSpPr>
        <a:xfrm>
          <a:off x="0" y="0"/>
          <a:ext cx="0" cy="0"/>
          <a:chOff x="0" y="0"/>
          <a:chExt cx="0" cy="0"/>
        </a:xfrm>
      </p:grpSpPr>
      <p:pic>
        <p:nvPicPr>
          <p:cNvPr id="6" name="Grafik 5" descr="Ein Bild, das Wasser, Riff, Blau, Natur enthält.&#10;&#10;Automatisch generierte Beschreibung">
            <a:extLst>
              <a:ext uri="{FF2B5EF4-FFF2-40B4-BE49-F238E27FC236}">
                <a16:creationId xmlns:a16="http://schemas.microsoft.com/office/drawing/2014/main" id="{464997F2-9B9D-6DD3-A108-26726DA0282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0"/>
            <a:ext cx="10080625" cy="7564344"/>
          </a:xfrm>
          <a:prstGeom prst="rect">
            <a:avLst/>
          </a:prstGeom>
        </p:spPr>
      </p:pic>
      <p:sp>
        <p:nvSpPr>
          <p:cNvPr id="19" name="Google Shape;12;p7">
            <a:extLst>
              <a:ext uri="{FF2B5EF4-FFF2-40B4-BE49-F238E27FC236}">
                <a16:creationId xmlns:a16="http://schemas.microsoft.com/office/drawing/2014/main" id="{BEB3A141-6558-B848-2022-CBBE6450236A}"/>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14" name="TextBox 19">
            <a:extLst>
              <a:ext uri="{FF2B5EF4-FFF2-40B4-BE49-F238E27FC236}">
                <a16:creationId xmlns:a16="http://schemas.microsoft.com/office/drawing/2014/main" id="{7D5582B9-A14B-4A21-8DF9-86F8C3E76015}"/>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29" name="Textplatzhalter 28">
            <a:extLst>
              <a:ext uri="{FF2B5EF4-FFF2-40B4-BE49-F238E27FC236}">
                <a16:creationId xmlns:a16="http://schemas.microsoft.com/office/drawing/2014/main" id="{32811098-3698-4FDF-AA92-9463B68235BE}"/>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4" name="Text Placeholder 3">
            <a:extLst>
              <a:ext uri="{FF2B5EF4-FFF2-40B4-BE49-F238E27FC236}">
                <a16:creationId xmlns:a16="http://schemas.microsoft.com/office/drawing/2014/main" id="{90BF98DE-A1FB-4777-A6D7-53EE7B7D4A83}"/>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5" name="Textplatzhalter 4">
            <a:extLst>
              <a:ext uri="{FF2B5EF4-FFF2-40B4-BE49-F238E27FC236}">
                <a16:creationId xmlns:a16="http://schemas.microsoft.com/office/drawing/2014/main" id="{0398177C-F289-4DAD-8522-AE91DC3A48DD}"/>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32" name="Freeform 4">
            <a:extLst>
              <a:ext uri="{FF2B5EF4-FFF2-40B4-BE49-F238E27FC236}">
                <a16:creationId xmlns:a16="http://schemas.microsoft.com/office/drawing/2014/main" id="{4E53B689-C72C-7B6F-5A66-462B34CE322A}"/>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1982893631"/>
      </p:ext>
    </p:extLst>
  </p:cSld>
  <p:clrMapOvr>
    <a:masterClrMapping/>
  </p:clrMapOvr>
  <p:transition>
    <p:wipe dir="r"/>
  </p:transition>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dark blue a">
    <p:bg>
      <p:bgPr>
        <a:gradFill>
          <a:gsLst>
            <a:gs pos="0">
              <a:srgbClr val="16184E"/>
            </a:gs>
            <a:gs pos="60000">
              <a:srgbClr val="121D69"/>
            </a:gs>
            <a:gs pos="100000">
              <a:srgbClr val="1E2A78"/>
            </a:gs>
          </a:gsLst>
          <a:lin ang="5400000" scaled="0"/>
        </a:gradFill>
        <a:effectLst/>
      </p:bgPr>
    </p:bg>
    <p:spTree>
      <p:nvGrpSpPr>
        <p:cNvPr id="1" name=""/>
        <p:cNvGrpSpPr/>
        <p:nvPr/>
      </p:nvGrpSpPr>
      <p:grpSpPr>
        <a:xfrm>
          <a:off x="0" y="0"/>
          <a:ext cx="0" cy="0"/>
          <a:chOff x="0" y="0"/>
          <a:chExt cx="0" cy="0"/>
        </a:xfrm>
      </p:grpSpPr>
      <p:sp>
        <p:nvSpPr>
          <p:cNvPr id="19" name="Google Shape;12;p7">
            <a:extLst>
              <a:ext uri="{FF2B5EF4-FFF2-40B4-BE49-F238E27FC236}">
                <a16:creationId xmlns:a16="http://schemas.microsoft.com/office/drawing/2014/main" id="{BEB3A141-6558-B848-2022-CBBE6450236A}"/>
              </a:ext>
            </a:extLst>
          </p:cNvPr>
          <p:cNvSpPr/>
          <p:nvPr userDrawn="1"/>
        </p:nvSpPr>
        <p:spPr>
          <a:xfrm>
            <a:off x="628650" y="1260001"/>
            <a:ext cx="8190000" cy="5669674"/>
          </a:xfrm>
          <a:prstGeom prst="rect">
            <a:avLst/>
          </a:prstGeom>
          <a:gradFill flip="none" rotWithShape="1">
            <a:gsLst>
              <a:gs pos="0">
                <a:srgbClr val="1E2A78"/>
              </a:gs>
              <a:gs pos="0">
                <a:srgbClr val="16184E"/>
              </a:gs>
              <a:gs pos="50000">
                <a:srgbClr val="1E2A78">
                  <a:shade val="67500"/>
                  <a:satMod val="115000"/>
                </a:srgbClr>
              </a:gs>
              <a:gs pos="100000">
                <a:srgbClr val="1E2A78"/>
              </a:gs>
            </a:gsLst>
            <a:lin ang="16200000" scaled="1"/>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3" name="TextBox 19">
            <a:extLst>
              <a:ext uri="{FF2B5EF4-FFF2-40B4-BE49-F238E27FC236}">
                <a16:creationId xmlns:a16="http://schemas.microsoft.com/office/drawing/2014/main" id="{5A2F61EE-8E1E-9E03-BB70-52E5DBE64634}"/>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E584979F-6337-4A75-B68B-BA91DB37A285}"/>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5" name="Text Placeholder 3">
            <a:extLst>
              <a:ext uri="{FF2B5EF4-FFF2-40B4-BE49-F238E27FC236}">
                <a16:creationId xmlns:a16="http://schemas.microsoft.com/office/drawing/2014/main" id="{A82ECE73-3AC5-721D-D3A8-C14BF504037B}"/>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rgbClr val="00A3E0"/>
                </a:solidFill>
              </a:defRPr>
            </a:lvl1pPr>
          </a:lstStyle>
          <a:p>
            <a:pPr lvl="0"/>
            <a:r>
              <a:rPr lang="en-GB" dirty="0"/>
              <a:t>Date, Speaker name</a:t>
            </a:r>
          </a:p>
        </p:txBody>
      </p:sp>
      <p:sp>
        <p:nvSpPr>
          <p:cNvPr id="10" name="Textplatzhalter 4">
            <a:extLst>
              <a:ext uri="{FF2B5EF4-FFF2-40B4-BE49-F238E27FC236}">
                <a16:creationId xmlns:a16="http://schemas.microsoft.com/office/drawing/2014/main" id="{1E363099-8EAB-9C21-E0B4-3AF1F10B8235}"/>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1" name="Freeform 4">
            <a:extLst>
              <a:ext uri="{FF2B5EF4-FFF2-40B4-BE49-F238E27FC236}">
                <a16:creationId xmlns:a16="http://schemas.microsoft.com/office/drawing/2014/main" id="{4E528143-1636-E51D-EEE1-E056863E5777}"/>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1277006574"/>
      </p:ext>
    </p:extLst>
  </p:cSld>
  <p:clrMapOvr>
    <a:masterClrMapping/>
  </p:clrMapOvr>
  <p:transition>
    <p:wipe dir="r"/>
  </p:transition>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hapter dark blue a">
    <p:bg>
      <p:bgPr>
        <a:gradFill>
          <a:gsLst>
            <a:gs pos="0">
              <a:srgbClr val="16184E"/>
            </a:gs>
            <a:gs pos="60000">
              <a:srgbClr val="121D69"/>
            </a:gs>
            <a:gs pos="100000">
              <a:srgbClr val="1E2A78"/>
            </a:gs>
          </a:gsLst>
          <a:lin ang="5400000" scaled="0"/>
        </a:gradFill>
        <a:effectLst/>
      </p:bgPr>
    </p:bg>
    <p:spTree>
      <p:nvGrpSpPr>
        <p:cNvPr id="1" name=""/>
        <p:cNvGrpSpPr/>
        <p:nvPr/>
      </p:nvGrpSpPr>
      <p:grpSpPr>
        <a:xfrm>
          <a:off x="0" y="0"/>
          <a:ext cx="0" cy="0"/>
          <a:chOff x="0" y="0"/>
          <a:chExt cx="0" cy="0"/>
        </a:xfrm>
      </p:grpSpPr>
      <p:sp>
        <p:nvSpPr>
          <p:cNvPr id="19" name="Google Shape;12;p7">
            <a:extLst>
              <a:ext uri="{FF2B5EF4-FFF2-40B4-BE49-F238E27FC236}">
                <a16:creationId xmlns:a16="http://schemas.microsoft.com/office/drawing/2014/main" id="{BEB3A141-6558-B848-2022-CBBE6450236A}"/>
              </a:ext>
            </a:extLst>
          </p:cNvPr>
          <p:cNvSpPr/>
          <p:nvPr userDrawn="1"/>
        </p:nvSpPr>
        <p:spPr>
          <a:xfrm>
            <a:off x="628650" y="1260000"/>
            <a:ext cx="8191500" cy="5669437"/>
          </a:xfrm>
          <a:prstGeom prst="rect">
            <a:avLst/>
          </a:prstGeom>
          <a:gradFill flip="none" rotWithShape="1">
            <a:gsLst>
              <a:gs pos="0">
                <a:srgbClr val="1E2A78"/>
              </a:gs>
              <a:gs pos="0">
                <a:srgbClr val="16184E"/>
              </a:gs>
              <a:gs pos="50000">
                <a:srgbClr val="1E2A78">
                  <a:shade val="67500"/>
                  <a:satMod val="115000"/>
                </a:srgbClr>
              </a:gs>
              <a:gs pos="100000">
                <a:srgbClr val="1E2A78"/>
              </a:gs>
            </a:gsLst>
            <a:lin ang="16200000" scaled="1"/>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platzhalter 28">
            <a:extLst>
              <a:ext uri="{FF2B5EF4-FFF2-40B4-BE49-F238E27FC236}">
                <a16:creationId xmlns:a16="http://schemas.microsoft.com/office/drawing/2014/main" id="{CA990533-1AB6-AD8B-9943-917D9C9EEF73}"/>
              </a:ext>
            </a:extLst>
          </p:cNvPr>
          <p:cNvSpPr>
            <a:spLocks noGrp="1"/>
          </p:cNvSpPr>
          <p:nvPr>
            <p:ph type="body" sz="quarter" idx="11" hasCustomPrompt="1"/>
          </p:nvPr>
        </p:nvSpPr>
        <p:spPr>
          <a:xfrm>
            <a:off x="947738" y="1576388"/>
            <a:ext cx="7559675" cy="2876892"/>
          </a:xfrm>
          <a:prstGeom prst="rect">
            <a:avLst/>
          </a:prstGeom>
        </p:spPr>
        <p:txBody>
          <a:bodyPr lIns="0" tIns="0" rIns="0" bIns="0" anchor="b" anchorCtr="0">
            <a:noAutofit/>
          </a:bodyPr>
          <a:lstStyle>
            <a:lvl1pPr>
              <a:lnSpc>
                <a:spcPct val="90000"/>
              </a:lnSpc>
              <a:defRPr sz="4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
        <p:nvSpPr>
          <p:cNvPr id="3" name="Freeform 4">
            <a:extLst>
              <a:ext uri="{FF2B5EF4-FFF2-40B4-BE49-F238E27FC236}">
                <a16:creationId xmlns:a16="http://schemas.microsoft.com/office/drawing/2014/main" id="{FB31D5BD-3B98-76B2-078C-549248A7D1C8}"/>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594575621"/>
      </p:ext>
    </p:extLst>
  </p:cSld>
  <p:clrMapOvr>
    <a:masterClrMapping/>
  </p:clrMapOvr>
  <p:transition>
    <p:wipe dir="r"/>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motif b">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8DC414C1-79BB-3E09-27EA-B2307F326749}"/>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1"/>
            <a:ext cx="10080626" cy="7559676"/>
          </a:xfrm>
          <a:prstGeom prst="rect">
            <a:avLst/>
          </a:prstGeom>
        </p:spPr>
      </p:pic>
      <p:sp>
        <p:nvSpPr>
          <p:cNvPr id="6" name="Google Shape;12;p7">
            <a:extLst>
              <a:ext uri="{FF2B5EF4-FFF2-40B4-BE49-F238E27FC236}">
                <a16:creationId xmlns:a16="http://schemas.microsoft.com/office/drawing/2014/main" id="{1E62B1D4-C419-7A49-E014-929AD122DEBD}"/>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3" name="TextBox 19">
            <a:extLst>
              <a:ext uri="{FF2B5EF4-FFF2-40B4-BE49-F238E27FC236}">
                <a16:creationId xmlns:a16="http://schemas.microsoft.com/office/drawing/2014/main" id="{15602E41-261A-8705-530E-3EBF44476930}"/>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0DD96424-AFE7-260D-C4B3-384DBFD8992E}"/>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A7A9C5DA-DE64-FAAC-715E-28E772C193DB}"/>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E8BECE73-C1D7-417F-49BA-4D8C5280600B}"/>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1B8C0B7F-0789-2E53-6002-52433EEFE410}"/>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582171056"/>
      </p:ext>
    </p:extLst>
  </p:cSld>
  <p:clrMapOvr>
    <a:masterClrMapping/>
  </p:clrMapOvr>
  <p:transition>
    <p:wipe dir="r"/>
  </p:transition>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hapter dark blue b">
    <p:bg>
      <p:bgPr>
        <a:solidFill>
          <a:schemeClr val="tx2"/>
        </a:solidFill>
        <a:effectLst/>
      </p:bgPr>
    </p:bg>
    <p:spTree>
      <p:nvGrpSpPr>
        <p:cNvPr id="1" name=""/>
        <p:cNvGrpSpPr/>
        <p:nvPr/>
      </p:nvGrpSpPr>
      <p:grpSpPr>
        <a:xfrm>
          <a:off x="0" y="0"/>
          <a:ext cx="0" cy="0"/>
          <a:chOff x="0" y="0"/>
          <a:chExt cx="0" cy="0"/>
        </a:xfrm>
      </p:grpSpPr>
      <p:sp>
        <p:nvSpPr>
          <p:cNvPr id="4" name="Google Shape;12;p7">
            <a:extLst>
              <a:ext uri="{FF2B5EF4-FFF2-40B4-BE49-F238E27FC236}">
                <a16:creationId xmlns:a16="http://schemas.microsoft.com/office/drawing/2014/main" id="{55C03535-6265-42EE-6675-8963596CE341}"/>
              </a:ext>
            </a:extLst>
          </p:cNvPr>
          <p:cNvSpPr/>
          <p:nvPr userDrawn="1"/>
        </p:nvSpPr>
        <p:spPr>
          <a:xfrm>
            <a:off x="2565312" y="1260000"/>
            <a:ext cx="4950000" cy="5669438"/>
          </a:xfrm>
          <a:prstGeom prst="rect">
            <a:avLst/>
          </a:prstGeom>
          <a:gradFill flip="none" rotWithShape="1">
            <a:gsLst>
              <a:gs pos="0">
                <a:srgbClr val="1E2A78"/>
              </a:gs>
              <a:gs pos="0">
                <a:srgbClr val="16184E">
                  <a:lumMod val="95209"/>
                  <a:lumOff val="4791"/>
                </a:srgbClr>
              </a:gs>
              <a:gs pos="40000">
                <a:srgbClr val="1E2A78">
                  <a:shade val="67500"/>
                  <a:satMod val="115000"/>
                </a:srgbClr>
              </a:gs>
              <a:gs pos="60000">
                <a:srgbClr val="1A2673"/>
              </a:gs>
              <a:gs pos="100000">
                <a:srgbClr val="1E2A78"/>
              </a:gs>
            </a:gsLst>
            <a:lin ang="16200000" scaled="1"/>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Freeform 4">
            <a:extLst>
              <a:ext uri="{FF2B5EF4-FFF2-40B4-BE49-F238E27FC236}">
                <a16:creationId xmlns:a16="http://schemas.microsoft.com/office/drawing/2014/main" id="{AEAED333-BC93-BE22-8FA7-886AD2E4B79D}"/>
              </a:ext>
            </a:extLst>
          </p:cNvPr>
          <p:cNvSpPr>
            <a:spLocks noEditPoints="1"/>
          </p:cNvSpPr>
          <p:nvPr userDrawn="1"/>
        </p:nvSpPr>
        <p:spPr bwMode="black">
          <a:xfrm>
            <a:off x="7515312"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3" name="Textplatzhalter 28">
            <a:extLst>
              <a:ext uri="{FF2B5EF4-FFF2-40B4-BE49-F238E27FC236}">
                <a16:creationId xmlns:a16="http://schemas.microsoft.com/office/drawing/2014/main" id="{56FBFA31-3F45-A694-DBD4-683EA159F9CB}"/>
              </a:ext>
            </a:extLst>
          </p:cNvPr>
          <p:cNvSpPr>
            <a:spLocks noGrp="1"/>
          </p:cNvSpPr>
          <p:nvPr>
            <p:ph type="body" sz="quarter" idx="11" hasCustomPrompt="1"/>
          </p:nvPr>
        </p:nvSpPr>
        <p:spPr>
          <a:xfrm>
            <a:off x="947738" y="1576388"/>
            <a:ext cx="7559675" cy="2326957"/>
          </a:xfrm>
          <a:prstGeom prst="rect">
            <a:avLst/>
          </a:prstGeom>
        </p:spPr>
        <p:txBody>
          <a:bodyPr lIns="0" tIns="0" rIns="0" bIns="0" anchor="b" anchorCtr="0">
            <a:noAutofit/>
          </a:bodyPr>
          <a:lstStyle>
            <a:lvl1pPr>
              <a:lnSpc>
                <a:spcPct val="90000"/>
              </a:lnSpc>
              <a:defRPr sz="2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Tree>
    <p:extLst>
      <p:ext uri="{BB962C8B-B14F-4D97-AF65-F5344CB8AC3E}">
        <p14:creationId xmlns:p14="http://schemas.microsoft.com/office/powerpoint/2010/main" val="2994697144"/>
      </p:ext>
    </p:extLst>
  </p:cSld>
  <p:clrMapOvr>
    <a:masterClrMapping/>
  </p:clrMapOvr>
  <p:transition>
    <p:wipe dir="r"/>
  </p:transition>
  <p:extLst>
    <p:ext uri="{DCECCB84-F9BA-43D5-87BE-67443E8EF086}">
      <p15:sldGuideLst xmlns:p15="http://schemas.microsoft.com/office/powerpoint/2012/main">
        <p15:guide id="1" orient="horz" pos="11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21" Type="http://schemas.openxmlformats.org/officeDocument/2006/relationships/theme" Target="../theme/theme2.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E665C97-7830-49FC-9697-6D19DA821767}"/>
              </a:ext>
            </a:extLst>
          </p:cNvPr>
          <p:cNvSpPr>
            <a:spLocks noGrp="1"/>
          </p:cNvSpPr>
          <p:nvPr>
            <p:ph type="body" idx="1"/>
          </p:nvPr>
        </p:nvSpPr>
        <p:spPr>
          <a:xfrm>
            <a:off x="947738" y="1576852"/>
            <a:ext cx="2951055" cy="2133041"/>
          </a:xfrm>
          <a:prstGeom prst="rect">
            <a:avLst/>
          </a:prstGeom>
        </p:spPr>
        <p:txBody>
          <a:bodyPr vert="horz" lIns="0" tIns="0" rIns="0" bIns="0" rtlCol="0">
            <a:noAutofit/>
          </a:body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Box 8">
            <a:extLst>
              <a:ext uri="{FF2B5EF4-FFF2-40B4-BE49-F238E27FC236}">
                <a16:creationId xmlns:a16="http://schemas.microsoft.com/office/drawing/2014/main" id="{9FFC2B49-C94A-476B-8639-FC6E77CEDCCD}"/>
              </a:ext>
            </a:extLst>
          </p:cNvPr>
          <p:cNvSpPr txBox="1"/>
          <p:nvPr userDrawn="1">
            <p:extLst>
              <p:ext uri="{1162E1C5-73C7-4A58-AE30-91384D911F3F}">
                <p184:classification xmlns:p184="http://schemas.microsoft.com/office/powerpoint/2018/4/main" val="ftr"/>
              </p:ext>
            </p:extLst>
          </p:nvPr>
        </p:nvSpPr>
        <p:spPr>
          <a:xfrm>
            <a:off x="5040313" y="7242355"/>
            <a:ext cx="63005" cy="226216"/>
          </a:xfrm>
          <a:prstGeom prst="rect">
            <a:avLst/>
          </a:prstGeom>
        </p:spPr>
        <p:txBody>
          <a:bodyPr horzOverflow="overflow" lIns="0" tIns="0" rIns="0" bIns="0">
            <a:spAutoFit/>
          </a:bodyPr>
          <a:lstStyle/>
          <a:p>
            <a:pPr algn="l"/>
            <a:r>
              <a:rPr lang="en-GB" sz="1470" dirty="0">
                <a:solidFill>
                  <a:srgbClr val="000000"/>
                </a:solidFill>
                <a:latin typeface="Deutsche Bank Text" panose="020B0503020202030204" pitchFamily="34" charset="0"/>
                <a:cs typeface="Deutsche Bank Text" panose="020B0503020202030204" pitchFamily="34" charset="0"/>
              </a:rPr>
              <a:t> </a:t>
            </a:r>
          </a:p>
        </p:txBody>
      </p:sp>
    </p:spTree>
    <p:extLst>
      <p:ext uri="{BB962C8B-B14F-4D97-AF65-F5344CB8AC3E}">
        <p14:creationId xmlns:p14="http://schemas.microsoft.com/office/powerpoint/2010/main" val="1382802640"/>
      </p:ext>
    </p:extLst>
  </p:cSld>
  <p:clrMap bg1="lt1" tx1="dk1" bg2="lt2" tx2="dk2" accent1="accent1" accent2="accent2" accent3="accent3" accent4="accent4" accent5="accent5" accent6="accent6" hlink="hlink" folHlink="folHlink"/>
  <p:sldLayoutIdLst>
    <p:sldLayoutId id="2147485469" r:id="rId1"/>
    <p:sldLayoutId id="2147485468" r:id="rId2"/>
    <p:sldLayoutId id="2147485455" r:id="rId3"/>
    <p:sldLayoutId id="2147485475" r:id="rId4"/>
    <p:sldLayoutId id="2147485473" r:id="rId5"/>
    <p:sldLayoutId id="2147485452" r:id="rId6"/>
    <p:sldLayoutId id="2147485453" r:id="rId7"/>
    <p:sldLayoutId id="2147485449" r:id="rId8"/>
    <p:sldLayoutId id="2147485478" r:id="rId9"/>
    <p:sldLayoutId id="2147485457" r:id="rId10"/>
    <p:sldLayoutId id="2147485464" r:id="rId11"/>
    <p:sldLayoutId id="2147485465" r:id="rId12"/>
    <p:sldLayoutId id="2147485460" r:id="rId13"/>
    <p:sldLayoutId id="2147485470" r:id="rId14"/>
  </p:sldLayoutIdLst>
  <p:transition>
    <p:wipe dir="r"/>
  </p:transition>
  <p:hf hdr="0" dt="0"/>
  <p:txStyles>
    <p:titleStyle>
      <a:lvl1pPr algn="l" rtl="0" eaLnBrk="1" fontAlgn="base" hangingPunct="1">
        <a:lnSpc>
          <a:spcPct val="90000"/>
        </a:lnSpc>
        <a:spcBef>
          <a:spcPct val="0"/>
        </a:spcBef>
        <a:spcAft>
          <a:spcPct val="0"/>
        </a:spcAft>
        <a:tabLst/>
        <a:defRPr sz="2058" kern="1200" baseline="0">
          <a:solidFill>
            <a:srgbClr val="1E2A78"/>
          </a:solidFill>
          <a:latin typeface="+mj-lt"/>
          <a:ea typeface="Deutsche Bank Display" panose="020F0403020203030304" pitchFamily="34" charset="0"/>
          <a:cs typeface="Deutsche Bank Display" panose="020F0403020203030304" pitchFamily="34" charset="0"/>
        </a:defRPr>
      </a:lvl1pPr>
      <a:lvl2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5pPr>
      <a:lvl6pPr marL="503045" algn="l" rtl="0" eaLnBrk="1" fontAlgn="base" hangingPunct="1">
        <a:lnSpc>
          <a:spcPct val="90000"/>
        </a:lnSpc>
        <a:spcBef>
          <a:spcPct val="0"/>
        </a:spcBef>
        <a:spcAft>
          <a:spcPct val="0"/>
        </a:spcAft>
        <a:tabLst>
          <a:tab pos="733607" algn="l"/>
        </a:tabLst>
        <a:defRPr sz="2593" b="1">
          <a:solidFill>
            <a:schemeClr val="tx1"/>
          </a:solidFill>
          <a:latin typeface="Arial" charset="0"/>
        </a:defRPr>
      </a:lvl6pPr>
      <a:lvl7pPr marL="1006090" algn="l" rtl="0" eaLnBrk="1" fontAlgn="base" hangingPunct="1">
        <a:lnSpc>
          <a:spcPct val="90000"/>
        </a:lnSpc>
        <a:spcBef>
          <a:spcPct val="0"/>
        </a:spcBef>
        <a:spcAft>
          <a:spcPct val="0"/>
        </a:spcAft>
        <a:tabLst>
          <a:tab pos="733607" algn="l"/>
        </a:tabLst>
        <a:defRPr sz="2593" b="1">
          <a:solidFill>
            <a:schemeClr val="tx1"/>
          </a:solidFill>
          <a:latin typeface="Arial" charset="0"/>
        </a:defRPr>
      </a:lvl7pPr>
      <a:lvl8pPr marL="1509135" algn="l" rtl="0" eaLnBrk="1" fontAlgn="base" hangingPunct="1">
        <a:lnSpc>
          <a:spcPct val="90000"/>
        </a:lnSpc>
        <a:spcBef>
          <a:spcPct val="0"/>
        </a:spcBef>
        <a:spcAft>
          <a:spcPct val="0"/>
        </a:spcAft>
        <a:tabLst>
          <a:tab pos="733607" algn="l"/>
        </a:tabLst>
        <a:defRPr sz="2593" b="1">
          <a:solidFill>
            <a:schemeClr val="tx1"/>
          </a:solidFill>
          <a:latin typeface="Arial" charset="0"/>
        </a:defRPr>
      </a:lvl8pPr>
      <a:lvl9pPr marL="2012177" algn="l" rtl="0" eaLnBrk="1" fontAlgn="base" hangingPunct="1">
        <a:lnSpc>
          <a:spcPct val="90000"/>
        </a:lnSpc>
        <a:spcBef>
          <a:spcPct val="0"/>
        </a:spcBef>
        <a:spcAft>
          <a:spcPct val="0"/>
        </a:spcAft>
        <a:tabLst>
          <a:tab pos="733607" algn="l"/>
        </a:tabLst>
        <a:defRPr sz="2593" b="1">
          <a:solidFill>
            <a:schemeClr val="tx1"/>
          </a:solidFill>
          <a:latin typeface="Arial" charset="0"/>
        </a:defRPr>
      </a:lvl9pPr>
    </p:titleStyle>
    <p:bodyStyle>
      <a:lvl1pPr algn="l" rtl="0" eaLnBrk="1" fontAlgn="base" hangingPunct="1">
        <a:lnSpc>
          <a:spcPct val="100000"/>
        </a:lnSpc>
        <a:spcBef>
          <a:spcPts val="0"/>
        </a:spcBef>
        <a:spcAft>
          <a:spcPts val="0"/>
        </a:spcAft>
        <a:defRPr sz="1400" kern="1200" baseline="0">
          <a:solidFill>
            <a:srgbClr val="00A3E0"/>
          </a:solidFill>
          <a:latin typeface="+mn-lt"/>
          <a:ea typeface="ＭＳ Ｐゴシック" pitchFamily="-109" charset="-128"/>
          <a:cs typeface="ＭＳ Ｐゴシック" pitchFamily="-109" charset="-128"/>
        </a:defRPr>
      </a:lvl1pPr>
      <a:lvl2pPr algn="l" rtl="0" eaLnBrk="1" fontAlgn="base" hangingPunct="1">
        <a:lnSpc>
          <a:spcPct val="100000"/>
        </a:lnSpc>
        <a:spcBef>
          <a:spcPts val="0"/>
        </a:spcBef>
        <a:spcAft>
          <a:spcPts val="0"/>
        </a:spcAft>
        <a:defRPr sz="1400" kern="1200" baseline="0">
          <a:solidFill>
            <a:schemeClr val="bg1"/>
          </a:solidFill>
          <a:latin typeface="+mn-lt"/>
          <a:ea typeface="ＭＳ Ｐゴシック" pitchFamily="-109" charset="-128"/>
        </a:defRPr>
      </a:lvl2pPr>
      <a:lvl3pPr marL="370390" indent="-370390" algn="l" rtl="0" eaLnBrk="1" fontAlgn="base" hangingPunct="1">
        <a:lnSpc>
          <a:spcPct val="100000"/>
        </a:lnSpc>
        <a:spcBef>
          <a:spcPts val="0"/>
        </a:spcBef>
        <a:spcAft>
          <a:spcPts val="0"/>
        </a:spcAft>
        <a:buFont typeface="Arial" charset="0"/>
        <a:buChar char="—"/>
        <a:defRPr sz="1400" kern="1200" baseline="0">
          <a:solidFill>
            <a:schemeClr val="bg1"/>
          </a:solidFill>
          <a:latin typeface="+mn-lt"/>
          <a:ea typeface="Deutsche Bank Text" panose="020B0503020202030204" pitchFamily="34" charset="0"/>
          <a:cs typeface="Deutsche Bank Text" panose="020B0503020202030204" pitchFamily="34" charset="0"/>
        </a:defRPr>
      </a:lvl3pPr>
      <a:lvl4pPr marL="687866" indent="-317477" algn="l" rtl="0" eaLnBrk="1" fontAlgn="base" hangingPunct="1">
        <a:lnSpc>
          <a:spcPct val="100000"/>
        </a:lnSpc>
        <a:spcBef>
          <a:spcPts val="0"/>
        </a:spcBef>
        <a:spcAft>
          <a:spcPts val="0"/>
        </a:spcAft>
        <a:buFont typeface="Arial" charset="0"/>
        <a:buChar char="—"/>
        <a:defRPr sz="1200" kern="1200" baseline="0">
          <a:solidFill>
            <a:schemeClr val="bg1"/>
          </a:solidFill>
          <a:latin typeface="+mn-lt"/>
          <a:ea typeface="ＭＳ Ｐゴシック" pitchFamily="-109" charset="-128"/>
        </a:defRPr>
      </a:lvl4pPr>
      <a:lvl5pPr marL="1054655" indent="-333664" algn="l" rtl="0" eaLnBrk="1" fontAlgn="base" hangingPunct="1">
        <a:lnSpc>
          <a:spcPct val="100000"/>
        </a:lnSpc>
        <a:spcBef>
          <a:spcPts val="0"/>
        </a:spcBef>
        <a:spcAft>
          <a:spcPts val="0"/>
        </a:spcAft>
        <a:buFont typeface="Arial" charset="0"/>
        <a:buChar char="—"/>
        <a:defRPr sz="1000" kern="1200" baseline="0">
          <a:solidFill>
            <a:schemeClr val="bg1"/>
          </a:solidFill>
          <a:latin typeface="+mn-lt"/>
          <a:ea typeface="ＭＳ Ｐゴシック" pitchFamily="-109" charset="-128"/>
        </a:defRPr>
      </a:lvl5pPr>
      <a:lvl6pPr marL="1297788"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6pPr>
      <a:lvl7pPr marL="180083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7pPr>
      <a:lvl8pPr marL="2303875"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8pPr>
      <a:lvl9pPr marL="280692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9pPr>
    </p:bodyStyle>
    <p:otherStyle>
      <a:defPPr>
        <a:defRPr lang="de-DE"/>
      </a:defPPr>
      <a:lvl1pPr marL="0" algn="l" defTabSz="1006090" rtl="0" eaLnBrk="1" latinLnBrk="0" hangingPunct="1">
        <a:defRPr sz="1995" kern="1200">
          <a:solidFill>
            <a:schemeClr val="tx1"/>
          </a:solidFill>
          <a:latin typeface="+mn-lt"/>
          <a:ea typeface="+mn-ea"/>
          <a:cs typeface="+mn-cs"/>
        </a:defRPr>
      </a:lvl1pPr>
      <a:lvl2pPr marL="503045" algn="l" defTabSz="1006090" rtl="0" eaLnBrk="1" latinLnBrk="0" hangingPunct="1">
        <a:defRPr sz="1995" kern="1200">
          <a:solidFill>
            <a:schemeClr val="tx1"/>
          </a:solidFill>
          <a:latin typeface="+mn-lt"/>
          <a:ea typeface="+mn-ea"/>
          <a:cs typeface="+mn-cs"/>
        </a:defRPr>
      </a:lvl2pPr>
      <a:lvl3pPr marL="1006090" algn="l" defTabSz="1006090" rtl="0" eaLnBrk="1" latinLnBrk="0" hangingPunct="1">
        <a:defRPr sz="1995" kern="1200">
          <a:solidFill>
            <a:schemeClr val="tx1"/>
          </a:solidFill>
          <a:latin typeface="+mn-lt"/>
          <a:ea typeface="+mn-ea"/>
          <a:cs typeface="+mn-cs"/>
        </a:defRPr>
      </a:lvl3pPr>
      <a:lvl4pPr marL="1509135" algn="l" defTabSz="1006090" rtl="0" eaLnBrk="1" latinLnBrk="0" hangingPunct="1">
        <a:defRPr sz="1995" kern="1200">
          <a:solidFill>
            <a:schemeClr val="tx1"/>
          </a:solidFill>
          <a:latin typeface="+mn-lt"/>
          <a:ea typeface="+mn-ea"/>
          <a:cs typeface="+mn-cs"/>
        </a:defRPr>
      </a:lvl4pPr>
      <a:lvl5pPr marL="2012177" algn="l" defTabSz="1006090" rtl="0" eaLnBrk="1" latinLnBrk="0" hangingPunct="1">
        <a:defRPr sz="1995" kern="1200">
          <a:solidFill>
            <a:schemeClr val="tx1"/>
          </a:solidFill>
          <a:latin typeface="+mn-lt"/>
          <a:ea typeface="+mn-ea"/>
          <a:cs typeface="+mn-cs"/>
        </a:defRPr>
      </a:lvl5pPr>
      <a:lvl6pPr marL="2515223" algn="l" defTabSz="1006090" rtl="0" eaLnBrk="1" latinLnBrk="0" hangingPunct="1">
        <a:defRPr sz="1995" kern="1200">
          <a:solidFill>
            <a:schemeClr val="tx1"/>
          </a:solidFill>
          <a:latin typeface="+mn-lt"/>
          <a:ea typeface="+mn-ea"/>
          <a:cs typeface="+mn-cs"/>
        </a:defRPr>
      </a:lvl6pPr>
      <a:lvl7pPr marL="3018268" algn="l" defTabSz="1006090" rtl="0" eaLnBrk="1" latinLnBrk="0" hangingPunct="1">
        <a:defRPr sz="1995" kern="1200">
          <a:solidFill>
            <a:schemeClr val="tx1"/>
          </a:solidFill>
          <a:latin typeface="+mn-lt"/>
          <a:ea typeface="+mn-ea"/>
          <a:cs typeface="+mn-cs"/>
        </a:defRPr>
      </a:lvl7pPr>
      <a:lvl8pPr marL="3521312" algn="l" defTabSz="1006090" rtl="0" eaLnBrk="1" latinLnBrk="0" hangingPunct="1">
        <a:defRPr sz="1995" kern="1200">
          <a:solidFill>
            <a:schemeClr val="tx1"/>
          </a:solidFill>
          <a:latin typeface="+mn-lt"/>
          <a:ea typeface="+mn-ea"/>
          <a:cs typeface="+mn-cs"/>
        </a:defRPr>
      </a:lvl8pPr>
      <a:lvl9pPr marL="4024356" algn="l" defTabSz="1006090" rtl="0" eaLnBrk="1" latinLnBrk="0" hangingPunct="1">
        <a:defRPr sz="1995" kern="1200">
          <a:solidFill>
            <a:schemeClr val="tx1"/>
          </a:solidFill>
          <a:latin typeface="+mn-lt"/>
          <a:ea typeface="+mn-ea"/>
          <a:cs typeface="+mn-cs"/>
        </a:defRPr>
      </a:lvl9pPr>
    </p:otherStyle>
  </p:txStyles>
  <p:extLst>
    <p:ext uri="{27BBF7A9-308A-43DC-89C8-2F10F3537804}">
      <p15:sldGuideLst xmlns:p15="http://schemas.microsoft.com/office/powerpoint/2012/main">
        <p15:guide id="11" pos="5954" userDrawn="1">
          <p15:clr>
            <a:srgbClr val="F26B43"/>
          </p15:clr>
        </p15:guide>
        <p15:guide id="12" pos="396" userDrawn="1">
          <p15:clr>
            <a:srgbClr val="F26B43"/>
          </p15:clr>
        </p15:guide>
        <p15:guide id="13" orient="horz" pos="396" userDrawn="1">
          <p15:clr>
            <a:srgbClr val="F26B43"/>
          </p15:clr>
        </p15:guide>
        <p15:guide id="17" orient="horz" pos="793" userDrawn="1">
          <p15:clr>
            <a:srgbClr val="F26B43"/>
          </p15:clr>
        </p15:guide>
        <p15:guide id="18" orient="horz" pos="4365" userDrawn="1">
          <p15:clr>
            <a:srgbClr val="F26B43"/>
          </p15:clr>
        </p15:guide>
        <p15:guide id="19" orient="horz" pos="4164" userDrawn="1">
          <p15:clr>
            <a:srgbClr val="F26B43"/>
          </p15:clr>
        </p15:guide>
        <p15:guide id="22" pos="5556" userDrawn="1">
          <p15:clr>
            <a:srgbClr val="F26B43"/>
          </p15:clr>
        </p15:guide>
        <p15:guide id="23" orient="horz" pos="993" userDrawn="1">
          <p15:clr>
            <a:srgbClr val="F26B43"/>
          </p15:clr>
        </p15:guide>
        <p15:guide id="24" pos="5359" userDrawn="1">
          <p15:clr>
            <a:srgbClr val="F26B43"/>
          </p15:clr>
        </p15:guide>
        <p15:guide id="27" pos="597" userDrawn="1">
          <p15:clr>
            <a:srgbClr val="F26B43"/>
          </p15:clr>
        </p15:guide>
        <p15:guide id="28" orient="horz" pos="2381" userDrawn="1">
          <p15:clr>
            <a:srgbClr val="F26B43"/>
          </p15:clr>
        </p15:guide>
        <p15:guide id="29" orient="horz" pos="385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5B9FD7A-E47D-464F-908E-0A898F0994C7}"/>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4" name="Text Placeholder 3">
            <a:extLst>
              <a:ext uri="{FF2B5EF4-FFF2-40B4-BE49-F238E27FC236}">
                <a16:creationId xmlns:a16="http://schemas.microsoft.com/office/drawing/2014/main" id="{EE665C97-7830-49FC-9697-6D19DA821767}"/>
              </a:ext>
            </a:extLst>
          </p:cNvPr>
          <p:cNvSpPr>
            <a:spLocks noGrp="1"/>
          </p:cNvSpPr>
          <p:nvPr>
            <p:ph type="body" idx="1"/>
          </p:nvPr>
        </p:nvSpPr>
        <p:spPr>
          <a:xfrm>
            <a:off x="360364" y="1074976"/>
            <a:ext cx="9347490" cy="5763474"/>
          </a:xfrm>
          <a:prstGeom prst="rect">
            <a:avLst/>
          </a:prstGeom>
        </p:spPr>
        <p:txBody>
          <a:bodyPr vert="horz" lIns="0" tIns="0" rIns="0" bIns="0" rtlCol="0">
            <a:noAutofit/>
          </a:body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Title Placeholder 4">
            <a:extLst>
              <a:ext uri="{FF2B5EF4-FFF2-40B4-BE49-F238E27FC236}">
                <a16:creationId xmlns:a16="http://schemas.microsoft.com/office/drawing/2014/main" id="{429F3B1B-8104-4CBB-A285-B4B3ADCCECFD}"/>
              </a:ext>
            </a:extLst>
          </p:cNvPr>
          <p:cNvSpPr>
            <a:spLocks noGrp="1"/>
          </p:cNvSpPr>
          <p:nvPr>
            <p:ph type="title"/>
          </p:nvPr>
        </p:nvSpPr>
        <p:spPr>
          <a:xfrm>
            <a:off x="340996" y="339090"/>
            <a:ext cx="8660130" cy="557628"/>
          </a:xfrm>
          <a:prstGeom prst="rect">
            <a:avLst/>
          </a:prstGeom>
        </p:spPr>
        <p:txBody>
          <a:bodyPr vert="horz" lIns="0" tIns="0" rIns="0" bIns="0" rtlCol="0" anchor="t" anchorCtr="0">
            <a:noAutofit/>
          </a:bodyPr>
          <a:lstStyle/>
          <a:p>
            <a:r>
              <a:rPr lang="en-GB" noProof="0" dirty="0"/>
              <a:t>Edit Master title style</a:t>
            </a:r>
          </a:p>
        </p:txBody>
      </p:sp>
      <p:sp>
        <p:nvSpPr>
          <p:cNvPr id="6" name="Rechteck 5">
            <a:extLst>
              <a:ext uri="{FF2B5EF4-FFF2-40B4-BE49-F238E27FC236}">
                <a16:creationId xmlns:a16="http://schemas.microsoft.com/office/drawing/2014/main" id="{76EDBBC0-08FC-4FF5-93D8-319C27CD84CB}"/>
              </a:ext>
            </a:extLst>
          </p:cNvPr>
          <p:cNvSpPr/>
          <p:nvPr userDrawn="1"/>
        </p:nvSpPr>
        <p:spPr>
          <a:xfrm>
            <a:off x="360000" y="7201442"/>
            <a:ext cx="2006366" cy="179578"/>
          </a:xfrm>
          <a:prstGeom prst="rect">
            <a:avLst/>
          </a:prstGeom>
        </p:spPr>
        <p:txBody>
          <a:bodyPr wrap="square" lIns="0" tIns="0" rIns="0" bIns="0" anchor="t" anchorCtr="0">
            <a:noAutofit/>
          </a:bodyPr>
          <a:lstStyle/>
          <a:p>
            <a:pPr marL="0" indent="0">
              <a:lnSpc>
                <a:spcPts val="900"/>
              </a:lnSpc>
              <a:defRPr/>
            </a:pPr>
            <a:r>
              <a:rPr lang="en-GB" sz="900" noProof="1">
                <a:solidFill>
                  <a:srgbClr val="1E2A78"/>
                </a:solidFill>
                <a:latin typeface="+mn-lt"/>
                <a:ea typeface="Deutsche Bank Text" panose="020B0503020202030204" pitchFamily="34" charset="0"/>
                <a:cs typeface="Deutsche Bank Text" panose="020B0503020202030204" pitchFamily="34" charset="0"/>
              </a:rPr>
              <a:t>Deutsche Bank. </a:t>
            </a:r>
            <a:r>
              <a:rPr lang="en-GB" sz="900" noProof="1">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3" name="Fußzeilenplatzhalter 2">
            <a:extLst>
              <a:ext uri="{FF2B5EF4-FFF2-40B4-BE49-F238E27FC236}">
                <a16:creationId xmlns:a16="http://schemas.microsoft.com/office/drawing/2014/main" id="{04A4B362-19DC-4728-8691-B4DF4C9AAD0B}"/>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9" name="TextBox 8">
            <a:extLst>
              <a:ext uri="{FF2B5EF4-FFF2-40B4-BE49-F238E27FC236}">
                <a16:creationId xmlns:a16="http://schemas.microsoft.com/office/drawing/2014/main" id="{9FFC2B49-C94A-476B-8639-FC6E77CEDCCD}"/>
              </a:ext>
            </a:extLst>
          </p:cNvPr>
          <p:cNvSpPr txBox="1"/>
          <p:nvPr userDrawn="1">
            <p:extLst>
              <p:ext uri="{1162E1C5-73C7-4A58-AE30-91384D911F3F}">
                <p184:classification xmlns:p184="http://schemas.microsoft.com/office/powerpoint/2018/4/main" val="ftr"/>
              </p:ext>
            </p:extLst>
          </p:nvPr>
        </p:nvSpPr>
        <p:spPr>
          <a:xfrm>
            <a:off x="5040313" y="7242355"/>
            <a:ext cx="63005" cy="138499"/>
          </a:xfrm>
          <a:prstGeom prst="rect">
            <a:avLst/>
          </a:prstGeom>
        </p:spPr>
        <p:txBody>
          <a:bodyPr horzOverflow="overflow" lIns="0" tIns="0" rIns="0" bIns="0">
            <a:spAutoFit/>
          </a:bodyPr>
          <a:lstStyle/>
          <a:p>
            <a:pPr algn="l"/>
            <a:r>
              <a:rPr lang="en-GB" sz="900" dirty="0">
                <a:solidFill>
                  <a:srgbClr val="000000"/>
                </a:solidFill>
                <a:latin typeface="Deutsche Bank Text" panose="020B0503020202030204" pitchFamily="34" charset="0"/>
                <a:cs typeface="Deutsche Bank Text" panose="020B0503020202030204" pitchFamily="34" charset="0"/>
              </a:rPr>
              <a:t> </a:t>
            </a:r>
          </a:p>
        </p:txBody>
      </p:sp>
      <p:sp>
        <p:nvSpPr>
          <p:cNvPr id="7" name="Grafik 9">
            <a:extLst>
              <a:ext uri="{FF2B5EF4-FFF2-40B4-BE49-F238E27FC236}">
                <a16:creationId xmlns:a16="http://schemas.microsoft.com/office/drawing/2014/main" id="{10B01105-70BE-6E5A-812F-9607054573DF}"/>
              </a:ext>
            </a:extLst>
          </p:cNvPr>
          <p:cNvSpPr>
            <a:spLocks/>
          </p:cNvSpPr>
          <p:nvPr userDrawn="1"/>
        </p:nvSpPr>
        <p:spPr>
          <a:xfrm>
            <a:off x="9360625" y="360000"/>
            <a:ext cx="360000" cy="360000"/>
          </a:xfrm>
          <a:custGeom>
            <a:avLst/>
            <a:gdLst>
              <a:gd name="connsiteX0" fmla="*/ 385667 w 2699994"/>
              <a:gd name="connsiteY0" fmla="*/ 2314346 h 2700004"/>
              <a:gd name="connsiteX1" fmla="*/ 2314146 w 2699994"/>
              <a:gd name="connsiteY1" fmla="*/ 2314346 h 2700004"/>
              <a:gd name="connsiteX2" fmla="*/ 2314146 w 2699994"/>
              <a:gd name="connsiteY2" fmla="*/ 385658 h 2700004"/>
              <a:gd name="connsiteX3" fmla="*/ 385667 w 2699994"/>
              <a:gd name="connsiteY3" fmla="*/ 385658 h 2700004"/>
              <a:gd name="connsiteX4" fmla="*/ 385667 w 2699994"/>
              <a:gd name="connsiteY4" fmla="*/ 2314346 h 2700004"/>
              <a:gd name="connsiteX5" fmla="*/ 0 w 2699994"/>
              <a:gd name="connsiteY5" fmla="*/ 0 h 2700004"/>
              <a:gd name="connsiteX6" fmla="*/ 2699995 w 2699994"/>
              <a:gd name="connsiteY6" fmla="*/ 0 h 2700004"/>
              <a:gd name="connsiteX7" fmla="*/ 2699995 w 2699994"/>
              <a:gd name="connsiteY7" fmla="*/ 2700004 h 2700004"/>
              <a:gd name="connsiteX8" fmla="*/ 0 w 2699994"/>
              <a:gd name="connsiteY8" fmla="*/ 2700004 h 2700004"/>
              <a:gd name="connsiteX9" fmla="*/ 0 w 2699994"/>
              <a:gd name="connsiteY9" fmla="*/ 0 h 2700004"/>
              <a:gd name="connsiteX10" fmla="*/ 582549 w 2699994"/>
              <a:gd name="connsiteY10" fmla="*/ 2051971 h 2700004"/>
              <a:gd name="connsiteX11" fmla="*/ 1635709 w 2699994"/>
              <a:gd name="connsiteY11" fmla="*/ 648033 h 2700004"/>
              <a:gd name="connsiteX12" fmla="*/ 2117874 w 2699994"/>
              <a:gd name="connsiteY12" fmla="*/ 648033 h 2700004"/>
              <a:gd name="connsiteX13" fmla="*/ 1064714 w 2699994"/>
              <a:gd name="connsiteY13" fmla="*/ 2051971 h 2700004"/>
              <a:gd name="connsiteX14" fmla="*/ 582549 w 2699994"/>
              <a:gd name="connsiteY14" fmla="*/ 2051971 h 270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99994" h="2700004">
                <a:moveTo>
                  <a:pt x="385667" y="2314346"/>
                </a:moveTo>
                <a:lnTo>
                  <a:pt x="2314146" y="2314346"/>
                </a:lnTo>
                <a:lnTo>
                  <a:pt x="2314146" y="385658"/>
                </a:lnTo>
                <a:lnTo>
                  <a:pt x="385667" y="385658"/>
                </a:lnTo>
                <a:lnTo>
                  <a:pt x="385667" y="2314346"/>
                </a:lnTo>
                <a:close/>
                <a:moveTo>
                  <a:pt x="0" y="0"/>
                </a:moveTo>
                <a:lnTo>
                  <a:pt x="2699995" y="0"/>
                </a:lnTo>
                <a:lnTo>
                  <a:pt x="2699995" y="2700004"/>
                </a:lnTo>
                <a:lnTo>
                  <a:pt x="0" y="2700004"/>
                </a:lnTo>
                <a:lnTo>
                  <a:pt x="0" y="0"/>
                </a:lnTo>
                <a:close/>
                <a:moveTo>
                  <a:pt x="582549" y="2051971"/>
                </a:moveTo>
                <a:lnTo>
                  <a:pt x="1635709" y="648033"/>
                </a:lnTo>
                <a:lnTo>
                  <a:pt x="2117874" y="648033"/>
                </a:lnTo>
                <a:lnTo>
                  <a:pt x="1064714" y="2051971"/>
                </a:lnTo>
                <a:lnTo>
                  <a:pt x="582549" y="2051971"/>
                </a:lnTo>
              </a:path>
            </a:pathLst>
          </a:custGeom>
          <a:solidFill>
            <a:srgbClr val="1E2A78"/>
          </a:solidFill>
          <a:ln w="9525" cap="flat">
            <a:noFill/>
            <a:prstDash val="solid"/>
            <a:miter/>
          </a:ln>
        </p:spPr>
        <p:txBody>
          <a:bodyPr rtlCol="0" anchor="ctr"/>
          <a:lstStyle/>
          <a:p>
            <a:endParaRPr lang="de-DE" sz="2000"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411592479"/>
      </p:ext>
    </p:extLst>
  </p:cSld>
  <p:clrMap bg1="lt1" tx1="dk1" bg2="lt2" tx2="dk2" accent1="accent1" accent2="accent2" accent3="accent3" accent4="accent4" accent5="accent5" accent6="accent6" hlink="hlink" folHlink="folHlink"/>
  <p:sldLayoutIdLst>
    <p:sldLayoutId id="2147485385" r:id="rId1"/>
    <p:sldLayoutId id="2147485423" r:id="rId2"/>
    <p:sldLayoutId id="2147485424" r:id="rId3"/>
    <p:sldLayoutId id="2147485411" r:id="rId4"/>
    <p:sldLayoutId id="2147485422" r:id="rId5"/>
    <p:sldLayoutId id="2147485425" r:id="rId6"/>
    <p:sldLayoutId id="2147485426" r:id="rId7"/>
    <p:sldLayoutId id="2147485467" r:id="rId8"/>
    <p:sldLayoutId id="2147485462" r:id="rId9"/>
    <p:sldLayoutId id="2147485463" r:id="rId10"/>
    <p:sldLayoutId id="2147485428" r:id="rId11"/>
    <p:sldLayoutId id="2147485429" r:id="rId12"/>
    <p:sldLayoutId id="2147485430" r:id="rId13"/>
    <p:sldLayoutId id="2147485466" r:id="rId14"/>
    <p:sldLayoutId id="2147485479" r:id="rId15"/>
    <p:sldLayoutId id="2147485480" r:id="rId16"/>
    <p:sldLayoutId id="2147485481" r:id="rId17"/>
    <p:sldLayoutId id="2147485482" r:id="rId18"/>
    <p:sldLayoutId id="2147485483" r:id="rId19"/>
    <p:sldLayoutId id="2147485484" r:id="rId20"/>
  </p:sldLayoutIdLst>
  <p:transition>
    <p:wipe dir="r"/>
  </p:transition>
  <p:hf hdr="0" dt="0"/>
  <p:txStyles>
    <p:titleStyle>
      <a:lvl1pPr algn="l" rtl="0" eaLnBrk="1" fontAlgn="base" hangingPunct="1">
        <a:lnSpc>
          <a:spcPct val="90000"/>
        </a:lnSpc>
        <a:spcBef>
          <a:spcPct val="0"/>
        </a:spcBef>
        <a:spcAft>
          <a:spcPct val="0"/>
        </a:spcAft>
        <a:tabLst/>
        <a:defRPr sz="1600" kern="1200" baseline="0">
          <a:solidFill>
            <a:srgbClr val="1E2A78"/>
          </a:solidFill>
          <a:latin typeface="+mj-lt"/>
          <a:ea typeface="Deutsche Bank Text" panose="020B0503020202030204" pitchFamily="34" charset="0"/>
          <a:cs typeface="Deutsche Bank Text" panose="020B0503020202030204" pitchFamily="34" charset="0"/>
        </a:defRPr>
      </a:lvl1pPr>
      <a:lvl2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5pPr>
      <a:lvl6pPr marL="503045" algn="l" rtl="0" eaLnBrk="1" fontAlgn="base" hangingPunct="1">
        <a:lnSpc>
          <a:spcPct val="90000"/>
        </a:lnSpc>
        <a:spcBef>
          <a:spcPct val="0"/>
        </a:spcBef>
        <a:spcAft>
          <a:spcPct val="0"/>
        </a:spcAft>
        <a:tabLst>
          <a:tab pos="733607" algn="l"/>
        </a:tabLst>
        <a:defRPr sz="2593" b="1">
          <a:solidFill>
            <a:schemeClr val="tx1"/>
          </a:solidFill>
          <a:latin typeface="Arial" charset="0"/>
        </a:defRPr>
      </a:lvl6pPr>
      <a:lvl7pPr marL="1006090" algn="l" rtl="0" eaLnBrk="1" fontAlgn="base" hangingPunct="1">
        <a:lnSpc>
          <a:spcPct val="90000"/>
        </a:lnSpc>
        <a:spcBef>
          <a:spcPct val="0"/>
        </a:spcBef>
        <a:spcAft>
          <a:spcPct val="0"/>
        </a:spcAft>
        <a:tabLst>
          <a:tab pos="733607" algn="l"/>
        </a:tabLst>
        <a:defRPr sz="2593" b="1">
          <a:solidFill>
            <a:schemeClr val="tx1"/>
          </a:solidFill>
          <a:latin typeface="Arial" charset="0"/>
        </a:defRPr>
      </a:lvl7pPr>
      <a:lvl8pPr marL="1509135" algn="l" rtl="0" eaLnBrk="1" fontAlgn="base" hangingPunct="1">
        <a:lnSpc>
          <a:spcPct val="90000"/>
        </a:lnSpc>
        <a:spcBef>
          <a:spcPct val="0"/>
        </a:spcBef>
        <a:spcAft>
          <a:spcPct val="0"/>
        </a:spcAft>
        <a:tabLst>
          <a:tab pos="733607" algn="l"/>
        </a:tabLst>
        <a:defRPr sz="2593" b="1">
          <a:solidFill>
            <a:schemeClr val="tx1"/>
          </a:solidFill>
          <a:latin typeface="Arial" charset="0"/>
        </a:defRPr>
      </a:lvl8pPr>
      <a:lvl9pPr marL="2012177" algn="l" rtl="0" eaLnBrk="1" fontAlgn="base" hangingPunct="1">
        <a:lnSpc>
          <a:spcPct val="90000"/>
        </a:lnSpc>
        <a:spcBef>
          <a:spcPct val="0"/>
        </a:spcBef>
        <a:spcAft>
          <a:spcPct val="0"/>
        </a:spcAft>
        <a:tabLst>
          <a:tab pos="733607" algn="l"/>
        </a:tabLst>
        <a:defRPr sz="2593" b="1">
          <a:solidFill>
            <a:schemeClr val="tx1"/>
          </a:solidFill>
          <a:latin typeface="Arial" charset="0"/>
        </a:defRPr>
      </a:lvl9pPr>
    </p:titleStyle>
    <p:bodyStyle>
      <a:lvl1pPr algn="l" rtl="0" eaLnBrk="1" fontAlgn="base" hangingPunct="1">
        <a:lnSpc>
          <a:spcPct val="100000"/>
        </a:lnSpc>
        <a:spcBef>
          <a:spcPts val="0"/>
        </a:spcBef>
        <a:spcAft>
          <a:spcPts val="0"/>
        </a:spcAft>
        <a:defRPr sz="1400" kern="1200" baseline="0">
          <a:solidFill>
            <a:srgbClr val="00A3E0"/>
          </a:solidFill>
          <a:latin typeface="+mn-lt"/>
          <a:ea typeface="ＭＳ Ｐゴシック" pitchFamily="-109" charset="-128"/>
          <a:cs typeface="ＭＳ Ｐゴシック" pitchFamily="-109" charset="-128"/>
        </a:defRPr>
      </a:lvl1pPr>
      <a:lvl2pPr algn="l" rtl="0" eaLnBrk="1" fontAlgn="base" hangingPunct="1">
        <a:lnSpc>
          <a:spcPct val="100000"/>
        </a:lnSpc>
        <a:spcBef>
          <a:spcPts val="0"/>
        </a:spcBef>
        <a:spcAft>
          <a:spcPts val="0"/>
        </a:spcAft>
        <a:defRPr sz="1400" kern="1200" baseline="0">
          <a:solidFill>
            <a:schemeClr val="tx1"/>
          </a:solidFill>
          <a:latin typeface="+mn-lt"/>
          <a:ea typeface="ＭＳ Ｐゴシック" pitchFamily="-109" charset="-128"/>
        </a:defRPr>
      </a:lvl2pPr>
      <a:lvl3pPr marL="370390" indent="-370390" algn="l" rtl="0" eaLnBrk="1" fontAlgn="base" hangingPunct="1">
        <a:lnSpc>
          <a:spcPct val="100000"/>
        </a:lnSpc>
        <a:spcBef>
          <a:spcPts val="0"/>
        </a:spcBef>
        <a:spcAft>
          <a:spcPts val="0"/>
        </a:spcAft>
        <a:buFont typeface="Arial" charset="0"/>
        <a:buChar char="—"/>
        <a:defRPr sz="1400" kern="1200" baseline="0">
          <a:solidFill>
            <a:schemeClr val="tx1"/>
          </a:solidFill>
          <a:latin typeface="+mn-lt"/>
          <a:ea typeface="Deutsche Bank Text" panose="020B0503020202030204" pitchFamily="34" charset="0"/>
          <a:cs typeface="Deutsche Bank Text" panose="020B0503020202030204" pitchFamily="34" charset="0"/>
        </a:defRPr>
      </a:lvl3pPr>
      <a:lvl4pPr marL="687866" indent="-317477" algn="l" rtl="0" eaLnBrk="1" fontAlgn="base" hangingPunct="1">
        <a:lnSpc>
          <a:spcPct val="100000"/>
        </a:lnSpc>
        <a:spcBef>
          <a:spcPts val="0"/>
        </a:spcBef>
        <a:spcAft>
          <a:spcPts val="0"/>
        </a:spcAft>
        <a:buFont typeface="Arial" charset="0"/>
        <a:buChar char="—"/>
        <a:defRPr sz="1200" kern="1200" baseline="0">
          <a:solidFill>
            <a:schemeClr val="tx1"/>
          </a:solidFill>
          <a:latin typeface="+mn-lt"/>
          <a:ea typeface="ＭＳ Ｐゴシック" pitchFamily="-109" charset="-128"/>
        </a:defRPr>
      </a:lvl4pPr>
      <a:lvl5pPr marL="1054655" indent="-333664" algn="l" rtl="0" eaLnBrk="1" fontAlgn="base" hangingPunct="1">
        <a:lnSpc>
          <a:spcPct val="100000"/>
        </a:lnSpc>
        <a:spcBef>
          <a:spcPts val="0"/>
        </a:spcBef>
        <a:spcAft>
          <a:spcPts val="0"/>
        </a:spcAft>
        <a:buFont typeface="Arial" charset="0"/>
        <a:buChar char="—"/>
        <a:defRPr sz="1000" kern="1200" baseline="0">
          <a:solidFill>
            <a:schemeClr val="tx1"/>
          </a:solidFill>
          <a:latin typeface="+mn-lt"/>
          <a:ea typeface="ＭＳ Ｐゴシック" pitchFamily="-109" charset="-128"/>
        </a:defRPr>
      </a:lvl5pPr>
      <a:lvl6pPr marL="1297788"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6pPr>
      <a:lvl7pPr marL="180083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7pPr>
      <a:lvl8pPr marL="2303875"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8pPr>
      <a:lvl9pPr marL="280692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9pPr>
    </p:bodyStyle>
    <p:otherStyle>
      <a:defPPr>
        <a:defRPr lang="de-DE"/>
      </a:defPPr>
      <a:lvl1pPr marL="0" algn="l" defTabSz="1006090" rtl="0" eaLnBrk="1" latinLnBrk="0" hangingPunct="1">
        <a:defRPr sz="1995" kern="1200">
          <a:solidFill>
            <a:schemeClr val="tx1"/>
          </a:solidFill>
          <a:latin typeface="+mn-lt"/>
          <a:ea typeface="+mn-ea"/>
          <a:cs typeface="+mn-cs"/>
        </a:defRPr>
      </a:lvl1pPr>
      <a:lvl2pPr marL="503045" algn="l" defTabSz="1006090" rtl="0" eaLnBrk="1" latinLnBrk="0" hangingPunct="1">
        <a:defRPr sz="1995" kern="1200">
          <a:solidFill>
            <a:schemeClr val="tx1"/>
          </a:solidFill>
          <a:latin typeface="+mn-lt"/>
          <a:ea typeface="+mn-ea"/>
          <a:cs typeface="+mn-cs"/>
        </a:defRPr>
      </a:lvl2pPr>
      <a:lvl3pPr marL="1006090" algn="l" defTabSz="1006090" rtl="0" eaLnBrk="1" latinLnBrk="0" hangingPunct="1">
        <a:defRPr sz="1995" kern="1200">
          <a:solidFill>
            <a:schemeClr val="tx1"/>
          </a:solidFill>
          <a:latin typeface="+mn-lt"/>
          <a:ea typeface="+mn-ea"/>
          <a:cs typeface="+mn-cs"/>
        </a:defRPr>
      </a:lvl3pPr>
      <a:lvl4pPr marL="1509135" algn="l" defTabSz="1006090" rtl="0" eaLnBrk="1" latinLnBrk="0" hangingPunct="1">
        <a:defRPr sz="1995" kern="1200">
          <a:solidFill>
            <a:schemeClr val="tx1"/>
          </a:solidFill>
          <a:latin typeface="+mn-lt"/>
          <a:ea typeface="+mn-ea"/>
          <a:cs typeface="+mn-cs"/>
        </a:defRPr>
      </a:lvl4pPr>
      <a:lvl5pPr marL="2012177" algn="l" defTabSz="1006090" rtl="0" eaLnBrk="1" latinLnBrk="0" hangingPunct="1">
        <a:defRPr sz="1995" kern="1200">
          <a:solidFill>
            <a:schemeClr val="tx1"/>
          </a:solidFill>
          <a:latin typeface="+mn-lt"/>
          <a:ea typeface="+mn-ea"/>
          <a:cs typeface="+mn-cs"/>
        </a:defRPr>
      </a:lvl5pPr>
      <a:lvl6pPr marL="2515223" algn="l" defTabSz="1006090" rtl="0" eaLnBrk="1" latinLnBrk="0" hangingPunct="1">
        <a:defRPr sz="1995" kern="1200">
          <a:solidFill>
            <a:schemeClr val="tx1"/>
          </a:solidFill>
          <a:latin typeface="+mn-lt"/>
          <a:ea typeface="+mn-ea"/>
          <a:cs typeface="+mn-cs"/>
        </a:defRPr>
      </a:lvl6pPr>
      <a:lvl7pPr marL="3018268" algn="l" defTabSz="1006090" rtl="0" eaLnBrk="1" latinLnBrk="0" hangingPunct="1">
        <a:defRPr sz="1995" kern="1200">
          <a:solidFill>
            <a:schemeClr val="tx1"/>
          </a:solidFill>
          <a:latin typeface="+mn-lt"/>
          <a:ea typeface="+mn-ea"/>
          <a:cs typeface="+mn-cs"/>
        </a:defRPr>
      </a:lvl7pPr>
      <a:lvl8pPr marL="3521312" algn="l" defTabSz="1006090" rtl="0" eaLnBrk="1" latinLnBrk="0" hangingPunct="1">
        <a:defRPr sz="1995" kern="1200">
          <a:solidFill>
            <a:schemeClr val="tx1"/>
          </a:solidFill>
          <a:latin typeface="+mn-lt"/>
          <a:ea typeface="+mn-ea"/>
          <a:cs typeface="+mn-cs"/>
        </a:defRPr>
      </a:lvl8pPr>
      <a:lvl9pPr marL="4024356" algn="l" defTabSz="1006090" rtl="0" eaLnBrk="1" latinLnBrk="0" hangingPunct="1">
        <a:defRPr sz="1995" kern="1200">
          <a:solidFill>
            <a:schemeClr val="tx1"/>
          </a:solidFill>
          <a:latin typeface="+mn-lt"/>
          <a:ea typeface="+mn-ea"/>
          <a:cs typeface="+mn-cs"/>
        </a:defRPr>
      </a:lvl9pPr>
    </p:otherStyle>
  </p:txStyles>
  <p:extLst>
    <p:ext uri="{27BBF7A9-308A-43DC-89C8-2F10F3537804}">
      <p15:sldGuideLst xmlns:p15="http://schemas.microsoft.com/office/powerpoint/2012/main">
        <p15:guide id="11" pos="6123" userDrawn="1">
          <p15:clr>
            <a:srgbClr val="F26B43"/>
          </p15:clr>
        </p15:guide>
        <p15:guide id="12" pos="227" userDrawn="1">
          <p15:clr>
            <a:srgbClr val="F26B43"/>
          </p15:clr>
        </p15:guide>
        <p15:guide id="13" orient="horz" pos="226" userDrawn="1">
          <p15:clr>
            <a:srgbClr val="F26B43"/>
          </p15:clr>
        </p15:guide>
        <p15:guide id="17" orient="horz" pos="453" userDrawn="1">
          <p15:clr>
            <a:srgbClr val="F26B43"/>
          </p15:clr>
        </p15:guide>
        <p15:guide id="18" orient="horz" pos="4536" userDrawn="1">
          <p15:clr>
            <a:srgbClr val="F26B43"/>
          </p15:clr>
        </p15:guide>
        <p15:guide id="21" orient="horz" pos="4195" userDrawn="1">
          <p15:clr>
            <a:srgbClr val="F26B43"/>
          </p15:clr>
        </p15:guide>
        <p15:guide id="22" pos="5897" userDrawn="1">
          <p15:clr>
            <a:srgbClr val="F26B43"/>
          </p15:clr>
        </p15:guide>
        <p15:guide id="23" orient="horz" pos="680" userDrawn="1">
          <p15:clr>
            <a:srgbClr val="F26B43"/>
          </p15:clr>
        </p15:guide>
        <p15:guide id="24" pos="5670" userDrawn="1">
          <p15:clr>
            <a:srgbClr val="F26B43"/>
          </p15:clr>
        </p15:guide>
        <p15:guide id="25" orient="horz" pos="2494" userDrawn="1">
          <p15:clr>
            <a:srgbClr val="F26B43"/>
          </p15:clr>
        </p15:guide>
        <p15:guide id="26" pos="453" userDrawn="1">
          <p15:clr>
            <a:srgbClr val="F26B43"/>
          </p15:clr>
        </p15:guide>
        <p15:guide id="27" pos="704" userDrawn="1">
          <p15:clr>
            <a:srgbClr val="F26B43"/>
          </p15:clr>
        </p15:guide>
        <p15:guide id="28" orient="horz" pos="4309" userDrawn="1">
          <p15:clr>
            <a:srgbClr val="F26B43"/>
          </p15:clr>
        </p15:guide>
        <p15:guide id="29" orient="horz" pos="56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2" Type="http://schemas.openxmlformats.org/officeDocument/2006/relationships/hyperlink" Target="http://www.w3.org/TR/xhtml1/DTD/xhtml1-transitional.dtd" TargetMode="External"/><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36AE81D8-1F01-456C-B7E9-0E09995C35C4}"/>
              </a:ext>
            </a:extLst>
          </p:cNvPr>
          <p:cNvSpPr>
            <a:spLocks noGrp="1"/>
          </p:cNvSpPr>
          <p:nvPr>
            <p:ph type="body" sz="quarter" idx="11"/>
          </p:nvPr>
        </p:nvSpPr>
        <p:spPr>
          <a:xfrm>
            <a:off x="947738" y="2195065"/>
            <a:ext cx="7559675" cy="1707966"/>
          </a:xfrm>
        </p:spPr>
        <p:txBody>
          <a:bodyPr/>
          <a:lstStyle/>
          <a:p>
            <a:r>
              <a:rPr lang="en-GB" dirty="0"/>
              <a:t>INTRODUCTION TO HTML</a:t>
            </a:r>
          </a:p>
        </p:txBody>
      </p:sp>
      <p:sp>
        <p:nvSpPr>
          <p:cNvPr id="6" name="Textplatzhalter 5">
            <a:extLst>
              <a:ext uri="{FF2B5EF4-FFF2-40B4-BE49-F238E27FC236}">
                <a16:creationId xmlns:a16="http://schemas.microsoft.com/office/drawing/2014/main" id="{E54D4890-D5F9-46D6-8590-FEE139B9965E}"/>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7" name="Textplatzhalter 6">
            <a:extLst>
              <a:ext uri="{FF2B5EF4-FFF2-40B4-BE49-F238E27FC236}">
                <a16:creationId xmlns:a16="http://schemas.microsoft.com/office/drawing/2014/main" id="{E650CF02-3B46-4AC8-A1D7-3EE3D59D7E49}"/>
              </a:ext>
            </a:extLst>
          </p:cNvPr>
          <p:cNvSpPr>
            <a:spLocks noGrp="1"/>
          </p:cNvSpPr>
          <p:nvPr>
            <p:ph type="body" sz="quarter" idx="10"/>
          </p:nvPr>
        </p:nvSpPr>
        <p:spPr>
          <a:xfrm>
            <a:off x="947737" y="3049048"/>
            <a:ext cx="7559675" cy="2212019"/>
          </a:xfrm>
        </p:spPr>
        <p:txBody>
          <a:bodyPr/>
          <a:lstStyle/>
          <a:p>
            <a:r>
              <a:rPr lang="en-GB" dirty="0"/>
              <a:t>Day 4</a:t>
            </a:r>
          </a:p>
        </p:txBody>
      </p:sp>
      <p:sp>
        <p:nvSpPr>
          <p:cNvPr id="2" name="Textfeld 1">
            <a:extLst>
              <a:ext uri="{FF2B5EF4-FFF2-40B4-BE49-F238E27FC236}">
                <a16:creationId xmlns:a16="http://schemas.microsoft.com/office/drawing/2014/main" id="{449BCC54-58D2-1039-62CB-BE5C4450FB58}"/>
              </a:ext>
            </a:extLst>
          </p:cNvPr>
          <p:cNvSpPr txBox="1"/>
          <p:nvPr/>
        </p:nvSpPr>
        <p:spPr>
          <a:xfrm>
            <a:off x="7710062" y="4691388"/>
            <a:ext cx="2370563" cy="635302"/>
          </a:xfrm>
          <a:prstGeom prst="rect">
            <a:avLst/>
          </a:prstGeom>
          <a:solidFill>
            <a:srgbClr val="FF0027"/>
          </a:solidFill>
          <a:ln>
            <a:solidFill>
              <a:srgbClr val="FF0027"/>
            </a:solidFill>
          </a:ln>
        </p:spPr>
        <p:txBody>
          <a:bodyPr wrap="square">
            <a:spAutoFit/>
          </a:bodyPr>
          <a:lstStyle/>
          <a:p>
            <a:r>
              <a:rPr lang="en-GB" sz="882" dirty="0">
                <a:solidFill>
                  <a:schemeClr val="bg1"/>
                </a:solidFill>
              </a:rPr>
              <a:t>PPT-Master </a:t>
            </a:r>
            <a:r>
              <a:rPr lang="en-GB" sz="882">
                <a:solidFill>
                  <a:schemeClr val="bg1"/>
                </a:solidFill>
              </a:rPr>
              <a:t>Version 01</a:t>
            </a:r>
            <a:r>
              <a:rPr lang="en-GB" sz="882" dirty="0">
                <a:solidFill>
                  <a:schemeClr val="bg1"/>
                </a:solidFill>
              </a:rPr>
              <a:t>. There will be an extensive update with the new Deutsche Bank font and sample charts at the end of August 2024.</a:t>
            </a:r>
          </a:p>
        </p:txBody>
      </p:sp>
    </p:spTree>
    <p:extLst>
      <p:ext uri="{BB962C8B-B14F-4D97-AF65-F5344CB8AC3E}">
        <p14:creationId xmlns:p14="http://schemas.microsoft.com/office/powerpoint/2010/main" val="4039500496"/>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3C3BD30F-C6C8-BB8D-DA2C-7D3333BA0C21}"/>
              </a:ext>
            </a:extLst>
          </p:cNvPr>
          <p:cNvSpPr>
            <a:spLocks noGrp="1"/>
          </p:cNvSpPr>
          <p:nvPr>
            <p:ph type="body" sz="quarter" idx="23"/>
          </p:nvPr>
        </p:nvSpPr>
        <p:spPr>
          <a:xfrm>
            <a:off x="360363" y="1079500"/>
            <a:ext cx="9359900" cy="2497418"/>
          </a:xfrm>
        </p:spPr>
        <p:txBody>
          <a:bodyPr/>
          <a:lstStyle/>
          <a:p>
            <a:pPr fontAlgn="auto">
              <a:lnSpc>
                <a:spcPct val="150000"/>
              </a:lnSpc>
              <a:spcAft>
                <a:spcPts val="0"/>
              </a:spcAft>
              <a:defRPr/>
            </a:pPr>
            <a:r>
              <a:rPr lang="en-GB" sz="1400" dirty="0"/>
              <a:t>Introduction  Of  HTML</a:t>
            </a:r>
          </a:p>
          <a:p>
            <a:pPr fontAlgn="auto">
              <a:lnSpc>
                <a:spcPct val="150000"/>
              </a:lnSpc>
              <a:spcAft>
                <a:spcPts val="0"/>
              </a:spcAft>
              <a:defRPr/>
            </a:pPr>
            <a:r>
              <a:rPr lang="en-GB" sz="1400" dirty="0"/>
              <a:t>Introduction  Of  HTML</a:t>
            </a:r>
          </a:p>
          <a:p>
            <a:pPr fontAlgn="auto">
              <a:lnSpc>
                <a:spcPct val="150000"/>
              </a:lnSpc>
              <a:spcAft>
                <a:spcPts val="0"/>
              </a:spcAft>
              <a:defRPr/>
            </a:pPr>
            <a:r>
              <a:rPr lang="en-GB" sz="1400" dirty="0"/>
              <a:t> Objective  Of  HTML</a:t>
            </a:r>
          </a:p>
          <a:p>
            <a:pPr fontAlgn="auto">
              <a:lnSpc>
                <a:spcPct val="150000"/>
              </a:lnSpc>
              <a:spcAft>
                <a:spcPts val="0"/>
              </a:spcAft>
              <a:defRPr/>
            </a:pPr>
            <a:r>
              <a:rPr lang="en-GB" sz="1400" dirty="0"/>
              <a:t>World  Wide  Web</a:t>
            </a:r>
          </a:p>
          <a:p>
            <a:pPr fontAlgn="auto">
              <a:lnSpc>
                <a:spcPct val="150000"/>
              </a:lnSpc>
              <a:spcAft>
                <a:spcPts val="0"/>
              </a:spcAft>
              <a:defRPr/>
            </a:pPr>
            <a:r>
              <a:rPr lang="en-GB" sz="1400" dirty="0"/>
              <a:t>HTML  Tools</a:t>
            </a:r>
          </a:p>
          <a:p>
            <a:pPr fontAlgn="auto">
              <a:lnSpc>
                <a:spcPct val="150000"/>
              </a:lnSpc>
              <a:spcAft>
                <a:spcPts val="0"/>
              </a:spcAft>
              <a:defRPr/>
            </a:pPr>
            <a:r>
              <a:rPr lang="en-GB" sz="1400" dirty="0"/>
              <a:t>HTML  Terminology</a:t>
            </a:r>
          </a:p>
          <a:p>
            <a:pPr fontAlgn="auto">
              <a:lnSpc>
                <a:spcPct val="150000"/>
              </a:lnSpc>
              <a:spcAft>
                <a:spcPts val="0"/>
              </a:spcAft>
              <a:defRPr/>
            </a:pPr>
            <a:r>
              <a:rPr lang="pt-BR" sz="1400" dirty="0"/>
              <a:t>How To Create An HTML Document</a:t>
            </a:r>
            <a:endParaRPr lang="en-GB" sz="1400" dirty="0"/>
          </a:p>
          <a:p>
            <a:pPr fontAlgn="auto">
              <a:lnSpc>
                <a:spcPct val="150000"/>
              </a:lnSpc>
              <a:spcAft>
                <a:spcPts val="0"/>
              </a:spcAft>
              <a:defRPr/>
            </a:pPr>
            <a:r>
              <a:rPr lang="pt-BR" sz="1400" dirty="0"/>
              <a:t>Saving and Viewing a HTML Document</a:t>
            </a:r>
            <a:endParaRPr lang="pt-BR" dirty="0"/>
          </a:p>
          <a:p>
            <a:pPr fontAlgn="auto">
              <a:lnSpc>
                <a:spcPct val="150000"/>
              </a:lnSpc>
              <a:spcAft>
                <a:spcPts val="0"/>
              </a:spcAft>
              <a:defRPr/>
            </a:pPr>
            <a:r>
              <a:rPr lang="pt-BR" sz="1400" dirty="0"/>
              <a:t>Text  Tegs</a:t>
            </a:r>
          </a:p>
          <a:p>
            <a:pPr fontAlgn="auto">
              <a:lnSpc>
                <a:spcPct val="150000"/>
              </a:lnSpc>
              <a:spcAft>
                <a:spcPts val="0"/>
              </a:spcAft>
              <a:defRPr/>
            </a:pPr>
            <a:r>
              <a:rPr lang="en-GB" sz="1400" dirty="0"/>
              <a:t> Special Character</a:t>
            </a:r>
          </a:p>
          <a:p>
            <a:pPr fontAlgn="auto">
              <a:lnSpc>
                <a:spcPct val="150000"/>
              </a:lnSpc>
              <a:spcAft>
                <a:spcPts val="0"/>
              </a:spcAft>
              <a:defRPr/>
            </a:pPr>
            <a:r>
              <a:rPr lang="en-GB" sz="1400" dirty="0"/>
              <a:t> Advantages  Of  HTML</a:t>
            </a:r>
          </a:p>
          <a:p>
            <a:pPr fontAlgn="auto">
              <a:lnSpc>
                <a:spcPct val="150000"/>
              </a:lnSpc>
              <a:spcAft>
                <a:spcPts val="0"/>
              </a:spcAft>
              <a:defRPr/>
            </a:pPr>
            <a:r>
              <a:rPr lang="en-GB" sz="1400" dirty="0"/>
              <a:t> Disadvantages  Of  HTML</a:t>
            </a:r>
            <a:br>
              <a:rPr lang="en-GB" sz="1400" dirty="0"/>
            </a:br>
            <a:endParaRPr lang="en-GB" sz="1400" dirty="0"/>
          </a:p>
          <a:p>
            <a:pPr>
              <a:lnSpc>
                <a:spcPct val="150000"/>
              </a:lnSpc>
            </a:pPr>
            <a:endParaRPr lang="en-GB" dirty="0"/>
          </a:p>
        </p:txBody>
      </p:sp>
      <p:sp>
        <p:nvSpPr>
          <p:cNvPr id="8" name="Titel 7">
            <a:extLst>
              <a:ext uri="{FF2B5EF4-FFF2-40B4-BE49-F238E27FC236}">
                <a16:creationId xmlns:a16="http://schemas.microsoft.com/office/drawing/2014/main" id="{2016589A-7661-E224-1AEA-DD9FF6409581}"/>
              </a:ext>
            </a:extLst>
          </p:cNvPr>
          <p:cNvSpPr>
            <a:spLocks noGrp="1"/>
          </p:cNvSpPr>
          <p:nvPr>
            <p:ph type="title"/>
          </p:nvPr>
        </p:nvSpPr>
        <p:spPr>
          <a:xfrm>
            <a:off x="340044" y="340043"/>
            <a:ext cx="8661082" cy="560071"/>
          </a:xfrm>
        </p:spPr>
        <p:txBody>
          <a:bodyPr/>
          <a:lstStyle/>
          <a:p>
            <a:r>
              <a:rPr lang="en-US" altLang="en-US" dirty="0"/>
              <a:t>HTML Contents</a:t>
            </a:r>
            <a:endParaRPr lang="en-GB" dirty="0"/>
          </a:p>
        </p:txBody>
      </p:sp>
      <p:sp>
        <p:nvSpPr>
          <p:cNvPr id="3" name="Foliennummernplatzhalter 3">
            <a:extLst>
              <a:ext uri="{FF2B5EF4-FFF2-40B4-BE49-F238E27FC236}">
                <a16:creationId xmlns:a16="http://schemas.microsoft.com/office/drawing/2014/main" id="{7DF49E4E-D9F0-25F4-1FB3-56117D969357}"/>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1</a:t>
            </a:fld>
            <a:endParaRPr lang="en-GB" noProof="1"/>
          </a:p>
        </p:txBody>
      </p:sp>
      <p:sp>
        <p:nvSpPr>
          <p:cNvPr id="2" name="Fußzeilenplatzhalter 2">
            <a:extLst>
              <a:ext uri="{FF2B5EF4-FFF2-40B4-BE49-F238E27FC236}">
                <a16:creationId xmlns:a16="http://schemas.microsoft.com/office/drawing/2014/main" id="{13BC398C-E1DE-DA5A-A967-C4CF796CF9CC}"/>
              </a:ext>
            </a:extLst>
          </p:cNvPr>
          <p:cNvSpPr>
            <a:spLocks noGrp="1"/>
          </p:cNvSpPr>
          <p:nvPr>
            <p:ph type="ftr" sz="quarter" idx="3"/>
          </p:nvPr>
        </p:nvSpPr>
        <p:spPr>
          <a:xfrm>
            <a:off x="2548625" y="7201442"/>
            <a:ext cx="4937081" cy="179412"/>
          </a:xfrm>
        </p:spPr>
        <p:txBody>
          <a:bodyPr/>
          <a:lstStyle/>
          <a:p>
            <a:r>
              <a:rPr lang="en-GB" dirty="0"/>
              <a:t>Speaker name. Name of event or project. Date</a:t>
            </a:r>
          </a:p>
        </p:txBody>
      </p:sp>
    </p:spTree>
    <p:extLst>
      <p:ext uri="{BB962C8B-B14F-4D97-AF65-F5344CB8AC3E}">
        <p14:creationId xmlns:p14="http://schemas.microsoft.com/office/powerpoint/2010/main" val="874444674"/>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9360262" cy="5761038"/>
          </a:xfrm>
        </p:spPr>
        <p:txBody>
          <a:bodyPr/>
          <a:lstStyle/>
          <a:p>
            <a:pPr marL="285750" indent="-285750">
              <a:lnSpc>
                <a:spcPct val="150000"/>
              </a:lnSpc>
              <a:buFont typeface="Arial" panose="020B0604020202020204" pitchFamily="34" charset="0"/>
              <a:buChar char="•"/>
            </a:pPr>
            <a:r>
              <a:rPr lang="en-GB" altLang="en-US" dirty="0"/>
              <a:t>HTML is a language for describing web pages.</a:t>
            </a:r>
          </a:p>
          <a:p>
            <a:pPr marL="285750" indent="-285750">
              <a:lnSpc>
                <a:spcPct val="150000"/>
              </a:lnSpc>
              <a:buFont typeface="Arial" panose="020B0604020202020204" pitchFamily="34" charset="0"/>
              <a:buChar char="•"/>
            </a:pPr>
            <a:r>
              <a:rPr lang="en-GB" altLang="en-US" dirty="0"/>
              <a:t>HTML stands for </a:t>
            </a:r>
            <a:r>
              <a:rPr lang="en-GB" altLang="en-US" b="1" dirty="0"/>
              <a:t>H</a:t>
            </a:r>
            <a:r>
              <a:rPr lang="en-GB" altLang="en-US" dirty="0"/>
              <a:t>yper </a:t>
            </a:r>
            <a:r>
              <a:rPr lang="en-GB" altLang="en-US" b="1" dirty="0"/>
              <a:t>T</a:t>
            </a:r>
            <a:r>
              <a:rPr lang="en-GB" altLang="en-US" dirty="0"/>
              <a:t>ext </a:t>
            </a:r>
            <a:r>
              <a:rPr lang="en-GB" altLang="en-US" b="1" dirty="0"/>
              <a:t>M</a:t>
            </a:r>
            <a:r>
              <a:rPr lang="en-GB" altLang="en-US" dirty="0"/>
              <a:t>arkup </a:t>
            </a:r>
            <a:r>
              <a:rPr lang="en-GB" altLang="en-US" b="1" dirty="0"/>
              <a:t>L</a:t>
            </a:r>
            <a:r>
              <a:rPr lang="en-GB" altLang="en-US" dirty="0"/>
              <a:t>anguage</a:t>
            </a:r>
          </a:p>
          <a:p>
            <a:pPr marL="285750" indent="-285750">
              <a:lnSpc>
                <a:spcPct val="150000"/>
              </a:lnSpc>
              <a:buFont typeface="Arial" panose="020B0604020202020204" pitchFamily="34" charset="0"/>
              <a:buChar char="•"/>
            </a:pPr>
            <a:r>
              <a:rPr lang="en-GB" altLang="en-US" dirty="0"/>
              <a:t>HTML is not a programming language, it is a </a:t>
            </a:r>
            <a:r>
              <a:rPr lang="en-GB" altLang="en-US" b="1" dirty="0"/>
              <a:t>markup language</a:t>
            </a:r>
            <a:endParaRPr lang="en-GB" altLang="en-US" dirty="0"/>
          </a:p>
          <a:p>
            <a:pPr marL="285750" indent="-285750">
              <a:lnSpc>
                <a:spcPct val="150000"/>
              </a:lnSpc>
              <a:buFont typeface="Arial" panose="020B0604020202020204" pitchFamily="34" charset="0"/>
              <a:buChar char="•"/>
            </a:pPr>
            <a:r>
              <a:rPr lang="en-GB" altLang="en-US" dirty="0"/>
              <a:t>A markup language is a set of </a:t>
            </a:r>
            <a:r>
              <a:rPr lang="en-GB" altLang="en-US" b="1" dirty="0"/>
              <a:t>markup tags</a:t>
            </a:r>
            <a:endParaRPr lang="en-GB" altLang="en-US" dirty="0"/>
          </a:p>
          <a:p>
            <a:pPr marL="285750" indent="-285750">
              <a:lnSpc>
                <a:spcPct val="150000"/>
              </a:lnSpc>
              <a:buFont typeface="Arial" panose="020B0604020202020204" pitchFamily="34" charset="0"/>
              <a:buChar char="•"/>
            </a:pPr>
            <a:r>
              <a:rPr lang="en-GB" altLang="en-US" dirty="0"/>
              <a:t>HTML uses </a:t>
            </a:r>
            <a:r>
              <a:rPr lang="en-GB" altLang="en-US" b="1" dirty="0"/>
              <a:t>markup tags</a:t>
            </a:r>
            <a:r>
              <a:rPr lang="en-GB" altLang="en-US" dirty="0"/>
              <a:t> to describe web pages</a:t>
            </a:r>
          </a:p>
          <a:p>
            <a:pPr marL="285750" indent="-285750">
              <a:lnSpc>
                <a:spcPct val="150000"/>
              </a:lnSpc>
              <a:buFont typeface="Arial" panose="020B0604020202020204" pitchFamily="34" charset="0"/>
              <a:buChar char="•"/>
            </a:pPr>
            <a:endParaRPr lang="en-GB" altLang="en-US" dirty="0"/>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2</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INTRODUCTION  OF  HTML</a:t>
            </a:r>
            <a:endParaRPr lang="en-GB" noProof="0" dirty="0"/>
          </a:p>
        </p:txBody>
      </p:sp>
    </p:spTree>
    <p:extLst>
      <p:ext uri="{BB962C8B-B14F-4D97-AF65-F5344CB8AC3E}">
        <p14:creationId xmlns:p14="http://schemas.microsoft.com/office/powerpoint/2010/main" val="3644502737"/>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9360262" cy="5761038"/>
          </a:xfrm>
        </p:spPr>
        <p:txBody>
          <a:bodyPr/>
          <a:lstStyle/>
          <a:p>
            <a:pPr marL="285750" indent="-285750" fontAlgn="auto">
              <a:lnSpc>
                <a:spcPct val="150000"/>
              </a:lnSpc>
              <a:spcAft>
                <a:spcPts val="0"/>
              </a:spcAft>
              <a:buFont typeface="Arial" panose="020B0604020202020204" pitchFamily="34" charset="0"/>
              <a:buChar char="•"/>
              <a:defRPr/>
            </a:pPr>
            <a:r>
              <a:rPr lang="en-GB" dirty="0"/>
              <a:t>HTML (Hypertext Markup Language) is used to create document on the World Wide Web. It is simply a collection of certain key words called ‘Tags’ that are helpful in writing the document to be displayed using a browser on Internet.</a:t>
            </a:r>
          </a:p>
          <a:p>
            <a:pPr marL="285750" indent="-285750" fontAlgn="auto">
              <a:lnSpc>
                <a:spcPct val="150000"/>
              </a:lnSpc>
              <a:spcAft>
                <a:spcPts val="0"/>
              </a:spcAft>
              <a:buFont typeface="Arial" panose="020B0604020202020204" pitchFamily="34" charset="0"/>
              <a:buChar char="•"/>
              <a:defRPr/>
            </a:pPr>
            <a:r>
              <a:rPr lang="en-GB" dirty="0"/>
              <a:t>It is a platform independent language that can be used on any platform such as Windows, Linux, Macintosh, and so on. To display a document in web it is essential to mark-up the different  elements (headings, paragraphs, Tables and so on..) of the  document with the HTML tags. To view a mark-up document user has to open the document in a browser. A browser understands and interpret the HTML tags, identifies the structure of the document (which part are which) and makes decision about presentation (how the parts look) of the document.</a:t>
            </a:r>
          </a:p>
          <a:p>
            <a:pPr marL="285750" indent="-285750" fontAlgn="auto">
              <a:lnSpc>
                <a:spcPct val="150000"/>
              </a:lnSpc>
              <a:spcAft>
                <a:spcPts val="0"/>
              </a:spcAft>
              <a:buFont typeface="Arial" panose="020B0604020202020204" pitchFamily="34" charset="0"/>
              <a:buChar char="•"/>
              <a:defRPr/>
            </a:pPr>
            <a:r>
              <a:rPr lang="en-GB" dirty="0"/>
              <a:t>HTML also provides tags to make the document look attractive using graphics, font size and </a:t>
            </a:r>
            <a:r>
              <a:rPr lang="en-GB" dirty="0" err="1"/>
              <a:t>colors</a:t>
            </a:r>
            <a:r>
              <a:rPr lang="en-GB" dirty="0"/>
              <a:t>. User can make a link to the other document or the different section of the same document by creating Hypertext Links also known as Hyperlinks</a:t>
            </a:r>
          </a:p>
          <a:p>
            <a:pPr marL="285750" indent="-285750">
              <a:lnSpc>
                <a:spcPct val="150000"/>
              </a:lnSpc>
              <a:buFont typeface="Arial" panose="020B0604020202020204" pitchFamily="34" charset="0"/>
              <a:buChar char="•"/>
            </a:pPr>
            <a:endParaRPr lang="en-GB" altLang="en-US" dirty="0"/>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3</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INTRODUCTION  OF  HTML</a:t>
            </a:r>
            <a:endParaRPr lang="en-GB" noProof="0" dirty="0"/>
          </a:p>
        </p:txBody>
      </p:sp>
    </p:spTree>
    <p:extLst>
      <p:ext uri="{BB962C8B-B14F-4D97-AF65-F5344CB8AC3E}">
        <p14:creationId xmlns:p14="http://schemas.microsoft.com/office/powerpoint/2010/main" val="3611418672"/>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D491D0B5-3B8C-74E3-6F69-0BA924855A2C}"/>
              </a:ext>
            </a:extLst>
          </p:cNvPr>
          <p:cNvSpPr>
            <a:spLocks noGrp="1"/>
          </p:cNvSpPr>
          <p:nvPr>
            <p:ph type="body" sz="quarter" idx="11"/>
          </p:nvPr>
        </p:nvSpPr>
        <p:spPr>
          <a:xfrm>
            <a:off x="947737" y="1443338"/>
            <a:ext cx="7559675" cy="1707966"/>
          </a:xfrm>
        </p:spPr>
        <p:txBody>
          <a:bodyPr/>
          <a:lstStyle/>
          <a:p>
            <a:r>
              <a:rPr lang="en-GB" dirty="0"/>
              <a:t> Objective  of  HTML</a:t>
            </a:r>
          </a:p>
        </p:txBody>
      </p:sp>
      <p:sp>
        <p:nvSpPr>
          <p:cNvPr id="6" name="Textplatzhalter 5">
            <a:extLst>
              <a:ext uri="{FF2B5EF4-FFF2-40B4-BE49-F238E27FC236}">
                <a16:creationId xmlns:a16="http://schemas.microsoft.com/office/drawing/2014/main" id="{FD186113-C121-1E64-7082-36DAC777501A}"/>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7" name="Textplatzhalter 6">
            <a:extLst>
              <a:ext uri="{FF2B5EF4-FFF2-40B4-BE49-F238E27FC236}">
                <a16:creationId xmlns:a16="http://schemas.microsoft.com/office/drawing/2014/main" id="{298A0183-E99A-6EDA-E0ED-B818A71AFD89}"/>
              </a:ext>
            </a:extLst>
          </p:cNvPr>
          <p:cNvSpPr>
            <a:spLocks noGrp="1"/>
          </p:cNvSpPr>
          <p:nvPr>
            <p:ph type="body" sz="quarter" idx="10"/>
          </p:nvPr>
        </p:nvSpPr>
        <p:spPr>
          <a:xfrm>
            <a:off x="947738" y="3418936"/>
            <a:ext cx="7559675" cy="2212019"/>
          </a:xfrm>
        </p:spPr>
        <p:txBody>
          <a:bodyPr/>
          <a:lstStyle/>
          <a:p>
            <a:pPr marL="342900" indent="-342900">
              <a:lnSpc>
                <a:spcPct val="150000"/>
              </a:lnSpc>
              <a:buFont typeface="Arial" panose="020B0604020202020204" pitchFamily="34" charset="0"/>
              <a:buChar char="•"/>
            </a:pPr>
            <a:r>
              <a:rPr lang="en-GB" dirty="0"/>
              <a:t> create, save and view a HTML document</a:t>
            </a:r>
          </a:p>
          <a:p>
            <a:pPr marL="342900" indent="-342900">
              <a:lnSpc>
                <a:spcPct val="150000"/>
              </a:lnSpc>
              <a:buFont typeface="Arial" panose="020B0604020202020204" pitchFamily="34" charset="0"/>
              <a:buChar char="•"/>
            </a:pPr>
            <a:r>
              <a:rPr lang="en-GB" dirty="0"/>
              <a:t> format a web page using section heading tags</a:t>
            </a:r>
          </a:p>
          <a:p>
            <a:pPr marL="342900" indent="-342900">
              <a:lnSpc>
                <a:spcPct val="150000"/>
              </a:lnSpc>
              <a:buFont typeface="Arial" panose="020B0604020202020204" pitchFamily="34" charset="0"/>
              <a:buChar char="•"/>
            </a:pPr>
            <a:r>
              <a:rPr lang="en-GB" dirty="0"/>
              <a:t> describe Ordered and Unordered lists</a:t>
            </a:r>
          </a:p>
          <a:p>
            <a:pPr marL="342900" indent="-342900">
              <a:lnSpc>
                <a:spcPct val="150000"/>
              </a:lnSpc>
              <a:buFont typeface="Arial" panose="020B0604020202020204" pitchFamily="34" charset="0"/>
              <a:buChar char="•"/>
            </a:pPr>
            <a:r>
              <a:rPr lang="en-GB" dirty="0"/>
              <a:t> explain graphics in HTML document</a:t>
            </a:r>
          </a:p>
          <a:p>
            <a:pPr marL="342900" indent="-342900">
              <a:lnSpc>
                <a:spcPct val="150000"/>
              </a:lnSpc>
              <a:buFont typeface="Arial" panose="020B0604020202020204" pitchFamily="34" charset="0"/>
              <a:buChar char="•"/>
            </a:pPr>
            <a:r>
              <a:rPr lang="en-GB" dirty="0"/>
              <a:t> describe hypertext  links and making text/image link</a:t>
            </a:r>
          </a:p>
        </p:txBody>
      </p:sp>
    </p:spTree>
    <p:extLst>
      <p:ext uri="{BB962C8B-B14F-4D97-AF65-F5344CB8AC3E}">
        <p14:creationId xmlns:p14="http://schemas.microsoft.com/office/powerpoint/2010/main" val="2085621505"/>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402F9F-A8B8-2872-FF3F-3BE176CB18E8}"/>
              </a:ext>
            </a:extLst>
          </p:cNvPr>
          <p:cNvSpPr>
            <a:spLocks noGrp="1"/>
          </p:cNvSpPr>
          <p:nvPr>
            <p:ph type="body" sz="quarter" idx="11"/>
          </p:nvPr>
        </p:nvSpPr>
        <p:spPr>
          <a:xfrm>
            <a:off x="1808351" y="2705941"/>
            <a:ext cx="5757862" cy="2876892"/>
          </a:xfrm>
        </p:spPr>
        <p:txBody>
          <a:bodyPr/>
          <a:lstStyle/>
          <a:p>
            <a:pPr algn="ctr">
              <a:lnSpc>
                <a:spcPct val="150000"/>
              </a:lnSpc>
            </a:pPr>
            <a:r>
              <a:rPr lang="en-US" dirty="0"/>
              <a:t>WORLD  WIDE  WEB</a:t>
            </a:r>
            <a:br>
              <a:rPr lang="en-US" dirty="0"/>
            </a:br>
            <a:r>
              <a:rPr lang="en-US" sz="1600" dirty="0">
                <a:solidFill>
                  <a:schemeClr val="bg1"/>
                </a:solidFill>
              </a:rPr>
              <a:t>The World Wide Web (abbreviated as WWW or W3 and commonly known as the Web)is a system of interlinked hypertext documents accessed via the Internet. With a web browser, one can view web pages that may contain text, images, videos, and other multimedia and navigate between them via hyperlinks.</a:t>
            </a:r>
            <a:endParaRPr lang="en-US" sz="1200" dirty="0">
              <a:solidFill>
                <a:schemeClr val="bg1"/>
              </a:solidFill>
            </a:endParaRPr>
          </a:p>
        </p:txBody>
      </p:sp>
    </p:spTree>
    <p:extLst>
      <p:ext uri="{BB962C8B-B14F-4D97-AF65-F5344CB8AC3E}">
        <p14:creationId xmlns:p14="http://schemas.microsoft.com/office/powerpoint/2010/main" val="1375105939"/>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9360262" cy="5761038"/>
          </a:xfrm>
        </p:spPr>
        <p:txBody>
          <a:bodyPr/>
          <a:lstStyle/>
          <a:p>
            <a:pPr marL="285750" indent="-285750" fontAlgn="auto">
              <a:lnSpc>
                <a:spcPct val="200000"/>
              </a:lnSpc>
              <a:spcAft>
                <a:spcPts val="0"/>
              </a:spcAft>
              <a:buFont typeface="Arial" panose="020B0604020202020204" pitchFamily="34" charset="0"/>
              <a:buChar char="•"/>
              <a:defRPr/>
            </a:pPr>
            <a:r>
              <a:rPr lang="en-US" dirty="0"/>
              <a:t>There are two tools of HTML.</a:t>
            </a:r>
          </a:p>
          <a:p>
            <a:pPr marL="656140" lvl="2" indent="-285750" fontAlgn="auto">
              <a:lnSpc>
                <a:spcPct val="200000"/>
              </a:lnSpc>
              <a:buFont typeface="Arial" panose="020B0604020202020204" pitchFamily="34" charset="0"/>
              <a:buChar char="•"/>
              <a:defRPr/>
            </a:pPr>
            <a:r>
              <a:rPr lang="en-US" dirty="0"/>
              <a:t>HTML Editor: it is the program that one  uses to create and save HTML documents. They fall into two categories:</a:t>
            </a:r>
          </a:p>
          <a:p>
            <a:pPr lvl="4" fontAlgn="auto">
              <a:lnSpc>
                <a:spcPct val="200000"/>
              </a:lnSpc>
              <a:defRPr/>
            </a:pPr>
            <a:r>
              <a:rPr lang="en-US" sz="1200" dirty="0"/>
              <a:t>Text based or code based which allows one to see the HTML code as one is creating a document. e.g. Notepad.</a:t>
            </a:r>
          </a:p>
          <a:p>
            <a:pPr lvl="4" fontAlgn="auto">
              <a:lnSpc>
                <a:spcPct val="200000"/>
              </a:lnSpc>
              <a:defRPr/>
            </a:pPr>
            <a:r>
              <a:rPr lang="en-US" sz="1200" dirty="0"/>
              <a:t>Netscape composer</a:t>
            </a:r>
          </a:p>
          <a:p>
            <a:pPr lvl="3" fontAlgn="auto">
              <a:lnSpc>
                <a:spcPct val="200000"/>
              </a:lnSpc>
              <a:buFont typeface="Arial" panose="020B0604020202020204" pitchFamily="34" charset="0"/>
              <a:buChar char="•"/>
              <a:defRPr/>
            </a:pPr>
            <a:r>
              <a:rPr lang="en-US" sz="1400" dirty="0"/>
              <a:t>Web Browser: it is the program that one uses to view and test the HTML documents. They translate Html encoded files into text, image, sounds and other features user see. Microsoft Internet Explorer, Netscape, Mosaic Chrome are examples of browsers that enables user to view text and images and many more other World Wide Web </a:t>
            </a:r>
            <a:r>
              <a:rPr lang="en-US" sz="1400" dirty="0" err="1"/>
              <a:t>featueres</a:t>
            </a:r>
            <a:r>
              <a:rPr lang="en-US" sz="1400" dirty="0"/>
              <a:t>. They are software that must be installed on user computer.</a:t>
            </a:r>
          </a:p>
          <a:p>
            <a:pPr lvl="2" fontAlgn="auto">
              <a:lnSpc>
                <a:spcPct val="200000"/>
              </a:lnSpc>
              <a:buFont typeface="Arial" panose="020B0604020202020204" pitchFamily="34" charset="0"/>
              <a:buChar char="•"/>
              <a:defRPr/>
            </a:pPr>
            <a:endParaRPr lang="en-US" sz="1600" dirty="0"/>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6</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HTML  TOOLS</a:t>
            </a:r>
            <a:endParaRPr lang="en-GB" noProof="0" dirty="0"/>
          </a:p>
        </p:txBody>
      </p:sp>
    </p:spTree>
    <p:extLst>
      <p:ext uri="{BB962C8B-B14F-4D97-AF65-F5344CB8AC3E}">
        <p14:creationId xmlns:p14="http://schemas.microsoft.com/office/powerpoint/2010/main" val="4171123925"/>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9360262" cy="5761038"/>
          </a:xfrm>
        </p:spPr>
        <p:txBody>
          <a:bodyPr/>
          <a:lstStyle/>
          <a:p>
            <a:pPr marL="285750" indent="-285750" fontAlgn="auto">
              <a:lnSpc>
                <a:spcPct val="150000"/>
              </a:lnSpc>
              <a:spcAft>
                <a:spcPts val="0"/>
              </a:spcAft>
              <a:buFont typeface="Arial" panose="020B0604020202020204" pitchFamily="34" charset="0"/>
              <a:buChar char="•"/>
              <a:defRPr/>
            </a:pPr>
            <a:r>
              <a:rPr lang="en-GB" dirty="0"/>
              <a:t>Tag: Tags are always written within angles brackets. it is a piece of text is used to identify an element so that the browser realizes how to display its contents. e.g.&lt;HTML&gt; tag indicates the start of an HTML document .HTML tag can be two types. They are:-</a:t>
            </a:r>
          </a:p>
          <a:p>
            <a:pPr lvl="2" fontAlgn="auto">
              <a:lnSpc>
                <a:spcPct val="150000"/>
              </a:lnSpc>
              <a:defRPr/>
            </a:pPr>
            <a:r>
              <a:rPr lang="en-GB" dirty="0"/>
              <a:t>Paired Tags :A tag is said to be a paired tag if text is placed between  a tag and its companions tag. In paired tag ,the first tag is referred to as opening  tag and the second tag is referred to as closing tag.</a:t>
            </a:r>
          </a:p>
          <a:p>
            <a:pPr lvl="2" fontAlgn="auto">
              <a:lnSpc>
                <a:spcPct val="150000"/>
              </a:lnSpc>
              <a:defRPr/>
            </a:pPr>
            <a:r>
              <a:rPr lang="en-GB" dirty="0"/>
              <a:t>Unpaired Tags: An unpaired tag  does not have  a companion tag .unpaired tag also known as singular or Stand-Alone tags. </a:t>
            </a:r>
            <a:r>
              <a:rPr lang="en-GB" dirty="0" err="1"/>
              <a:t>e.g</a:t>
            </a:r>
            <a:r>
              <a:rPr lang="en-GB" dirty="0"/>
              <a:t>: &lt;</a:t>
            </a:r>
            <a:r>
              <a:rPr lang="en-GB" dirty="0" err="1"/>
              <a:t>br</a:t>
            </a:r>
            <a:r>
              <a:rPr lang="en-GB" dirty="0"/>
              <a:t>&gt;, &lt;hr&gt; etc.</a:t>
            </a:r>
          </a:p>
          <a:p>
            <a:pPr marL="285750" lvl="1" indent="-285750" fontAlgn="auto">
              <a:lnSpc>
                <a:spcPct val="150000"/>
              </a:lnSpc>
              <a:buFont typeface="Arial" panose="020B0604020202020204" pitchFamily="34" charset="0"/>
              <a:buChar char="•"/>
              <a:defRPr/>
            </a:pPr>
            <a:r>
              <a:rPr lang="en-US" dirty="0">
                <a:solidFill>
                  <a:srgbClr val="00A3E0"/>
                </a:solidFill>
              </a:rPr>
              <a:t>Attribute: Attribute is the property of an tag that specified in the opening angle brackets. It supplies additional information like color, size, home font-style, etc. to the browser about a tag. E.g.  most of the common  attributes are height, color, width, </a:t>
            </a:r>
            <a:r>
              <a:rPr lang="en-US" dirty="0" err="1">
                <a:solidFill>
                  <a:srgbClr val="00A3E0"/>
                </a:solidFill>
              </a:rPr>
              <a:t>src</a:t>
            </a:r>
            <a:r>
              <a:rPr lang="en-US" dirty="0">
                <a:solidFill>
                  <a:srgbClr val="00A3E0"/>
                </a:solidFill>
              </a:rPr>
              <a:t>, border, align  etc.</a:t>
            </a:r>
          </a:p>
          <a:p>
            <a:pPr marL="285750" lvl="1" indent="-285750" fontAlgn="auto">
              <a:lnSpc>
                <a:spcPct val="150000"/>
              </a:lnSpc>
              <a:buFont typeface="Arial" panose="020B0604020202020204" pitchFamily="34" charset="0"/>
              <a:buChar char="•"/>
              <a:defRPr/>
            </a:pPr>
            <a:r>
              <a:rPr lang="en-US" dirty="0">
                <a:solidFill>
                  <a:srgbClr val="00A3E0"/>
                </a:solidFill>
              </a:rPr>
              <a:t>DTD: Document Type Definition is a collection of rules written in standard Generalized Markup Language(SGML).HTML is define in terms of its DTDS. All the details of HTML tags, entities and related document structure are defined in the DTDS.</a:t>
            </a:r>
          </a:p>
          <a:p>
            <a:pPr marL="285750" lvl="1" indent="-285750" fontAlgn="auto">
              <a:lnSpc>
                <a:spcPct val="150000"/>
              </a:lnSpc>
              <a:buFont typeface="Arial" panose="020B0604020202020204" pitchFamily="34" charset="0"/>
              <a:buChar char="•"/>
              <a:defRPr/>
            </a:pPr>
            <a:r>
              <a:rPr lang="en-US" dirty="0">
                <a:solidFill>
                  <a:srgbClr val="00A3E0"/>
                </a:solidFill>
              </a:rPr>
              <a:t>Element: Element is the component of a document’s structure such as a title, a paragraph or a list. It can include an opening and a closing tag and the contents within it.</a:t>
            </a:r>
          </a:p>
          <a:p>
            <a:pPr marL="285750" lvl="1" indent="-285750" fontAlgn="auto">
              <a:lnSpc>
                <a:spcPct val="150000"/>
              </a:lnSpc>
              <a:buFont typeface="Arial" panose="020B0604020202020204" pitchFamily="34" charset="0"/>
              <a:buChar char="•"/>
              <a:defRPr/>
            </a:pPr>
            <a:endParaRPr lang="en-GB" dirty="0"/>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7</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HTML  TERMINOLOGY</a:t>
            </a:r>
            <a:endParaRPr lang="en-GB" noProof="0" dirty="0"/>
          </a:p>
        </p:txBody>
      </p:sp>
    </p:spTree>
    <p:extLst>
      <p:ext uri="{BB962C8B-B14F-4D97-AF65-F5344CB8AC3E}">
        <p14:creationId xmlns:p14="http://schemas.microsoft.com/office/powerpoint/2010/main" val="3620186597"/>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705DDF4F-4D7D-C5EF-D1B6-43FAC2DEB25F}"/>
              </a:ext>
            </a:extLst>
          </p:cNvPr>
          <p:cNvSpPr>
            <a:spLocks noGrp="1"/>
          </p:cNvSpPr>
          <p:nvPr>
            <p:ph type="body" sz="quarter" idx="11"/>
          </p:nvPr>
        </p:nvSpPr>
        <p:spPr/>
        <p:txBody>
          <a:bodyPr/>
          <a:lstStyle/>
          <a:p>
            <a:r>
              <a:rPr lang="pt-BR" altLang="en-US" sz="4000" dirty="0"/>
              <a:t>How to Create an HTML Document?</a:t>
            </a:r>
            <a:endParaRPr lang="de-DE" dirty="0"/>
          </a:p>
        </p:txBody>
      </p:sp>
      <p:sp>
        <p:nvSpPr>
          <p:cNvPr id="11" name="Text Placeholder 10">
            <a:extLst>
              <a:ext uri="{FF2B5EF4-FFF2-40B4-BE49-F238E27FC236}">
                <a16:creationId xmlns:a16="http://schemas.microsoft.com/office/drawing/2014/main" id="{FD30F1E9-0FB1-2C80-627C-53917BFE3716}"/>
              </a:ext>
            </a:extLst>
          </p:cNvPr>
          <p:cNvSpPr>
            <a:spLocks noGrp="1"/>
          </p:cNvSpPr>
          <p:nvPr>
            <p:ph type="body" sz="quarter" idx="13"/>
          </p:nvPr>
        </p:nvSpPr>
        <p:spPr/>
        <p:txBody>
          <a:bodyPr/>
          <a:lstStyle/>
          <a:p>
            <a:r>
              <a:rPr lang="de-DE" dirty="0"/>
              <a:t>8 May 2024, Speaker </a:t>
            </a:r>
            <a:r>
              <a:rPr lang="de-DE" dirty="0" err="1"/>
              <a:t>name</a:t>
            </a:r>
            <a:endParaRPr lang="de-DE" dirty="0"/>
          </a:p>
        </p:txBody>
      </p:sp>
      <p:sp>
        <p:nvSpPr>
          <p:cNvPr id="13" name="Text Placeholder 12">
            <a:extLst>
              <a:ext uri="{FF2B5EF4-FFF2-40B4-BE49-F238E27FC236}">
                <a16:creationId xmlns:a16="http://schemas.microsoft.com/office/drawing/2014/main" id="{D5108DE9-2D53-5CDD-A9EF-EF3ACC02EC3E}"/>
              </a:ext>
            </a:extLst>
          </p:cNvPr>
          <p:cNvSpPr>
            <a:spLocks noGrp="1"/>
          </p:cNvSpPr>
          <p:nvPr>
            <p:ph type="body" sz="quarter" idx="10"/>
          </p:nvPr>
        </p:nvSpPr>
        <p:spPr/>
        <p:txBody>
          <a:bodyPr/>
          <a:lstStyle/>
          <a:p>
            <a:pPr>
              <a:lnSpc>
                <a:spcPct val="150000"/>
              </a:lnSpc>
            </a:pPr>
            <a:r>
              <a:rPr lang="en-GB" altLang="en-US" dirty="0"/>
              <a:t>The essential tags that are required to create a HTML document are:</a:t>
            </a:r>
          </a:p>
          <a:p>
            <a:pPr marL="285750" indent="-285750">
              <a:lnSpc>
                <a:spcPct val="150000"/>
              </a:lnSpc>
              <a:buFont typeface="Arial" panose="020B0604020202020204" pitchFamily="34" charset="0"/>
              <a:buChar char="•"/>
            </a:pPr>
            <a:r>
              <a:rPr lang="en-GB" altLang="en-US" sz="1600" dirty="0"/>
              <a:t> &lt;HTML&gt;.............&lt;/HTML&gt;</a:t>
            </a:r>
          </a:p>
          <a:p>
            <a:pPr marL="285750" indent="-285750">
              <a:lnSpc>
                <a:spcPct val="150000"/>
              </a:lnSpc>
              <a:buFont typeface="Arial" panose="020B0604020202020204" pitchFamily="34" charset="0"/>
              <a:buChar char="•"/>
            </a:pPr>
            <a:r>
              <a:rPr lang="en-GB" altLang="en-US" sz="1600" dirty="0"/>
              <a:t> &lt;HEAD&gt;.............&lt;/HEAD&gt;</a:t>
            </a:r>
          </a:p>
          <a:p>
            <a:pPr marL="285750" indent="-285750">
              <a:lnSpc>
                <a:spcPct val="150000"/>
              </a:lnSpc>
              <a:buFont typeface="Arial" panose="020B0604020202020204" pitchFamily="34" charset="0"/>
              <a:buChar char="•"/>
            </a:pPr>
            <a:r>
              <a:rPr lang="en-GB" altLang="en-US" sz="1600" dirty="0"/>
              <a:t> &lt;BODY&gt;.............&lt;/BODY&gt;</a:t>
            </a:r>
          </a:p>
        </p:txBody>
      </p:sp>
    </p:spTree>
    <p:extLst>
      <p:ext uri="{BB962C8B-B14F-4D97-AF65-F5344CB8AC3E}">
        <p14:creationId xmlns:p14="http://schemas.microsoft.com/office/powerpoint/2010/main" val="3590035369"/>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7692332" cy="5761038"/>
          </a:xfrm>
        </p:spPr>
        <p:txBody>
          <a:bodyPr/>
          <a:lstStyle/>
          <a:p>
            <a:pPr marL="285750" indent="-285750" algn="just" fontAlgn="auto">
              <a:lnSpc>
                <a:spcPct val="150000"/>
              </a:lnSpc>
              <a:spcAft>
                <a:spcPts val="0"/>
              </a:spcAft>
              <a:buFont typeface="Arial" panose="020B0604020202020204" pitchFamily="34" charset="0"/>
              <a:buChar char="•"/>
              <a:defRPr/>
            </a:pPr>
            <a:r>
              <a:rPr lang="en-GB" dirty="0"/>
              <a:t>The &lt;HTML&gt; tag encloses all other HTML tags and associated text within your document. It is an optional tag. You can create an HTML document that omits these tags, and your browser can still read it and display it. But it is always a good form to include the start and stop tags. The format is:</a:t>
            </a:r>
          </a:p>
          <a:p>
            <a:pPr marL="285750" indent="-285750" algn="just" fontAlgn="auto">
              <a:lnSpc>
                <a:spcPct val="150000"/>
              </a:lnSpc>
              <a:spcAft>
                <a:spcPts val="0"/>
              </a:spcAft>
              <a:buFont typeface="Arial" panose="020B0604020202020204" pitchFamily="34" charset="0"/>
              <a:buChar char="•"/>
              <a:defRPr/>
            </a:pPr>
            <a:r>
              <a:rPr lang="en-GB" dirty="0"/>
              <a:t>&lt;HTML&gt;</a:t>
            </a:r>
          </a:p>
          <a:p>
            <a:pPr lvl="2" indent="0" algn="just" fontAlgn="auto">
              <a:lnSpc>
                <a:spcPct val="150000"/>
              </a:lnSpc>
              <a:buNone/>
              <a:defRPr/>
            </a:pPr>
            <a:r>
              <a:rPr lang="en-GB" dirty="0"/>
              <a:t>Your Title and Document (contains text with HTML tags) goes here</a:t>
            </a:r>
          </a:p>
          <a:p>
            <a:pPr marL="285750" indent="-285750" algn="just" fontAlgn="auto">
              <a:lnSpc>
                <a:spcPct val="150000"/>
              </a:lnSpc>
              <a:spcAft>
                <a:spcPts val="0"/>
              </a:spcAft>
              <a:buFont typeface="Arial" panose="020B0604020202020204" pitchFamily="34" charset="0"/>
              <a:buChar char="•"/>
              <a:defRPr/>
            </a:pPr>
            <a:r>
              <a:rPr lang="en-GB" dirty="0"/>
              <a:t>&lt;/HTML&gt;</a:t>
            </a:r>
          </a:p>
          <a:p>
            <a:pPr lvl="2" indent="0" algn="just" fontAlgn="auto">
              <a:lnSpc>
                <a:spcPct val="150000"/>
              </a:lnSpc>
              <a:buNone/>
              <a:defRPr/>
            </a:pPr>
            <a:r>
              <a:rPr lang="en-GB" dirty="0"/>
              <a:t>Most HTML tags have two parts, an opening tag and closing tag. The closing tag is the same as the opening tag, except for the slash mark. e.g. &lt;/HTML&gt;. The slash mark is always used in closing tags.</a:t>
            </a:r>
          </a:p>
          <a:p>
            <a:pPr marL="285750" indent="-285750">
              <a:lnSpc>
                <a:spcPct val="150000"/>
              </a:lnSpc>
              <a:buFont typeface="Arial" panose="020B0604020202020204" pitchFamily="34" charset="0"/>
              <a:buChar char="•"/>
            </a:pPr>
            <a:endParaRPr lang="en-GB" altLang="en-US" dirty="0">
              <a:solidFill>
                <a:schemeClr val="tx1"/>
              </a:solidFill>
            </a:endParaRP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9</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 HTML Tag &lt;HTML&gt;</a:t>
            </a:r>
            <a:endParaRPr lang="en-GB" noProof="0" dirty="0"/>
          </a:p>
        </p:txBody>
      </p:sp>
    </p:spTree>
    <p:extLst>
      <p:ext uri="{BB962C8B-B14F-4D97-AF65-F5344CB8AC3E}">
        <p14:creationId xmlns:p14="http://schemas.microsoft.com/office/powerpoint/2010/main" val="29803700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81ACBD-66D7-6B54-4E6B-59A4AD9340F8}"/>
              </a:ext>
            </a:extLst>
          </p:cNvPr>
          <p:cNvSpPr>
            <a:spLocks noGrp="1"/>
          </p:cNvSpPr>
          <p:nvPr>
            <p:ph type="sldNum" sz="quarter" idx="4"/>
          </p:nvPr>
        </p:nvSpPr>
        <p:spPr/>
        <p:txBody>
          <a:bodyPr/>
          <a:lstStyle/>
          <a:p>
            <a:fld id="{D71DA9FD-6EF8-4CC5-AF9B-B6159B5B937C}" type="slidenum">
              <a:rPr lang="en-GB" noProof="1" smtClean="0"/>
              <a:pPr/>
              <a:t>10</a:t>
            </a:fld>
            <a:endParaRPr lang="en-GB" noProof="1"/>
          </a:p>
        </p:txBody>
      </p:sp>
      <p:sp>
        <p:nvSpPr>
          <p:cNvPr id="3" name="Footer Placeholder 2">
            <a:extLst>
              <a:ext uri="{FF2B5EF4-FFF2-40B4-BE49-F238E27FC236}">
                <a16:creationId xmlns:a16="http://schemas.microsoft.com/office/drawing/2014/main" id="{B461A888-4796-5C96-4F7B-49D73CE5C58F}"/>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ext Placeholder 3">
            <a:extLst>
              <a:ext uri="{FF2B5EF4-FFF2-40B4-BE49-F238E27FC236}">
                <a16:creationId xmlns:a16="http://schemas.microsoft.com/office/drawing/2014/main" id="{6B827496-13BB-F082-5FE8-49915608A16A}"/>
              </a:ext>
            </a:extLst>
          </p:cNvPr>
          <p:cNvSpPr>
            <a:spLocks noGrp="1"/>
          </p:cNvSpPr>
          <p:nvPr>
            <p:ph type="body" sz="quarter" idx="10"/>
          </p:nvPr>
        </p:nvSpPr>
        <p:spPr>
          <a:xfrm>
            <a:off x="628940" y="1080000"/>
            <a:ext cx="9360000" cy="5761038"/>
          </a:xfrm>
        </p:spPr>
        <p:txBody>
          <a:bodyPr/>
          <a:lstStyle/>
          <a:p>
            <a:pPr fontAlgn="auto">
              <a:lnSpc>
                <a:spcPct val="150000"/>
              </a:lnSpc>
              <a:spcAft>
                <a:spcPts val="0"/>
              </a:spcAft>
              <a:defRPr/>
            </a:pPr>
            <a:r>
              <a:rPr lang="en-GB" dirty="0"/>
              <a:t>&lt;HTML&gt;</a:t>
            </a:r>
          </a:p>
          <a:p>
            <a:pPr fontAlgn="auto">
              <a:lnSpc>
                <a:spcPct val="150000"/>
              </a:lnSpc>
              <a:spcAft>
                <a:spcPts val="0"/>
              </a:spcAft>
              <a:defRPr/>
            </a:pPr>
            <a:r>
              <a:rPr lang="en-GB" dirty="0"/>
              <a:t>&lt;HEAD&gt;</a:t>
            </a:r>
          </a:p>
          <a:p>
            <a:pPr fontAlgn="auto">
              <a:lnSpc>
                <a:spcPct val="150000"/>
              </a:lnSpc>
              <a:spcAft>
                <a:spcPts val="0"/>
              </a:spcAft>
              <a:defRPr/>
            </a:pPr>
            <a:r>
              <a:rPr lang="en-GB" dirty="0"/>
              <a:t>.............</a:t>
            </a:r>
          </a:p>
          <a:p>
            <a:pPr fontAlgn="auto">
              <a:lnSpc>
                <a:spcPct val="150000"/>
              </a:lnSpc>
              <a:spcAft>
                <a:spcPts val="0"/>
              </a:spcAft>
              <a:defRPr/>
            </a:pPr>
            <a:r>
              <a:rPr lang="en-GB" dirty="0"/>
              <a:t>.............</a:t>
            </a:r>
          </a:p>
          <a:p>
            <a:pPr fontAlgn="auto">
              <a:lnSpc>
                <a:spcPct val="150000"/>
              </a:lnSpc>
              <a:spcAft>
                <a:spcPts val="0"/>
              </a:spcAft>
              <a:defRPr/>
            </a:pPr>
            <a:r>
              <a:rPr lang="en-GB" dirty="0"/>
              <a:t>.............</a:t>
            </a:r>
          </a:p>
          <a:p>
            <a:pPr fontAlgn="auto">
              <a:lnSpc>
                <a:spcPct val="150000"/>
              </a:lnSpc>
              <a:spcAft>
                <a:spcPts val="0"/>
              </a:spcAft>
              <a:defRPr/>
            </a:pPr>
            <a:r>
              <a:rPr lang="en-GB" dirty="0"/>
              <a:t>&lt;/HEAD&gt;</a:t>
            </a:r>
          </a:p>
          <a:p>
            <a:pPr fontAlgn="auto">
              <a:lnSpc>
                <a:spcPct val="150000"/>
              </a:lnSpc>
              <a:spcAft>
                <a:spcPts val="0"/>
              </a:spcAft>
              <a:defRPr/>
            </a:pPr>
            <a:r>
              <a:rPr lang="en-GB" dirty="0"/>
              <a:t>&lt;BODY&gt;</a:t>
            </a:r>
          </a:p>
          <a:p>
            <a:pPr fontAlgn="auto">
              <a:lnSpc>
                <a:spcPct val="150000"/>
              </a:lnSpc>
              <a:spcAft>
                <a:spcPts val="0"/>
              </a:spcAft>
              <a:defRPr/>
            </a:pPr>
            <a:r>
              <a:rPr lang="en-GB" dirty="0"/>
              <a:t>.............</a:t>
            </a:r>
          </a:p>
          <a:p>
            <a:pPr fontAlgn="auto">
              <a:lnSpc>
                <a:spcPct val="150000"/>
              </a:lnSpc>
              <a:spcAft>
                <a:spcPts val="0"/>
              </a:spcAft>
              <a:defRPr/>
            </a:pPr>
            <a:r>
              <a:rPr lang="en-GB" dirty="0"/>
              <a:t>.............</a:t>
            </a:r>
          </a:p>
          <a:p>
            <a:pPr fontAlgn="auto">
              <a:lnSpc>
                <a:spcPct val="150000"/>
              </a:lnSpc>
              <a:spcAft>
                <a:spcPts val="0"/>
              </a:spcAft>
              <a:defRPr/>
            </a:pPr>
            <a:r>
              <a:rPr lang="en-GB" dirty="0"/>
              <a:t>.............</a:t>
            </a:r>
          </a:p>
          <a:p>
            <a:pPr fontAlgn="auto">
              <a:lnSpc>
                <a:spcPct val="150000"/>
              </a:lnSpc>
              <a:spcAft>
                <a:spcPts val="0"/>
              </a:spcAft>
              <a:defRPr/>
            </a:pPr>
            <a:r>
              <a:rPr lang="en-GB" dirty="0"/>
              <a:t>&lt;/BODY&gt;</a:t>
            </a:r>
          </a:p>
          <a:p>
            <a:pPr fontAlgn="auto">
              <a:lnSpc>
                <a:spcPct val="150000"/>
              </a:lnSpc>
              <a:spcAft>
                <a:spcPts val="0"/>
              </a:spcAft>
              <a:defRPr/>
            </a:pPr>
            <a:r>
              <a:rPr lang="en-GB" dirty="0"/>
              <a:t>  &lt;/HTML&gt;</a:t>
            </a:r>
          </a:p>
          <a:p>
            <a:pPr>
              <a:lnSpc>
                <a:spcPct val="150000"/>
              </a:lnSpc>
            </a:pPr>
            <a:endParaRPr lang="en-US" dirty="0"/>
          </a:p>
        </p:txBody>
      </p:sp>
      <p:sp>
        <p:nvSpPr>
          <p:cNvPr id="5" name="Title 4">
            <a:extLst>
              <a:ext uri="{FF2B5EF4-FFF2-40B4-BE49-F238E27FC236}">
                <a16:creationId xmlns:a16="http://schemas.microsoft.com/office/drawing/2014/main" id="{3239EEBD-595F-4148-949D-85691D50E444}"/>
              </a:ext>
            </a:extLst>
          </p:cNvPr>
          <p:cNvSpPr>
            <a:spLocks noGrp="1"/>
          </p:cNvSpPr>
          <p:nvPr>
            <p:ph type="title"/>
          </p:nvPr>
        </p:nvSpPr>
        <p:spPr/>
        <p:txBody>
          <a:bodyPr/>
          <a:lstStyle/>
          <a:p>
            <a:br>
              <a:rPr lang="en-GB" sz="1600" dirty="0"/>
            </a:br>
            <a:r>
              <a:rPr lang="en-GB" sz="1600" dirty="0"/>
              <a:t>An HTML document has two distinct parts HEAD and BODY</a:t>
            </a:r>
            <a:endParaRPr lang="en-US" dirty="0"/>
          </a:p>
        </p:txBody>
      </p:sp>
    </p:spTree>
    <p:extLst>
      <p:ext uri="{BB962C8B-B14F-4D97-AF65-F5344CB8AC3E}">
        <p14:creationId xmlns:p14="http://schemas.microsoft.com/office/powerpoint/2010/main" val="3030856073"/>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7692332" cy="5761038"/>
          </a:xfrm>
        </p:spPr>
        <p:txBody>
          <a:bodyPr/>
          <a:lstStyle/>
          <a:p>
            <a:pPr marL="285750" indent="-285750" algn="just" fontAlgn="auto">
              <a:lnSpc>
                <a:spcPct val="150000"/>
              </a:lnSpc>
              <a:spcAft>
                <a:spcPts val="0"/>
              </a:spcAft>
              <a:buFont typeface="Arial" panose="020B0604020202020204" pitchFamily="34" charset="0"/>
              <a:buChar char="•"/>
              <a:defRPr/>
            </a:pPr>
            <a:r>
              <a:rPr lang="en-GB" sz="1600" dirty="0"/>
              <a:t>HEAD tag comes after the HTML start tag. It contains TITLE tag to give the document a title that displays on the browsers title bar at the top. </a:t>
            </a:r>
          </a:p>
          <a:p>
            <a:pPr algn="just" fontAlgn="auto">
              <a:lnSpc>
                <a:spcPct val="150000"/>
              </a:lnSpc>
              <a:spcAft>
                <a:spcPts val="0"/>
              </a:spcAft>
              <a:defRPr/>
            </a:pPr>
            <a:endParaRPr lang="en-GB" dirty="0"/>
          </a:p>
          <a:p>
            <a:pPr lvl="2" algn="just" fontAlgn="auto">
              <a:lnSpc>
                <a:spcPct val="150000"/>
              </a:lnSpc>
              <a:defRPr/>
            </a:pPr>
            <a:r>
              <a:rPr lang="en-GB" dirty="0"/>
              <a:t>The Format is:</a:t>
            </a:r>
          </a:p>
          <a:p>
            <a:pPr marL="317476" lvl="3" indent="0" fontAlgn="auto">
              <a:lnSpc>
                <a:spcPct val="150000"/>
              </a:lnSpc>
              <a:buNone/>
              <a:defRPr/>
            </a:pPr>
            <a:r>
              <a:rPr lang="en-GB" sz="1400" dirty="0"/>
              <a:t>&lt;HEAD&gt;</a:t>
            </a:r>
          </a:p>
          <a:p>
            <a:pPr marL="317476" lvl="3" indent="0" fontAlgn="auto">
              <a:lnSpc>
                <a:spcPct val="150000"/>
              </a:lnSpc>
              <a:buNone/>
              <a:defRPr/>
            </a:pPr>
            <a:r>
              <a:rPr lang="en-GB" sz="1400" dirty="0"/>
              <a:t>&lt;TITLE&gt;</a:t>
            </a:r>
          </a:p>
          <a:p>
            <a:pPr marL="317476" lvl="3" indent="0" fontAlgn="auto">
              <a:lnSpc>
                <a:spcPct val="150000"/>
              </a:lnSpc>
              <a:buNone/>
              <a:defRPr/>
            </a:pPr>
            <a:r>
              <a:rPr lang="en-GB" sz="1400" dirty="0"/>
              <a:t>Your title goes here</a:t>
            </a:r>
          </a:p>
          <a:p>
            <a:pPr marL="317476" lvl="3" indent="0" fontAlgn="auto">
              <a:lnSpc>
                <a:spcPct val="150000"/>
              </a:lnSpc>
              <a:buNone/>
              <a:defRPr/>
            </a:pPr>
            <a:r>
              <a:rPr lang="en-GB" sz="1400" dirty="0"/>
              <a:t>&lt;/TITLE&gt;</a:t>
            </a:r>
          </a:p>
          <a:p>
            <a:pPr marL="317476" lvl="3" indent="0" fontAlgn="auto">
              <a:lnSpc>
                <a:spcPct val="150000"/>
              </a:lnSpc>
              <a:buNone/>
              <a:defRPr/>
            </a:pPr>
            <a:r>
              <a:rPr lang="en-GB" sz="1400" dirty="0"/>
              <a:t>&lt;/HEAD&gt;</a:t>
            </a: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11</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 HEAD Tag &lt;HEAD&gt;</a:t>
            </a:r>
            <a:endParaRPr lang="en-GB" noProof="0" dirty="0"/>
          </a:p>
        </p:txBody>
      </p:sp>
    </p:spTree>
    <p:extLst>
      <p:ext uri="{BB962C8B-B14F-4D97-AF65-F5344CB8AC3E}">
        <p14:creationId xmlns:p14="http://schemas.microsoft.com/office/powerpoint/2010/main" val="4199427859"/>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7692332" cy="5761038"/>
          </a:xfrm>
        </p:spPr>
        <p:txBody>
          <a:bodyPr/>
          <a:lstStyle/>
          <a:p>
            <a:pPr marL="285750" indent="-285750" algn="just" fontAlgn="auto">
              <a:lnSpc>
                <a:spcPct val="150000"/>
              </a:lnSpc>
              <a:spcAft>
                <a:spcPts val="0"/>
              </a:spcAft>
              <a:buFont typeface="Arial" panose="020B0604020202020204" pitchFamily="34" charset="0"/>
              <a:buChar char="•"/>
              <a:defRPr/>
            </a:pPr>
            <a:r>
              <a:rPr lang="en-GB" sz="1600" dirty="0"/>
              <a:t>The BODY tag contains all the text and graphics of the document with all the HTML tags that are used for control and formatting of the page.</a:t>
            </a:r>
          </a:p>
          <a:p>
            <a:pPr lvl="2" algn="just" fontAlgn="auto">
              <a:lnSpc>
                <a:spcPct val="150000"/>
              </a:lnSpc>
              <a:defRPr/>
            </a:pPr>
            <a:r>
              <a:rPr lang="en-GB" dirty="0"/>
              <a:t>The Format is:</a:t>
            </a:r>
          </a:p>
          <a:p>
            <a:pPr marL="317476" lvl="3" indent="0" fontAlgn="auto">
              <a:lnSpc>
                <a:spcPct val="150000"/>
              </a:lnSpc>
              <a:buNone/>
              <a:defRPr/>
            </a:pPr>
            <a:r>
              <a:rPr lang="en-US" sz="1400" dirty="0"/>
              <a:t>&lt;BODY&gt;</a:t>
            </a:r>
          </a:p>
          <a:p>
            <a:pPr marL="317476" lvl="3" indent="0" fontAlgn="auto">
              <a:lnSpc>
                <a:spcPct val="150000"/>
              </a:lnSpc>
              <a:buNone/>
              <a:defRPr/>
            </a:pPr>
            <a:r>
              <a:rPr lang="en-US" sz="1400" dirty="0"/>
              <a:t>Your Document goes here</a:t>
            </a:r>
          </a:p>
          <a:p>
            <a:pPr marL="317476" lvl="3" indent="0" fontAlgn="auto">
              <a:lnSpc>
                <a:spcPct val="150000"/>
              </a:lnSpc>
              <a:buNone/>
              <a:defRPr/>
            </a:pPr>
            <a:r>
              <a:rPr lang="en-US" sz="1400" dirty="0"/>
              <a:t>&lt;/BODY&gt;</a:t>
            </a:r>
          </a:p>
          <a:p>
            <a:pPr marL="317476" lvl="3" indent="0" fontAlgn="auto">
              <a:lnSpc>
                <a:spcPct val="150000"/>
              </a:lnSpc>
              <a:buNone/>
              <a:defRPr/>
            </a:pPr>
            <a:endParaRPr lang="en-US" sz="1400" dirty="0"/>
          </a:p>
          <a:p>
            <a:pPr lvl="2" fontAlgn="auto">
              <a:lnSpc>
                <a:spcPct val="150000"/>
              </a:lnSpc>
              <a:buFont typeface="Arial" panose="020B0604020202020204" pitchFamily="34" charset="0"/>
              <a:buChar char="•"/>
              <a:defRPr/>
            </a:pPr>
            <a:r>
              <a:rPr lang="en-US" sz="1600" dirty="0">
                <a:solidFill>
                  <a:srgbClr val="00A3E0"/>
                </a:solidFill>
              </a:rPr>
              <a:t>An HTML document, web page can be created using a text editor, Notepad or WordPad. All the HTML documents should have the extension .</a:t>
            </a:r>
            <a:r>
              <a:rPr lang="en-US" sz="1600" dirty="0" err="1">
                <a:solidFill>
                  <a:srgbClr val="00A3E0"/>
                </a:solidFill>
              </a:rPr>
              <a:t>htm</a:t>
            </a:r>
            <a:r>
              <a:rPr lang="en-US" sz="1600" dirty="0">
                <a:solidFill>
                  <a:srgbClr val="00A3E0"/>
                </a:solidFill>
              </a:rPr>
              <a:t> or html. It require a web browser like Internet Explorer  or  Netscape Navigator/ Communicator   to view  the document.</a:t>
            </a:r>
          </a:p>
          <a:p>
            <a:pPr lvl="2" fontAlgn="auto">
              <a:lnSpc>
                <a:spcPct val="150000"/>
              </a:lnSpc>
              <a:buFont typeface="Arial" panose="020B0604020202020204" pitchFamily="34" charset="0"/>
              <a:buChar char="•"/>
              <a:defRPr/>
            </a:pPr>
            <a:endParaRPr lang="en-US" sz="1600" dirty="0"/>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12</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 BODY Tag &lt;BODY&gt;</a:t>
            </a:r>
            <a:endParaRPr lang="en-GB" noProof="0" dirty="0"/>
          </a:p>
        </p:txBody>
      </p:sp>
    </p:spTree>
    <p:extLst>
      <p:ext uri="{BB962C8B-B14F-4D97-AF65-F5344CB8AC3E}">
        <p14:creationId xmlns:p14="http://schemas.microsoft.com/office/powerpoint/2010/main" val="2505177212"/>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7692332" cy="5761038"/>
          </a:xfrm>
        </p:spPr>
        <p:txBody>
          <a:bodyPr/>
          <a:lstStyle/>
          <a:p>
            <a:pPr marL="285750" indent="-285750" algn="just" fontAlgn="auto">
              <a:lnSpc>
                <a:spcPct val="150000"/>
              </a:lnSpc>
              <a:spcAft>
                <a:spcPts val="0"/>
              </a:spcAft>
              <a:buFont typeface="Arial" panose="020B0604020202020204" pitchFamily="34" charset="0"/>
              <a:buChar char="•"/>
              <a:defRPr/>
            </a:pPr>
            <a:r>
              <a:rPr lang="en-US" sz="1600" dirty="0"/>
              <a:t>BGCOLOR: Used to set the background color for the document. </a:t>
            </a:r>
          </a:p>
          <a:p>
            <a:pPr marL="285750" indent="-285750" algn="just" fontAlgn="auto">
              <a:lnSpc>
                <a:spcPct val="150000"/>
              </a:lnSpc>
              <a:spcAft>
                <a:spcPts val="0"/>
              </a:spcAft>
              <a:buFont typeface="Arial" panose="020B0604020202020204" pitchFamily="34" charset="0"/>
              <a:buChar char="•"/>
              <a:defRPr/>
            </a:pPr>
            <a:r>
              <a:rPr lang="en-US" sz="1600" dirty="0"/>
              <a:t>Example:</a:t>
            </a:r>
          </a:p>
          <a:p>
            <a:pPr marL="317476" lvl="3" indent="0" algn="just" fontAlgn="auto">
              <a:lnSpc>
                <a:spcPct val="150000"/>
              </a:lnSpc>
              <a:buNone/>
              <a:defRPr/>
            </a:pPr>
            <a:r>
              <a:rPr lang="en-US" sz="1400" dirty="0"/>
              <a:t>&lt;BODY BGCOLOR="yellow"&gt;</a:t>
            </a:r>
          </a:p>
          <a:p>
            <a:pPr marL="317476" lvl="3" indent="0" algn="just" fontAlgn="auto">
              <a:lnSpc>
                <a:spcPct val="150000"/>
              </a:lnSpc>
              <a:buNone/>
              <a:defRPr/>
            </a:pPr>
            <a:r>
              <a:rPr lang="en-US" sz="1400" dirty="0"/>
              <a:t>Your document text goes here.</a:t>
            </a:r>
          </a:p>
          <a:p>
            <a:pPr marL="317476" lvl="3" indent="0" algn="just" fontAlgn="auto">
              <a:lnSpc>
                <a:spcPct val="150000"/>
              </a:lnSpc>
              <a:buNone/>
              <a:defRPr/>
            </a:pPr>
            <a:r>
              <a:rPr lang="en-US" sz="1400" dirty="0"/>
              <a:t>&lt;/BODY&gt;</a:t>
            </a:r>
          </a:p>
          <a:p>
            <a:pPr marL="285750" indent="-285750" algn="just" fontAlgn="auto">
              <a:lnSpc>
                <a:spcPct val="150000"/>
              </a:lnSpc>
              <a:spcAft>
                <a:spcPts val="0"/>
              </a:spcAft>
              <a:buFont typeface="Arial" panose="020B0604020202020204" pitchFamily="34" charset="0"/>
              <a:buChar char="•"/>
              <a:defRPr/>
            </a:pPr>
            <a:r>
              <a:rPr lang="en-US" sz="1600" dirty="0"/>
              <a:t> TEXT:  used to set the color of the text of the document. </a:t>
            </a:r>
          </a:p>
          <a:p>
            <a:pPr marL="285750" indent="-285750" algn="just" fontAlgn="auto">
              <a:lnSpc>
                <a:spcPct val="150000"/>
              </a:lnSpc>
              <a:spcAft>
                <a:spcPts val="0"/>
              </a:spcAft>
              <a:buFont typeface="Arial" panose="020B0604020202020204" pitchFamily="34" charset="0"/>
              <a:buChar char="•"/>
              <a:defRPr/>
            </a:pPr>
            <a:r>
              <a:rPr lang="en-US" sz="1600" dirty="0"/>
              <a:t>Example:</a:t>
            </a:r>
          </a:p>
          <a:p>
            <a:pPr marL="317476" lvl="3" indent="0" algn="just" fontAlgn="auto">
              <a:lnSpc>
                <a:spcPct val="150000"/>
              </a:lnSpc>
              <a:buNone/>
              <a:defRPr/>
            </a:pPr>
            <a:r>
              <a:rPr lang="en-US" sz="1400" dirty="0"/>
              <a:t>&lt;BODY TEXT="red"&gt;Introduction to HTML:: 77</a:t>
            </a:r>
          </a:p>
          <a:p>
            <a:pPr marL="317476" lvl="3" indent="0" algn="just" fontAlgn="auto">
              <a:lnSpc>
                <a:spcPct val="150000"/>
              </a:lnSpc>
              <a:buNone/>
              <a:defRPr/>
            </a:pPr>
            <a:r>
              <a:rPr lang="en-US" sz="1400" dirty="0"/>
              <a:t>Document text changed to red color</a:t>
            </a:r>
          </a:p>
          <a:p>
            <a:pPr marL="317476" lvl="3" indent="0" algn="just" fontAlgn="auto">
              <a:lnSpc>
                <a:spcPct val="150000"/>
              </a:lnSpc>
              <a:buNone/>
              <a:defRPr/>
            </a:pPr>
            <a:r>
              <a:rPr lang="en-US" sz="1400" dirty="0"/>
              <a:t>&lt;/BODY&gt;</a:t>
            </a:r>
          </a:p>
          <a:p>
            <a:pPr marL="317476" lvl="3" indent="0" algn="just" fontAlgn="auto">
              <a:lnSpc>
                <a:spcPct val="150000"/>
              </a:lnSpc>
              <a:buNone/>
              <a:defRPr/>
            </a:pPr>
            <a:r>
              <a:rPr lang="en-US" sz="1400" dirty="0"/>
              <a:t>Document text changed to red color</a:t>
            </a:r>
          </a:p>
          <a:p>
            <a:pPr marL="285750" indent="-285750" algn="just" fontAlgn="auto">
              <a:lnSpc>
                <a:spcPct val="150000"/>
              </a:lnSpc>
              <a:spcAft>
                <a:spcPts val="0"/>
              </a:spcAft>
              <a:buFont typeface="Arial" panose="020B0604020202020204" pitchFamily="34" charset="0"/>
              <a:buChar char="•"/>
              <a:defRPr/>
            </a:pPr>
            <a:r>
              <a:rPr lang="en-US" sz="1600" dirty="0"/>
              <a:t> MARGINS: Set the left hand/right hand margin of the document. </a:t>
            </a:r>
          </a:p>
          <a:p>
            <a:pPr marL="285750" indent="-285750" algn="just" fontAlgn="auto">
              <a:lnSpc>
                <a:spcPct val="150000"/>
              </a:lnSpc>
              <a:spcAft>
                <a:spcPts val="0"/>
              </a:spcAft>
              <a:buFont typeface="Arial" panose="020B0604020202020204" pitchFamily="34" charset="0"/>
              <a:buChar char="•"/>
              <a:defRPr/>
            </a:pPr>
            <a:endParaRPr lang="en-US" sz="1600" dirty="0"/>
          </a:p>
          <a:p>
            <a:pPr marL="285750" indent="-285750" algn="just" fontAlgn="auto">
              <a:lnSpc>
                <a:spcPct val="150000"/>
              </a:lnSpc>
              <a:spcAft>
                <a:spcPts val="0"/>
              </a:spcAft>
              <a:buFont typeface="Arial" panose="020B0604020202020204" pitchFamily="34" charset="0"/>
              <a:buChar char="•"/>
              <a:defRPr/>
            </a:pPr>
            <a:endParaRPr lang="en-US" sz="1600" dirty="0"/>
          </a:p>
          <a:p>
            <a:pPr marL="285750" indent="-285750" algn="just" fontAlgn="auto">
              <a:lnSpc>
                <a:spcPct val="150000"/>
              </a:lnSpc>
              <a:spcAft>
                <a:spcPts val="0"/>
              </a:spcAft>
              <a:buFont typeface="Arial" panose="020B0604020202020204" pitchFamily="34" charset="0"/>
              <a:buChar char="•"/>
              <a:defRPr/>
            </a:pPr>
            <a:endParaRPr lang="en-US" sz="1600" dirty="0"/>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13</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Attributes used with &lt;BODY&gt;</a:t>
            </a:r>
            <a:endParaRPr lang="en-GB" noProof="0" dirty="0"/>
          </a:p>
        </p:txBody>
      </p:sp>
    </p:spTree>
    <p:extLst>
      <p:ext uri="{BB962C8B-B14F-4D97-AF65-F5344CB8AC3E}">
        <p14:creationId xmlns:p14="http://schemas.microsoft.com/office/powerpoint/2010/main" val="3749410785"/>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7692332" cy="5761038"/>
          </a:xfrm>
        </p:spPr>
        <p:txBody>
          <a:bodyPr/>
          <a:lstStyle/>
          <a:p>
            <a:pPr marL="285750" indent="-285750" algn="just" fontAlgn="auto">
              <a:lnSpc>
                <a:spcPct val="150000"/>
              </a:lnSpc>
              <a:spcAft>
                <a:spcPts val="0"/>
              </a:spcAft>
              <a:buFont typeface="Arial" panose="020B0604020202020204" pitchFamily="34" charset="0"/>
              <a:buChar char="•"/>
              <a:defRPr/>
            </a:pPr>
            <a:r>
              <a:rPr lang="en-US" sz="1600" dirty="0"/>
              <a:t>LEFTMARGIN: Set the left hand margin of the document. </a:t>
            </a:r>
          </a:p>
          <a:p>
            <a:pPr marL="285750" indent="-285750" algn="just" fontAlgn="auto">
              <a:lnSpc>
                <a:spcPct val="150000"/>
              </a:lnSpc>
              <a:spcAft>
                <a:spcPts val="0"/>
              </a:spcAft>
              <a:buFont typeface="Arial" panose="020B0604020202020204" pitchFamily="34" charset="0"/>
              <a:buChar char="•"/>
              <a:defRPr/>
            </a:pPr>
            <a:r>
              <a:rPr lang="en-US" sz="1600" dirty="0"/>
              <a:t>Example:</a:t>
            </a:r>
          </a:p>
          <a:p>
            <a:pPr marL="370389" lvl="3" indent="0" algn="just" fontAlgn="auto">
              <a:lnSpc>
                <a:spcPct val="150000"/>
              </a:lnSpc>
              <a:buNone/>
              <a:defRPr/>
            </a:pPr>
            <a:r>
              <a:rPr lang="en-US" sz="1400" dirty="0"/>
              <a:t>&lt;BODY LEFTMARGIN="60"&gt;</a:t>
            </a:r>
          </a:p>
          <a:p>
            <a:pPr marL="370389" lvl="3" indent="0" algn="just" fontAlgn="auto">
              <a:lnSpc>
                <a:spcPct val="150000"/>
              </a:lnSpc>
              <a:buNone/>
              <a:defRPr/>
            </a:pPr>
            <a:r>
              <a:rPr lang="en-US" sz="1400" dirty="0"/>
              <a:t>This document is indented 60 pixels from the left hand side</a:t>
            </a:r>
          </a:p>
          <a:p>
            <a:pPr marL="370389" lvl="3" indent="0" algn="just" fontAlgn="auto">
              <a:lnSpc>
                <a:spcPct val="150000"/>
              </a:lnSpc>
              <a:buNone/>
              <a:defRPr/>
            </a:pPr>
            <a:r>
              <a:rPr lang="en-US" sz="1400" dirty="0"/>
              <a:t>of the page.</a:t>
            </a:r>
          </a:p>
          <a:p>
            <a:pPr marL="370389" lvl="3" indent="0" algn="just" fontAlgn="auto">
              <a:lnSpc>
                <a:spcPct val="150000"/>
              </a:lnSpc>
              <a:buNone/>
              <a:defRPr/>
            </a:pPr>
            <a:r>
              <a:rPr lang="en-US" sz="1400" dirty="0"/>
              <a:t>&lt;/BODY&gt;</a:t>
            </a:r>
          </a:p>
          <a:p>
            <a:pPr marL="285750" indent="-285750" algn="just" fontAlgn="auto">
              <a:lnSpc>
                <a:spcPct val="150000"/>
              </a:lnSpc>
              <a:spcAft>
                <a:spcPts val="0"/>
              </a:spcAft>
              <a:buFont typeface="Arial" panose="020B0604020202020204" pitchFamily="34" charset="0"/>
              <a:buChar char="•"/>
              <a:defRPr/>
            </a:pPr>
            <a:r>
              <a:rPr lang="en-US" sz="1600" dirty="0"/>
              <a:t> TOPMARGIN: Set the left hand margin of the document Example:</a:t>
            </a:r>
          </a:p>
          <a:p>
            <a:pPr marL="370389" lvl="3" indent="0" algn="just" fontAlgn="auto">
              <a:lnSpc>
                <a:spcPct val="150000"/>
              </a:lnSpc>
              <a:buNone/>
              <a:defRPr/>
            </a:pPr>
            <a:r>
              <a:rPr lang="en-US" sz="1400" dirty="0"/>
              <a:t>&lt;BODY TOPMARGIN="60"&gt;</a:t>
            </a:r>
          </a:p>
          <a:p>
            <a:pPr marL="370389" lvl="3" indent="0" algn="just" fontAlgn="auto">
              <a:lnSpc>
                <a:spcPct val="150000"/>
              </a:lnSpc>
              <a:buNone/>
              <a:defRPr/>
            </a:pPr>
            <a:r>
              <a:rPr lang="en-US" sz="1400" dirty="0"/>
              <a:t>This document is indented 60 pixels from the top of the page.</a:t>
            </a:r>
          </a:p>
          <a:p>
            <a:pPr marL="370389" lvl="3" indent="0" algn="just" fontAlgn="auto">
              <a:lnSpc>
                <a:spcPct val="150000"/>
              </a:lnSpc>
              <a:buNone/>
              <a:defRPr/>
            </a:pPr>
            <a:r>
              <a:rPr lang="en-US" sz="1400" dirty="0"/>
              <a:t>&lt;/BODY&gt;</a:t>
            </a:r>
          </a:p>
          <a:p>
            <a:pPr marL="285750" indent="-285750" algn="just" fontAlgn="auto">
              <a:lnSpc>
                <a:spcPct val="150000"/>
              </a:lnSpc>
              <a:spcAft>
                <a:spcPts val="0"/>
              </a:spcAft>
              <a:buFont typeface="Arial" panose="020B0604020202020204" pitchFamily="34" charset="0"/>
              <a:buChar char="•"/>
              <a:defRPr/>
            </a:pPr>
            <a:r>
              <a:rPr lang="en-US" sz="1600" dirty="0"/>
              <a:t> BACKGROUND:  It is used to point to an image file (the files with an extension  .gif, .jpeg) that will be used as the background of the document. The image file will be tiled across the document. Example:</a:t>
            </a:r>
          </a:p>
          <a:p>
            <a:pPr marL="370389" lvl="3" indent="0" algn="just" fontAlgn="auto">
              <a:lnSpc>
                <a:spcPct val="150000"/>
              </a:lnSpc>
              <a:buNone/>
              <a:defRPr/>
            </a:pPr>
            <a:r>
              <a:rPr lang="en-US" sz="1400" dirty="0"/>
              <a:t>&lt;BODY BACKGROUND="filename. if"&gt;</a:t>
            </a:r>
          </a:p>
          <a:p>
            <a:pPr marL="370389" lvl="3" indent="0" algn="just" fontAlgn="auto">
              <a:lnSpc>
                <a:spcPct val="150000"/>
              </a:lnSpc>
              <a:buNone/>
              <a:defRPr/>
            </a:pPr>
            <a:r>
              <a:rPr lang="en-US" sz="1400" dirty="0"/>
              <a:t>Your document text goes here</a:t>
            </a:r>
          </a:p>
          <a:p>
            <a:pPr marL="370389" lvl="3" indent="0" algn="just" fontAlgn="auto">
              <a:lnSpc>
                <a:spcPct val="150000"/>
              </a:lnSpc>
              <a:buNone/>
              <a:defRPr/>
            </a:pPr>
            <a:r>
              <a:rPr lang="en-US" sz="1400" dirty="0"/>
              <a:t>&lt;/BODY&gt;</a:t>
            </a:r>
            <a:endParaRPr lang="en-US" sz="1600" dirty="0"/>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14</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Attributes used with &lt;BODY&gt;</a:t>
            </a:r>
            <a:endParaRPr lang="en-GB" noProof="0" dirty="0"/>
          </a:p>
        </p:txBody>
      </p:sp>
    </p:spTree>
    <p:extLst>
      <p:ext uri="{BB962C8B-B14F-4D97-AF65-F5344CB8AC3E}">
        <p14:creationId xmlns:p14="http://schemas.microsoft.com/office/powerpoint/2010/main" val="893626504"/>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C329DF-0A16-2705-8FD7-128BB6E1DCFA}"/>
              </a:ext>
            </a:extLst>
          </p:cNvPr>
          <p:cNvSpPr>
            <a:spLocks noGrp="1"/>
          </p:cNvSpPr>
          <p:nvPr>
            <p:ph type="sldNum" sz="quarter" idx="4"/>
          </p:nvPr>
        </p:nvSpPr>
        <p:spPr/>
        <p:txBody>
          <a:bodyPr/>
          <a:lstStyle/>
          <a:p>
            <a:fld id="{D71DA9FD-6EF8-4CC5-AF9B-B6159B5B937C}" type="slidenum">
              <a:rPr lang="en-GB" noProof="1" smtClean="0"/>
              <a:pPr/>
              <a:t>15</a:t>
            </a:fld>
            <a:endParaRPr lang="en-GB" noProof="1"/>
          </a:p>
        </p:txBody>
      </p:sp>
      <p:sp>
        <p:nvSpPr>
          <p:cNvPr id="3" name="Footer Placeholder 2">
            <a:extLst>
              <a:ext uri="{FF2B5EF4-FFF2-40B4-BE49-F238E27FC236}">
                <a16:creationId xmlns:a16="http://schemas.microsoft.com/office/drawing/2014/main" id="{49D3DDF9-56DB-8BD6-4868-53F37C601F11}"/>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ext Placeholder 3">
            <a:extLst>
              <a:ext uri="{FF2B5EF4-FFF2-40B4-BE49-F238E27FC236}">
                <a16:creationId xmlns:a16="http://schemas.microsoft.com/office/drawing/2014/main" id="{BCDCA766-DA68-3954-69FA-EAE1B9BC42C5}"/>
              </a:ext>
            </a:extLst>
          </p:cNvPr>
          <p:cNvSpPr>
            <a:spLocks noGrp="1"/>
          </p:cNvSpPr>
          <p:nvPr>
            <p:ph type="body" sz="quarter" idx="10"/>
          </p:nvPr>
        </p:nvSpPr>
        <p:spPr/>
        <p:txBody>
          <a:bodyPr/>
          <a:lstStyle/>
          <a:p>
            <a:pPr marL="285750" indent="-285750" algn="just" fontAlgn="auto">
              <a:lnSpc>
                <a:spcPct val="150000"/>
              </a:lnSpc>
              <a:spcAft>
                <a:spcPts val="0"/>
              </a:spcAft>
              <a:buFont typeface="Arial" panose="020B0604020202020204" pitchFamily="34" charset="0"/>
              <a:buChar char="•"/>
              <a:defRPr/>
            </a:pPr>
            <a:r>
              <a:rPr lang="en-GB" b="1" dirty="0"/>
              <a:t>Step-1: </a:t>
            </a:r>
            <a:r>
              <a:rPr lang="en-GB" dirty="0"/>
              <a:t>Open text Editor Notepad (Click on Start &gt;&gt; All Programs &gt;&gt; Accessories Notepad)</a:t>
            </a:r>
          </a:p>
          <a:p>
            <a:pPr marL="285750" indent="-285750" algn="just" fontAlgn="auto">
              <a:lnSpc>
                <a:spcPct val="150000"/>
              </a:lnSpc>
              <a:spcAft>
                <a:spcPts val="0"/>
              </a:spcAft>
              <a:buFont typeface="Arial" panose="020B0604020202020204" pitchFamily="34" charset="0"/>
              <a:buChar char="•"/>
              <a:defRPr/>
            </a:pPr>
            <a:r>
              <a:rPr lang="en-GB" b="1" dirty="0"/>
              <a:t>Step-2: </a:t>
            </a:r>
            <a:r>
              <a:rPr lang="en-GB" dirty="0"/>
              <a:t>Enter the following lines of code:</a:t>
            </a:r>
          </a:p>
          <a:p>
            <a:pPr marL="317476" lvl="3" indent="0" algn="just" fontAlgn="auto">
              <a:lnSpc>
                <a:spcPct val="200000"/>
              </a:lnSpc>
              <a:buNone/>
              <a:defRPr/>
            </a:pPr>
            <a:r>
              <a:rPr lang="en-GB" sz="1400" dirty="0"/>
              <a:t>&lt;HTML&gt;</a:t>
            </a:r>
          </a:p>
          <a:p>
            <a:pPr marL="317476" lvl="3" indent="0" algn="just" fontAlgn="auto">
              <a:lnSpc>
                <a:spcPct val="200000"/>
              </a:lnSpc>
              <a:buNone/>
              <a:defRPr/>
            </a:pPr>
            <a:r>
              <a:rPr lang="en-GB" sz="1400" dirty="0"/>
              <a:t>&lt;HEAD&gt;</a:t>
            </a:r>
          </a:p>
          <a:p>
            <a:pPr marL="317476" lvl="3" indent="0" algn="just" fontAlgn="auto">
              <a:lnSpc>
                <a:spcPct val="200000"/>
              </a:lnSpc>
              <a:buNone/>
              <a:defRPr/>
            </a:pPr>
            <a:r>
              <a:rPr lang="en-GB" sz="1400" dirty="0"/>
              <a:t>&lt;TITLE&gt;</a:t>
            </a:r>
          </a:p>
          <a:p>
            <a:pPr marL="317476" lvl="3" indent="0" algn="just" fontAlgn="auto">
              <a:lnSpc>
                <a:spcPct val="200000"/>
              </a:lnSpc>
              <a:buNone/>
              <a:defRPr/>
            </a:pPr>
            <a:r>
              <a:rPr lang="en-GB" sz="1400" dirty="0"/>
              <a:t>My first Page</a:t>
            </a:r>
          </a:p>
          <a:p>
            <a:pPr marL="317476" lvl="3" indent="0" algn="just" fontAlgn="auto">
              <a:lnSpc>
                <a:spcPct val="200000"/>
              </a:lnSpc>
              <a:buNone/>
              <a:defRPr/>
            </a:pPr>
            <a:r>
              <a:rPr lang="en-GB" sz="1400" dirty="0"/>
              <a:t>&lt;/TITLE&gt;</a:t>
            </a:r>
          </a:p>
          <a:p>
            <a:pPr marL="317476" lvl="3" indent="0" algn="just" fontAlgn="auto">
              <a:lnSpc>
                <a:spcPct val="200000"/>
              </a:lnSpc>
              <a:buNone/>
              <a:defRPr/>
            </a:pPr>
            <a:r>
              <a:rPr lang="en-GB" sz="1400" dirty="0"/>
              <a:t>&lt;/HEAD&gt;</a:t>
            </a:r>
          </a:p>
          <a:p>
            <a:pPr marL="317476" lvl="3" indent="0" algn="just" fontAlgn="auto">
              <a:lnSpc>
                <a:spcPct val="200000"/>
              </a:lnSpc>
              <a:buNone/>
              <a:defRPr/>
            </a:pPr>
            <a:r>
              <a:rPr lang="en-GB" sz="1400" dirty="0"/>
              <a:t>&lt;BODY&gt;</a:t>
            </a:r>
          </a:p>
          <a:p>
            <a:pPr marL="317476" lvl="3" indent="0" algn="just" fontAlgn="auto">
              <a:lnSpc>
                <a:spcPct val="200000"/>
              </a:lnSpc>
              <a:buNone/>
              <a:defRPr/>
            </a:pPr>
            <a:r>
              <a:rPr lang="en-GB" sz="1400" dirty="0"/>
              <a:t>WELCOME TO MY FIRST WEB PAGE</a:t>
            </a:r>
          </a:p>
          <a:p>
            <a:pPr marL="317476" lvl="3" indent="0" algn="just" fontAlgn="auto">
              <a:lnSpc>
                <a:spcPct val="200000"/>
              </a:lnSpc>
              <a:buNone/>
              <a:defRPr/>
            </a:pPr>
            <a:r>
              <a:rPr lang="en-GB" sz="1400" dirty="0"/>
              <a:t>&lt;/BODY&gt;</a:t>
            </a:r>
          </a:p>
          <a:p>
            <a:pPr marL="317476" lvl="3" indent="0" algn="just" fontAlgn="auto">
              <a:lnSpc>
                <a:spcPct val="200000"/>
              </a:lnSpc>
              <a:buNone/>
              <a:defRPr/>
            </a:pPr>
            <a:r>
              <a:rPr lang="en-GB" sz="1400" dirty="0"/>
              <a:t>&lt;/HTML&gt;</a:t>
            </a:r>
          </a:p>
          <a:p>
            <a:pPr>
              <a:lnSpc>
                <a:spcPct val="150000"/>
              </a:lnSpc>
            </a:pPr>
            <a:endParaRPr lang="en-US" dirty="0"/>
          </a:p>
        </p:txBody>
      </p:sp>
      <p:sp>
        <p:nvSpPr>
          <p:cNvPr id="5" name="Title 4">
            <a:extLst>
              <a:ext uri="{FF2B5EF4-FFF2-40B4-BE49-F238E27FC236}">
                <a16:creationId xmlns:a16="http://schemas.microsoft.com/office/drawing/2014/main" id="{8837E36E-0E4F-EDEB-8BDA-281CEF57A4C5}"/>
              </a:ext>
            </a:extLst>
          </p:cNvPr>
          <p:cNvSpPr>
            <a:spLocks noGrp="1"/>
          </p:cNvSpPr>
          <p:nvPr>
            <p:ph type="title"/>
          </p:nvPr>
        </p:nvSpPr>
        <p:spPr/>
        <p:txBody>
          <a:bodyPr/>
          <a:lstStyle/>
          <a:p>
            <a:r>
              <a:rPr lang="en-GB" dirty="0"/>
              <a:t>Follow the steps to create and view in browser</a:t>
            </a:r>
            <a:endParaRPr lang="en-US" dirty="0"/>
          </a:p>
        </p:txBody>
      </p:sp>
    </p:spTree>
    <p:extLst>
      <p:ext uri="{BB962C8B-B14F-4D97-AF65-F5344CB8AC3E}">
        <p14:creationId xmlns:p14="http://schemas.microsoft.com/office/powerpoint/2010/main" val="3173079410"/>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C329DF-0A16-2705-8FD7-128BB6E1DCFA}"/>
              </a:ext>
            </a:extLst>
          </p:cNvPr>
          <p:cNvSpPr>
            <a:spLocks noGrp="1"/>
          </p:cNvSpPr>
          <p:nvPr>
            <p:ph type="sldNum" sz="quarter" idx="4"/>
          </p:nvPr>
        </p:nvSpPr>
        <p:spPr/>
        <p:txBody>
          <a:bodyPr/>
          <a:lstStyle/>
          <a:p>
            <a:fld id="{D71DA9FD-6EF8-4CC5-AF9B-B6159B5B937C}" type="slidenum">
              <a:rPr lang="en-GB" noProof="1" smtClean="0"/>
              <a:pPr/>
              <a:t>16</a:t>
            </a:fld>
            <a:endParaRPr lang="en-GB" noProof="1"/>
          </a:p>
        </p:txBody>
      </p:sp>
      <p:sp>
        <p:nvSpPr>
          <p:cNvPr id="3" name="Footer Placeholder 2">
            <a:extLst>
              <a:ext uri="{FF2B5EF4-FFF2-40B4-BE49-F238E27FC236}">
                <a16:creationId xmlns:a16="http://schemas.microsoft.com/office/drawing/2014/main" id="{49D3DDF9-56DB-8BD6-4868-53F37C601F11}"/>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ext Placeholder 3">
            <a:extLst>
              <a:ext uri="{FF2B5EF4-FFF2-40B4-BE49-F238E27FC236}">
                <a16:creationId xmlns:a16="http://schemas.microsoft.com/office/drawing/2014/main" id="{BCDCA766-DA68-3954-69FA-EAE1B9BC42C5}"/>
              </a:ext>
            </a:extLst>
          </p:cNvPr>
          <p:cNvSpPr>
            <a:spLocks noGrp="1"/>
          </p:cNvSpPr>
          <p:nvPr>
            <p:ph type="body" sz="quarter" idx="10"/>
          </p:nvPr>
        </p:nvSpPr>
        <p:spPr>
          <a:xfrm>
            <a:off x="359999" y="1080000"/>
            <a:ext cx="8264048" cy="5761038"/>
          </a:xfrm>
        </p:spPr>
        <p:txBody>
          <a:bodyPr/>
          <a:lstStyle/>
          <a:p>
            <a:pPr algn="just">
              <a:lnSpc>
                <a:spcPct val="200000"/>
              </a:lnSpc>
            </a:pPr>
            <a:r>
              <a:rPr lang="en-GB" altLang="en-US" b="1" dirty="0"/>
              <a:t>Step-3: </a:t>
            </a:r>
            <a:r>
              <a:rPr lang="en-GB" altLang="en-US" dirty="0"/>
              <a:t>Save the file as myfirstpage.html (go to File-Save As give File name: myfirstpage.html-choose save as type: All Files-click save)</a:t>
            </a:r>
          </a:p>
          <a:p>
            <a:pPr algn="just">
              <a:lnSpc>
                <a:spcPct val="200000"/>
              </a:lnSpc>
            </a:pPr>
            <a:r>
              <a:rPr lang="en-GB" altLang="en-US" b="1" dirty="0"/>
              <a:t>Step-4: </a:t>
            </a:r>
            <a:r>
              <a:rPr lang="en-GB" altLang="en-US" dirty="0"/>
              <a:t>Viewing document in web browser (open Internet Explorer-click on File-Open-Browse-select the file myfirstpage.html-click open-click ok</a:t>
            </a:r>
          </a:p>
        </p:txBody>
      </p:sp>
      <p:sp>
        <p:nvSpPr>
          <p:cNvPr id="5" name="Title 4">
            <a:extLst>
              <a:ext uri="{FF2B5EF4-FFF2-40B4-BE49-F238E27FC236}">
                <a16:creationId xmlns:a16="http://schemas.microsoft.com/office/drawing/2014/main" id="{8837E36E-0E4F-EDEB-8BDA-281CEF57A4C5}"/>
              </a:ext>
            </a:extLst>
          </p:cNvPr>
          <p:cNvSpPr>
            <a:spLocks noGrp="1"/>
          </p:cNvSpPr>
          <p:nvPr>
            <p:ph type="title"/>
          </p:nvPr>
        </p:nvSpPr>
        <p:spPr/>
        <p:txBody>
          <a:bodyPr/>
          <a:lstStyle/>
          <a:p>
            <a:br>
              <a:rPr lang="pt-BR" sz="1600" dirty="0"/>
            </a:br>
            <a:r>
              <a:rPr lang="pt-BR" sz="1600" dirty="0"/>
              <a:t>Saving and Viewing a HTML Document</a:t>
            </a:r>
            <a:endParaRPr lang="en-US" dirty="0"/>
          </a:p>
        </p:txBody>
      </p:sp>
    </p:spTree>
    <p:extLst>
      <p:ext uri="{BB962C8B-B14F-4D97-AF65-F5344CB8AC3E}">
        <p14:creationId xmlns:p14="http://schemas.microsoft.com/office/powerpoint/2010/main" val="2268119949"/>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FA41197F-177C-EAA4-2E8B-E9F36139617F}"/>
              </a:ext>
            </a:extLst>
          </p:cNvPr>
          <p:cNvSpPr>
            <a:spLocks noGrp="1"/>
          </p:cNvSpPr>
          <p:nvPr>
            <p:ph type="body" sz="quarter" idx="11"/>
          </p:nvPr>
        </p:nvSpPr>
        <p:spPr>
          <a:xfrm>
            <a:off x="947737" y="1341438"/>
            <a:ext cx="7559675" cy="1708150"/>
          </a:xfrm>
        </p:spPr>
        <p:txBody>
          <a:bodyPr/>
          <a:lstStyle/>
          <a:p>
            <a:r>
              <a:rPr lang="pt-BR" dirty="0"/>
              <a:t>TEXT  TEGS</a:t>
            </a:r>
            <a:endParaRPr lang="en-GB" dirty="0"/>
          </a:p>
        </p:txBody>
      </p:sp>
      <p:sp>
        <p:nvSpPr>
          <p:cNvPr id="4" name="Textplatzhalter 6">
            <a:extLst>
              <a:ext uri="{FF2B5EF4-FFF2-40B4-BE49-F238E27FC236}">
                <a16:creationId xmlns:a16="http://schemas.microsoft.com/office/drawing/2014/main" id="{C268B676-1542-7390-7EBD-E9AC9FB992CB}"/>
              </a:ext>
            </a:extLst>
          </p:cNvPr>
          <p:cNvSpPr>
            <a:spLocks noGrp="1"/>
          </p:cNvSpPr>
          <p:nvPr>
            <p:ph type="body" sz="quarter" idx="13"/>
          </p:nvPr>
        </p:nvSpPr>
        <p:spPr>
          <a:xfrm>
            <a:off x="947738" y="6115050"/>
            <a:ext cx="7559675" cy="490538"/>
          </a:xfrm>
        </p:spPr>
        <p:txBody>
          <a:bodyPr/>
          <a:lstStyle/>
          <a:p>
            <a:r>
              <a:rPr lang="en-US" dirty="0"/>
              <a:t>8 May 2024, Speaker name</a:t>
            </a:r>
          </a:p>
        </p:txBody>
      </p:sp>
      <p:sp>
        <p:nvSpPr>
          <p:cNvPr id="2" name="Textplatzhalter 7">
            <a:extLst>
              <a:ext uri="{FF2B5EF4-FFF2-40B4-BE49-F238E27FC236}">
                <a16:creationId xmlns:a16="http://schemas.microsoft.com/office/drawing/2014/main" id="{B60559FA-424D-A14A-5A8D-63AD3ACB66DF}"/>
              </a:ext>
            </a:extLst>
          </p:cNvPr>
          <p:cNvSpPr>
            <a:spLocks noGrp="1"/>
          </p:cNvSpPr>
          <p:nvPr>
            <p:ph type="body" sz="quarter" idx="10"/>
          </p:nvPr>
        </p:nvSpPr>
        <p:spPr>
          <a:xfrm>
            <a:off x="947738" y="3222345"/>
            <a:ext cx="6941203" cy="2211387"/>
          </a:xfrm>
        </p:spPr>
        <p:txBody>
          <a:bodyPr/>
          <a:lstStyle/>
          <a:p>
            <a:pPr>
              <a:lnSpc>
                <a:spcPct val="150000"/>
              </a:lnSpc>
            </a:pPr>
            <a:r>
              <a:rPr lang="en-GB" altLang="en-US" sz="2400" dirty="0"/>
              <a:t>Text tag are divided into two categories as:</a:t>
            </a:r>
          </a:p>
          <a:p>
            <a:pPr marL="713290" lvl="2" indent="-342900" algn="just">
              <a:lnSpc>
                <a:spcPct val="150000"/>
              </a:lnSpc>
              <a:buFont typeface="Courier New" panose="02070309020205020404" pitchFamily="49" charset="0"/>
              <a:buChar char="o"/>
            </a:pPr>
            <a:r>
              <a:rPr lang="en-GB" altLang="en-US" sz="1600" dirty="0"/>
              <a:t> Character-level tags and attributes which applies to formatting of individual letters or words.</a:t>
            </a:r>
          </a:p>
          <a:p>
            <a:pPr marL="713290" lvl="2" indent="-342900" algn="just">
              <a:lnSpc>
                <a:spcPct val="150000"/>
              </a:lnSpc>
              <a:buFont typeface="Courier New" panose="02070309020205020404" pitchFamily="49" charset="0"/>
              <a:buChar char="o"/>
            </a:pPr>
            <a:r>
              <a:rPr lang="en-GB" altLang="en-US" sz="1600" dirty="0"/>
              <a:t> Paragraph level tags and attributes which apply</a:t>
            </a:r>
          </a:p>
          <a:p>
            <a:pPr marL="1030766" lvl="3" indent="-342900" algn="just">
              <a:lnSpc>
                <a:spcPct val="150000"/>
              </a:lnSpc>
              <a:buFont typeface="Wingdings" panose="05000000000000000000" pitchFamily="2" charset="2"/>
              <a:buChar char="§"/>
            </a:pPr>
            <a:r>
              <a:rPr lang="en-GB" altLang="en-US" sz="1400" dirty="0"/>
              <a:t>   To formatting of sections of text.</a:t>
            </a:r>
          </a:p>
        </p:txBody>
      </p:sp>
    </p:spTree>
    <p:extLst>
      <p:ext uri="{BB962C8B-B14F-4D97-AF65-F5344CB8AC3E}">
        <p14:creationId xmlns:p14="http://schemas.microsoft.com/office/powerpoint/2010/main" val="1130027934"/>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8F9A5C-D269-21B8-293C-8CCB6C2BB9F4}"/>
              </a:ext>
            </a:extLst>
          </p:cNvPr>
          <p:cNvSpPr>
            <a:spLocks noGrp="1"/>
          </p:cNvSpPr>
          <p:nvPr>
            <p:ph type="body" sz="quarter" idx="11"/>
          </p:nvPr>
        </p:nvSpPr>
        <p:spPr>
          <a:xfrm>
            <a:off x="947738" y="1576388"/>
            <a:ext cx="7559675" cy="1480577"/>
          </a:xfrm>
        </p:spPr>
        <p:txBody>
          <a:bodyPr/>
          <a:lstStyle/>
          <a:p>
            <a:r>
              <a:rPr lang="en-GB" altLang="en-US" dirty="0"/>
              <a:t>Character Formatting Tag</a:t>
            </a:r>
            <a:endParaRPr lang="en-US" dirty="0"/>
          </a:p>
        </p:txBody>
      </p:sp>
      <p:sp>
        <p:nvSpPr>
          <p:cNvPr id="3" name="TextBox 2">
            <a:extLst>
              <a:ext uri="{FF2B5EF4-FFF2-40B4-BE49-F238E27FC236}">
                <a16:creationId xmlns:a16="http://schemas.microsoft.com/office/drawing/2014/main" id="{111DECAE-3373-CADD-6370-92D02A9715F2}"/>
              </a:ext>
            </a:extLst>
          </p:cNvPr>
          <p:cNvSpPr txBox="1"/>
          <p:nvPr/>
        </p:nvSpPr>
        <p:spPr bwMode="ltGray">
          <a:xfrm>
            <a:off x="947737" y="3397624"/>
            <a:ext cx="7559675" cy="1895276"/>
          </a:xfrm>
          <a:prstGeom prst="rect">
            <a:avLst/>
          </a:prstGeom>
          <a:noFill/>
          <a:ln w="6350">
            <a:noFill/>
            <a:miter lim="800000"/>
            <a:headEnd/>
            <a:tailEnd/>
          </a:ln>
        </p:spPr>
        <p:txBody>
          <a:bodyPr wrap="square" lIns="100913" tIns="50457" rIns="100913" bIns="50457" rtlCol="0" anchor="t" anchorCtr="0">
            <a:spAutoFit/>
          </a:bodyPr>
          <a:lstStyle/>
          <a:p>
            <a:pPr eaLnBrk="0" hangingPunct="0">
              <a:lnSpc>
                <a:spcPct val="150000"/>
              </a:lnSpc>
            </a:pPr>
            <a:r>
              <a:rPr lang="en-US" dirty="0">
                <a:solidFill>
                  <a:schemeClr val="bg1"/>
                </a:solidFill>
                <a:latin typeface="+mn-lt"/>
              </a:rPr>
              <a:t>The character formatting tags are used to specify how a particular text should be displayed on the screen to distinguish certain characters within the document.</a:t>
            </a:r>
          </a:p>
          <a:p>
            <a:pPr eaLnBrk="0" hangingPunct="0">
              <a:lnSpc>
                <a:spcPct val="150000"/>
              </a:lnSpc>
            </a:pPr>
            <a:endParaRPr lang="en-US" dirty="0" err="1">
              <a:solidFill>
                <a:schemeClr val="bg1"/>
              </a:solidFill>
              <a:latin typeface="+mn-lt"/>
            </a:endParaRPr>
          </a:p>
        </p:txBody>
      </p:sp>
    </p:spTree>
    <p:extLst>
      <p:ext uri="{BB962C8B-B14F-4D97-AF65-F5344CB8AC3E}">
        <p14:creationId xmlns:p14="http://schemas.microsoft.com/office/powerpoint/2010/main" val="1958346455"/>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7692332" cy="5761038"/>
          </a:xfrm>
        </p:spPr>
        <p:txBody>
          <a:bodyPr/>
          <a:lstStyle/>
          <a:p>
            <a:pPr marL="285750" indent="-285750" algn="just">
              <a:lnSpc>
                <a:spcPct val="150000"/>
              </a:lnSpc>
              <a:buFont typeface="Arial" panose="020B0604020202020204" pitchFamily="34" charset="0"/>
              <a:buChar char="•"/>
            </a:pPr>
            <a:r>
              <a:rPr lang="en-GB" altLang="en-US" sz="1600" dirty="0"/>
              <a:t> Boldface &lt;B&gt;: displays text in BOLD</a:t>
            </a:r>
          </a:p>
          <a:p>
            <a:pPr lvl="2" indent="0" algn="just">
              <a:lnSpc>
                <a:spcPct val="150000"/>
              </a:lnSpc>
              <a:buNone/>
            </a:pPr>
            <a:r>
              <a:rPr lang="en-GB" altLang="en-US" dirty="0"/>
              <a:t>Example: Welcome to the &lt;B&gt; Internet World &lt;/B&gt;</a:t>
            </a:r>
          </a:p>
          <a:p>
            <a:pPr lvl="2" indent="0" algn="just">
              <a:lnSpc>
                <a:spcPct val="150000"/>
              </a:lnSpc>
              <a:buNone/>
            </a:pPr>
            <a:r>
              <a:rPr lang="en-GB" altLang="en-US" dirty="0"/>
              <a:t>Output: Welcome to the Internet World</a:t>
            </a:r>
          </a:p>
          <a:p>
            <a:pPr marL="285750" indent="-285750" algn="just">
              <a:lnSpc>
                <a:spcPct val="150000"/>
              </a:lnSpc>
              <a:buFont typeface="Arial" panose="020B0604020202020204" pitchFamily="34" charset="0"/>
              <a:buChar char="•"/>
            </a:pPr>
            <a:r>
              <a:rPr lang="en-GB" altLang="en-US" sz="1600" dirty="0"/>
              <a:t> Italics &lt;I&gt;: displays text in Italic</a:t>
            </a:r>
          </a:p>
          <a:p>
            <a:pPr lvl="2" indent="0" algn="just">
              <a:lnSpc>
                <a:spcPct val="150000"/>
              </a:lnSpc>
              <a:buNone/>
            </a:pPr>
            <a:r>
              <a:rPr lang="en-GB" altLang="en-US" dirty="0"/>
              <a:t>Example: Welcome to the &lt;I&gt; Internet World &lt;/I&gt;</a:t>
            </a:r>
          </a:p>
          <a:p>
            <a:pPr lvl="2" indent="0" algn="just">
              <a:lnSpc>
                <a:spcPct val="150000"/>
              </a:lnSpc>
              <a:buNone/>
            </a:pPr>
            <a:r>
              <a:rPr lang="en-GB" altLang="en-US" dirty="0"/>
              <a:t>Output: Welcome to the Internet World</a:t>
            </a:r>
          </a:p>
          <a:p>
            <a:pPr marL="285750" indent="-285750" algn="just">
              <a:lnSpc>
                <a:spcPct val="150000"/>
              </a:lnSpc>
              <a:buFont typeface="Arial" panose="020B0604020202020204" pitchFamily="34" charset="0"/>
              <a:buChar char="•"/>
            </a:pPr>
            <a:r>
              <a:rPr lang="en-GB" altLang="en-US" sz="1600" dirty="0"/>
              <a:t> Subscript &lt;SUB&gt;: displays text in Subscript</a:t>
            </a:r>
          </a:p>
          <a:p>
            <a:pPr marL="285750" indent="-285750" algn="just">
              <a:lnSpc>
                <a:spcPct val="150000"/>
              </a:lnSpc>
              <a:buFont typeface="Arial" panose="020B0604020202020204" pitchFamily="34" charset="0"/>
              <a:buChar char="•"/>
            </a:pPr>
            <a:r>
              <a:rPr lang="en-GB" altLang="en-US" sz="1600" dirty="0"/>
              <a:t> Superscript &lt;SUP&gt;: displays text in Superscript</a:t>
            </a:r>
          </a:p>
          <a:p>
            <a:pPr marL="285750" indent="-285750" algn="just">
              <a:lnSpc>
                <a:spcPct val="150000"/>
              </a:lnSpc>
              <a:buFont typeface="Arial" panose="020B0604020202020204" pitchFamily="34" charset="0"/>
              <a:buChar char="•"/>
            </a:pPr>
            <a:r>
              <a:rPr lang="en-GB" altLang="en-US" sz="1600" dirty="0"/>
              <a:t> Small &lt;SMALL&gt;: displays text in smaller font as compared to normal font</a:t>
            </a:r>
          </a:p>
          <a:p>
            <a:pPr marL="285750" indent="-285750" algn="just">
              <a:lnSpc>
                <a:spcPct val="150000"/>
              </a:lnSpc>
              <a:buFont typeface="Arial" panose="020B0604020202020204" pitchFamily="34" charset="0"/>
              <a:buChar char="•"/>
            </a:pPr>
            <a:r>
              <a:rPr lang="en-GB" altLang="en-US" sz="1600" dirty="0"/>
              <a:t> Big &lt;BIG&gt;: displays text in larger font as compared to normal font</a:t>
            </a:r>
          </a:p>
          <a:p>
            <a:pPr marL="285750" indent="-285750" algn="just">
              <a:lnSpc>
                <a:spcPct val="150000"/>
              </a:lnSpc>
              <a:buFont typeface="Arial" panose="020B0604020202020204" pitchFamily="34" charset="0"/>
              <a:buChar char="•"/>
            </a:pPr>
            <a:r>
              <a:rPr lang="en-GB" altLang="en-US" sz="1600" dirty="0"/>
              <a:t>Underline&lt;U&gt;specifies that the enclosed text be underline</a:t>
            </a:r>
          </a:p>
          <a:p>
            <a:pPr lvl="2" indent="0" algn="just">
              <a:lnSpc>
                <a:spcPct val="150000"/>
              </a:lnSpc>
              <a:buNone/>
            </a:pPr>
            <a:r>
              <a:rPr lang="en-GB" altLang="en-US" dirty="0"/>
              <a:t>Example:&lt;U&gt; hello&lt;/u&gt;</a:t>
            </a:r>
          </a:p>
          <a:p>
            <a:pPr lvl="2" indent="0" algn="just">
              <a:lnSpc>
                <a:spcPct val="150000"/>
              </a:lnSpc>
              <a:buNone/>
            </a:pPr>
            <a:r>
              <a:rPr lang="en-GB" altLang="en-US" dirty="0"/>
              <a:t>Output: hello</a:t>
            </a:r>
          </a:p>
          <a:p>
            <a:pPr marL="571500" indent="-571500" algn="just">
              <a:lnSpc>
                <a:spcPct val="150000"/>
              </a:lnSpc>
              <a:buFont typeface="Arial" panose="020B0604020202020204" pitchFamily="34" charset="0"/>
              <a:buChar char="•"/>
            </a:pPr>
            <a:endParaRPr lang="en-GB" altLang="en-US" sz="3600" dirty="0"/>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19</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dirty="0"/>
              <a:t>THE MOST COMMON CHARACTER FORMATTING TAGS</a:t>
            </a:r>
            <a:endParaRPr lang="en-GB" noProof="0" dirty="0"/>
          </a:p>
        </p:txBody>
      </p:sp>
    </p:spTree>
    <p:extLst>
      <p:ext uri="{BB962C8B-B14F-4D97-AF65-F5344CB8AC3E}">
        <p14:creationId xmlns:p14="http://schemas.microsoft.com/office/powerpoint/2010/main" val="3690371865"/>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40044" y="1213970"/>
            <a:ext cx="7692332" cy="5761038"/>
          </a:xfrm>
        </p:spPr>
        <p:txBody>
          <a:bodyPr/>
          <a:lstStyle/>
          <a:p>
            <a:pPr marL="285750" indent="-285750" algn="just">
              <a:lnSpc>
                <a:spcPct val="150000"/>
              </a:lnSpc>
              <a:buFont typeface="Arial" panose="020B0604020202020204" pitchFamily="34" charset="0"/>
              <a:buChar char="•"/>
            </a:pPr>
            <a:r>
              <a:rPr lang="en-US" altLang="en-US" sz="1600" dirty="0"/>
              <a:t>By using &lt;FONT&gt; Tag one can specify the colors, size of the text. </a:t>
            </a:r>
          </a:p>
          <a:p>
            <a:pPr lvl="2" algn="just">
              <a:lnSpc>
                <a:spcPct val="150000"/>
              </a:lnSpc>
            </a:pPr>
            <a:r>
              <a:rPr lang="en-US" altLang="en-US" sz="1600" dirty="0"/>
              <a:t>Example: </a:t>
            </a:r>
            <a:r>
              <a:rPr lang="en-US" altLang="en-US" sz="1400" dirty="0"/>
              <a:t>&lt;FONT&gt; Your text goes here &lt;/FONT&gt;</a:t>
            </a:r>
          </a:p>
          <a:p>
            <a:pPr marL="285750" indent="-285750" algn="just">
              <a:lnSpc>
                <a:spcPct val="150000"/>
              </a:lnSpc>
              <a:buFont typeface="Arial" panose="020B0604020202020204" pitchFamily="34" charset="0"/>
              <a:buChar char="•"/>
            </a:pPr>
            <a:r>
              <a:rPr lang="en-US" altLang="en-US" sz="1600" dirty="0"/>
              <a:t>Attributes of &lt;FONT&gt; are:</a:t>
            </a:r>
          </a:p>
          <a:p>
            <a:pPr lvl="2" algn="just">
              <a:lnSpc>
                <a:spcPct val="150000"/>
              </a:lnSpc>
            </a:pPr>
            <a:r>
              <a:rPr lang="en-US" altLang="en-US" sz="1600" dirty="0"/>
              <a:t>COLOR: Sets the color of the text that will appear on the  screen. It can be set by giving the value as #rr0000 for red (in RGB hexadecimal format), or by name. Example: &lt;FONT COLOR="RED"&gt; Your text goes here &lt;/FONT&gt;</a:t>
            </a:r>
          </a:p>
          <a:p>
            <a:pPr lvl="2" algn="just">
              <a:lnSpc>
                <a:spcPct val="150000"/>
              </a:lnSpc>
            </a:pPr>
            <a:r>
              <a:rPr lang="en-US" altLang="en-US" sz="1600" dirty="0"/>
              <a:t>SIZE: Sets the size of the text, takes value between 1 and 7, default is 3. Size can also be set relative to default size. </a:t>
            </a:r>
          </a:p>
          <a:p>
            <a:pPr lvl="3" algn="just">
              <a:lnSpc>
                <a:spcPct val="150000"/>
              </a:lnSpc>
              <a:buFont typeface="Courier New" panose="02070309020205020404" pitchFamily="49" charset="0"/>
              <a:buChar char="o"/>
            </a:pPr>
            <a:r>
              <a:rPr lang="en-US" altLang="en-US" sz="1400" dirty="0"/>
              <a:t>Example; SIZE=+X, where X is any integer value and it will add with the default size.</a:t>
            </a:r>
          </a:p>
          <a:p>
            <a:pPr lvl="3" algn="just">
              <a:lnSpc>
                <a:spcPct val="150000"/>
              </a:lnSpc>
              <a:buFont typeface="Courier New" panose="02070309020205020404" pitchFamily="49" charset="0"/>
              <a:buChar char="o"/>
            </a:pPr>
            <a:r>
              <a:rPr lang="en-US" altLang="en-US" sz="1400" dirty="0"/>
              <a:t>Example: &lt;FONT SIZE=5&gt; Font Size changes to 5 &lt;/FONT&gt;</a:t>
            </a:r>
          </a:p>
          <a:p>
            <a:pPr lvl="2" algn="just">
              <a:lnSpc>
                <a:spcPct val="150000"/>
              </a:lnSpc>
            </a:pPr>
            <a:r>
              <a:rPr lang="en-US" altLang="en-US" sz="1600" dirty="0"/>
              <a:t> FACE: Sets the normal font type, provided it is installed on the user’s machine.</a:t>
            </a:r>
          </a:p>
          <a:p>
            <a:pPr lvl="3" algn="just">
              <a:lnSpc>
                <a:spcPct val="150000"/>
              </a:lnSpc>
              <a:buFont typeface="Courier New" panose="02070309020205020404" pitchFamily="49" charset="0"/>
              <a:buChar char="o"/>
            </a:pPr>
            <a:r>
              <a:rPr lang="en-US" altLang="en-US" sz="1400" dirty="0"/>
              <a:t>Example:  &lt;FONT FACE="ARIAL"&gt; the text will be displayed in Arial&lt;/FONT&gt;</a:t>
            </a:r>
          </a:p>
          <a:p>
            <a:pPr lvl="2" algn="just">
              <a:lnSpc>
                <a:spcPct val="150000"/>
              </a:lnSpc>
            </a:pPr>
            <a:endParaRPr lang="en-US" altLang="en-US" sz="1600" dirty="0"/>
          </a:p>
          <a:p>
            <a:pPr lvl="2" algn="just">
              <a:lnSpc>
                <a:spcPct val="150000"/>
              </a:lnSpc>
            </a:pPr>
            <a:endParaRPr lang="en-US" altLang="en-US" sz="1600" dirty="0"/>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20</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fr-FR" altLang="en-US" dirty="0"/>
              <a:t>Font </a:t>
            </a:r>
            <a:r>
              <a:rPr lang="fr-FR" altLang="en-US" dirty="0" err="1"/>
              <a:t>Colors</a:t>
            </a:r>
            <a:r>
              <a:rPr lang="fr-FR" altLang="en-US" dirty="0"/>
              <a:t> and Size: &lt;FONT&gt;</a:t>
            </a:r>
            <a:endParaRPr lang="en-GB" noProof="0" dirty="0"/>
          </a:p>
        </p:txBody>
      </p:sp>
    </p:spTree>
    <p:extLst>
      <p:ext uri="{BB962C8B-B14F-4D97-AF65-F5344CB8AC3E}">
        <p14:creationId xmlns:p14="http://schemas.microsoft.com/office/powerpoint/2010/main" val="3338025822"/>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C329DF-0A16-2705-8FD7-128BB6E1DCFA}"/>
              </a:ext>
            </a:extLst>
          </p:cNvPr>
          <p:cNvSpPr>
            <a:spLocks noGrp="1"/>
          </p:cNvSpPr>
          <p:nvPr>
            <p:ph type="sldNum" sz="quarter" idx="4"/>
          </p:nvPr>
        </p:nvSpPr>
        <p:spPr/>
        <p:txBody>
          <a:bodyPr/>
          <a:lstStyle/>
          <a:p>
            <a:fld id="{D71DA9FD-6EF8-4CC5-AF9B-B6159B5B937C}" type="slidenum">
              <a:rPr lang="en-GB" noProof="1" smtClean="0"/>
              <a:pPr/>
              <a:t>21</a:t>
            </a:fld>
            <a:endParaRPr lang="en-GB" noProof="1"/>
          </a:p>
        </p:txBody>
      </p:sp>
      <p:sp>
        <p:nvSpPr>
          <p:cNvPr id="3" name="Footer Placeholder 2">
            <a:extLst>
              <a:ext uri="{FF2B5EF4-FFF2-40B4-BE49-F238E27FC236}">
                <a16:creationId xmlns:a16="http://schemas.microsoft.com/office/drawing/2014/main" id="{49D3DDF9-56DB-8BD6-4868-53F37C601F11}"/>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ext Placeholder 3">
            <a:extLst>
              <a:ext uri="{FF2B5EF4-FFF2-40B4-BE49-F238E27FC236}">
                <a16:creationId xmlns:a16="http://schemas.microsoft.com/office/drawing/2014/main" id="{BCDCA766-DA68-3954-69FA-EAE1B9BC42C5}"/>
              </a:ext>
            </a:extLst>
          </p:cNvPr>
          <p:cNvSpPr>
            <a:spLocks noGrp="1"/>
          </p:cNvSpPr>
          <p:nvPr>
            <p:ph type="body" sz="quarter" idx="10"/>
          </p:nvPr>
        </p:nvSpPr>
        <p:spPr>
          <a:xfrm>
            <a:off x="359999" y="883152"/>
            <a:ext cx="9360000" cy="5761038"/>
          </a:xfrm>
        </p:spPr>
        <p:txBody>
          <a:bodyPr/>
          <a:lstStyle/>
          <a:p>
            <a:pPr marL="317476" lvl="3" indent="0" algn="just" fontAlgn="auto">
              <a:lnSpc>
                <a:spcPct val="150000"/>
              </a:lnSpc>
              <a:buNone/>
              <a:defRPr/>
            </a:pPr>
            <a:r>
              <a:rPr lang="en-US" sz="1400" dirty="0"/>
              <a:t>&lt;HTML&gt;</a:t>
            </a:r>
          </a:p>
          <a:p>
            <a:pPr marL="317476" lvl="3" indent="0" algn="just" fontAlgn="auto">
              <a:lnSpc>
                <a:spcPct val="150000"/>
              </a:lnSpc>
              <a:buNone/>
              <a:defRPr/>
            </a:pPr>
            <a:r>
              <a:rPr lang="en-US" sz="1400" dirty="0"/>
              <a:t>&lt;HEAD&gt;</a:t>
            </a:r>
          </a:p>
          <a:p>
            <a:pPr marL="317476" lvl="3" indent="0" algn="just" fontAlgn="auto">
              <a:lnSpc>
                <a:spcPct val="150000"/>
              </a:lnSpc>
              <a:buNone/>
              <a:defRPr/>
            </a:pPr>
            <a:r>
              <a:rPr lang="en-US" sz="1400" dirty="0"/>
              <a:t>&lt;TITLE&gt;</a:t>
            </a:r>
          </a:p>
          <a:p>
            <a:pPr marL="317476" lvl="3" indent="0" algn="just" fontAlgn="auto">
              <a:lnSpc>
                <a:spcPct val="150000"/>
              </a:lnSpc>
              <a:buNone/>
              <a:defRPr/>
            </a:pPr>
            <a:r>
              <a:rPr lang="en-US" sz="1400" dirty="0"/>
              <a:t>Use of Character Formatting Text Tags</a:t>
            </a:r>
          </a:p>
          <a:p>
            <a:pPr marL="317476" lvl="3" indent="0" algn="just" fontAlgn="auto">
              <a:lnSpc>
                <a:spcPct val="150000"/>
              </a:lnSpc>
              <a:buNone/>
              <a:defRPr/>
            </a:pPr>
            <a:r>
              <a:rPr lang="en-US" sz="1400" dirty="0"/>
              <a:t>&lt;/TITLE&gt;</a:t>
            </a:r>
          </a:p>
          <a:p>
            <a:pPr marL="317476" lvl="3" indent="0" algn="just" fontAlgn="auto">
              <a:lnSpc>
                <a:spcPct val="150000"/>
              </a:lnSpc>
              <a:buNone/>
              <a:defRPr/>
            </a:pPr>
            <a:r>
              <a:rPr lang="en-US" sz="1400" dirty="0"/>
              <a:t>&lt;/HEAD&gt;</a:t>
            </a:r>
          </a:p>
          <a:p>
            <a:pPr marL="317476" lvl="3" indent="0" algn="just" fontAlgn="auto">
              <a:lnSpc>
                <a:spcPct val="150000"/>
              </a:lnSpc>
              <a:buNone/>
              <a:defRPr/>
            </a:pPr>
            <a:r>
              <a:rPr lang="en-US" sz="1400" dirty="0"/>
              <a:t>&lt;BODY&gt;</a:t>
            </a:r>
          </a:p>
          <a:p>
            <a:pPr marL="317476" lvl="3" indent="0" algn="just" fontAlgn="auto">
              <a:lnSpc>
                <a:spcPct val="150000"/>
              </a:lnSpc>
              <a:buNone/>
              <a:defRPr/>
            </a:pPr>
            <a:r>
              <a:rPr lang="en-US" sz="1400" dirty="0"/>
              <a:t>&lt;H1&gt;&lt;I&gt; Welcome to the world of Internet&lt;/I&gt;&lt;/H1&gt;</a:t>
            </a:r>
          </a:p>
          <a:p>
            <a:pPr marL="317476" lvl="3" indent="0" algn="just" fontAlgn="auto">
              <a:lnSpc>
                <a:spcPct val="150000"/>
              </a:lnSpc>
              <a:buNone/>
              <a:defRPr/>
            </a:pPr>
            <a:r>
              <a:rPr lang="en-US" sz="1400" dirty="0"/>
              <a:t> It is a</a:t>
            </a:r>
          </a:p>
          <a:p>
            <a:pPr marL="317476" lvl="3" indent="0" algn="just" fontAlgn="auto">
              <a:lnSpc>
                <a:spcPct val="150000"/>
              </a:lnSpc>
              <a:buNone/>
              <a:defRPr/>
            </a:pPr>
            <a:r>
              <a:rPr lang="en-US" sz="1400" dirty="0"/>
              <a:t>&lt;FONT COLOR="BLUE" SIZE="4"&gt;</a:t>
            </a:r>
          </a:p>
          <a:p>
            <a:pPr marL="317476" lvl="3" indent="0" algn="just" fontAlgn="auto">
              <a:lnSpc>
                <a:spcPct val="150000"/>
              </a:lnSpc>
              <a:buNone/>
              <a:defRPr/>
            </a:pPr>
            <a:r>
              <a:rPr lang="en-US" sz="1400" dirty="0"/>
              <a:t>&lt;U&gt;Network of Networks&lt;/U&gt;</a:t>
            </a:r>
          </a:p>
          <a:p>
            <a:pPr marL="317476" lvl="3" indent="0" algn="just" fontAlgn="auto">
              <a:lnSpc>
                <a:spcPct val="150000"/>
              </a:lnSpc>
              <a:buNone/>
              <a:defRPr/>
            </a:pPr>
            <a:r>
              <a:rPr lang="en-US" sz="1400" dirty="0"/>
              <a:t>&lt;/FONT&gt;</a:t>
            </a:r>
          </a:p>
          <a:p>
            <a:pPr marL="317476" lvl="3" indent="0" algn="just" fontAlgn="auto">
              <a:lnSpc>
                <a:spcPct val="150000"/>
              </a:lnSpc>
              <a:buNone/>
              <a:defRPr/>
            </a:pPr>
            <a:r>
              <a:rPr lang="en-US" sz="1400" dirty="0"/>
              <a:t>&lt;/BODY&gt;</a:t>
            </a:r>
          </a:p>
          <a:p>
            <a:pPr marL="317476" lvl="3" indent="0" algn="just" fontAlgn="auto">
              <a:lnSpc>
                <a:spcPct val="150000"/>
              </a:lnSpc>
              <a:buNone/>
              <a:defRPr/>
            </a:pPr>
            <a:r>
              <a:rPr lang="en-US" sz="1400" dirty="0"/>
              <a:t>&lt;/HTML&gt;</a:t>
            </a:r>
          </a:p>
          <a:p>
            <a:pPr>
              <a:lnSpc>
                <a:spcPct val="150000"/>
              </a:lnSpc>
            </a:pPr>
            <a:endParaRPr lang="en-US" dirty="0"/>
          </a:p>
        </p:txBody>
      </p:sp>
      <p:sp>
        <p:nvSpPr>
          <p:cNvPr id="5" name="Title 4">
            <a:extLst>
              <a:ext uri="{FF2B5EF4-FFF2-40B4-BE49-F238E27FC236}">
                <a16:creationId xmlns:a16="http://schemas.microsoft.com/office/drawing/2014/main" id="{8837E36E-0E4F-EDEB-8BDA-281CEF57A4C5}"/>
              </a:ext>
            </a:extLst>
          </p:cNvPr>
          <p:cNvSpPr>
            <a:spLocks noGrp="1"/>
          </p:cNvSpPr>
          <p:nvPr>
            <p:ph type="title"/>
          </p:nvPr>
        </p:nvSpPr>
        <p:spPr>
          <a:xfrm>
            <a:off x="340044" y="502603"/>
            <a:ext cx="8661082" cy="560071"/>
          </a:xfrm>
        </p:spPr>
        <p:txBody>
          <a:bodyPr/>
          <a:lstStyle/>
          <a:p>
            <a:r>
              <a:rPr lang="en-GB" altLang="en-US" sz="1600" dirty="0">
                <a:solidFill>
                  <a:srgbClr val="00A3E0"/>
                </a:solidFill>
              </a:rPr>
              <a:t>An HTML document formatText.html shows the use of Character Formatting Tags.</a:t>
            </a:r>
            <a:endParaRPr lang="en-US" dirty="0">
              <a:solidFill>
                <a:srgbClr val="00A3E0"/>
              </a:solidFill>
            </a:endParaRPr>
          </a:p>
        </p:txBody>
      </p:sp>
      <p:sp>
        <p:nvSpPr>
          <p:cNvPr id="6" name="TextBox 5">
            <a:extLst>
              <a:ext uri="{FF2B5EF4-FFF2-40B4-BE49-F238E27FC236}">
                <a16:creationId xmlns:a16="http://schemas.microsoft.com/office/drawing/2014/main" id="{E3B72C26-DDB0-CE77-0111-43E542CE5600}"/>
              </a:ext>
            </a:extLst>
          </p:cNvPr>
          <p:cNvSpPr txBox="1"/>
          <p:nvPr/>
        </p:nvSpPr>
        <p:spPr bwMode="ltGray">
          <a:xfrm>
            <a:off x="3891280" y="5435600"/>
            <a:ext cx="5720080" cy="1333006"/>
          </a:xfrm>
          <a:prstGeom prst="rect">
            <a:avLst/>
          </a:prstGeom>
          <a:solidFill>
            <a:schemeClr val="tx1">
              <a:lumMod val="75000"/>
              <a:lumOff val="25000"/>
            </a:schemeClr>
          </a:solidFill>
          <a:ln w="6350">
            <a:noFill/>
            <a:miter lim="800000"/>
            <a:headEnd/>
            <a:tailEnd/>
          </a:ln>
        </p:spPr>
        <p:txBody>
          <a:bodyPr wrap="square" lIns="100913" tIns="50457" rIns="100913" bIns="50457" rtlCol="0" anchor="t" anchorCtr="0">
            <a:spAutoFit/>
          </a:bodyPr>
          <a:lstStyle/>
          <a:p>
            <a:pPr fontAlgn="auto">
              <a:spcAft>
                <a:spcPts val="0"/>
              </a:spcAft>
              <a:buFont typeface="Arial" panose="020B0604020202020204" pitchFamily="34" charset="0"/>
              <a:buNone/>
              <a:defRPr/>
            </a:pPr>
            <a:r>
              <a:rPr lang="en-GB" i="1" dirty="0"/>
              <a:t>Welcome to the world of Internet</a:t>
            </a:r>
          </a:p>
          <a:p>
            <a:pPr fontAlgn="auto">
              <a:spcAft>
                <a:spcPts val="0"/>
              </a:spcAft>
              <a:buFont typeface="Arial" panose="020B0604020202020204" pitchFamily="34" charset="0"/>
              <a:buNone/>
              <a:defRPr/>
            </a:pPr>
            <a:endParaRPr lang="en-GB" i="1" dirty="0"/>
          </a:p>
          <a:p>
            <a:pPr fontAlgn="auto">
              <a:spcAft>
                <a:spcPts val="0"/>
              </a:spcAft>
              <a:buFont typeface="Arial" panose="020B0604020202020204" pitchFamily="34" charset="0"/>
              <a:buNone/>
              <a:defRPr/>
            </a:pPr>
            <a:r>
              <a:rPr lang="en-GB" dirty="0"/>
              <a:t>It is a </a:t>
            </a:r>
            <a:r>
              <a:rPr lang="en-GB" u="sng" dirty="0">
                <a:solidFill>
                  <a:schemeClr val="tx2">
                    <a:lumMod val="60000"/>
                    <a:lumOff val="40000"/>
                  </a:schemeClr>
                </a:solidFill>
              </a:rPr>
              <a:t>Network of Networks </a:t>
            </a:r>
          </a:p>
          <a:p>
            <a:pPr eaLnBrk="0" hangingPunct="0"/>
            <a:endParaRPr lang="en-US" dirty="0" err="1">
              <a:latin typeface="+mn-lt"/>
            </a:endParaRPr>
          </a:p>
        </p:txBody>
      </p:sp>
      <p:sp>
        <p:nvSpPr>
          <p:cNvPr id="7" name="TextBox 6">
            <a:extLst>
              <a:ext uri="{FF2B5EF4-FFF2-40B4-BE49-F238E27FC236}">
                <a16:creationId xmlns:a16="http://schemas.microsoft.com/office/drawing/2014/main" id="{30FEBD86-1FB5-FC31-766C-0709EF812B32}"/>
              </a:ext>
            </a:extLst>
          </p:cNvPr>
          <p:cNvSpPr txBox="1"/>
          <p:nvPr/>
        </p:nvSpPr>
        <p:spPr bwMode="ltGray">
          <a:xfrm>
            <a:off x="2265680" y="5912654"/>
            <a:ext cx="1950720" cy="378898"/>
          </a:xfrm>
          <a:prstGeom prst="rect">
            <a:avLst/>
          </a:prstGeom>
          <a:noFill/>
          <a:ln w="6350">
            <a:noFill/>
            <a:miter lim="800000"/>
            <a:headEnd/>
            <a:tailEnd/>
          </a:ln>
        </p:spPr>
        <p:txBody>
          <a:bodyPr wrap="square" lIns="100913" tIns="50457" rIns="100913" bIns="50457" rtlCol="0" anchor="t" anchorCtr="0">
            <a:spAutoFit/>
          </a:bodyPr>
          <a:lstStyle/>
          <a:p>
            <a:pPr eaLnBrk="0" hangingPunct="0"/>
            <a:r>
              <a:rPr lang="en-US" sz="1800" b="1" dirty="0">
                <a:solidFill>
                  <a:srgbClr val="00A3E0"/>
                </a:solidFill>
                <a:latin typeface="+mn-lt"/>
              </a:rPr>
              <a:t>OUTPUT</a:t>
            </a:r>
          </a:p>
        </p:txBody>
      </p:sp>
      <p:cxnSp>
        <p:nvCxnSpPr>
          <p:cNvPr id="9" name="Straight Arrow Connector 8">
            <a:extLst>
              <a:ext uri="{FF2B5EF4-FFF2-40B4-BE49-F238E27FC236}">
                <a16:creationId xmlns:a16="http://schemas.microsoft.com/office/drawing/2014/main" id="{8CF744A9-6D3F-5BCF-2B46-515C18ECE245}"/>
              </a:ext>
            </a:extLst>
          </p:cNvPr>
          <p:cNvCxnSpPr/>
          <p:nvPr/>
        </p:nvCxnSpPr>
        <p:spPr bwMode="auto">
          <a:xfrm>
            <a:off x="3423920" y="6102103"/>
            <a:ext cx="467360" cy="0"/>
          </a:xfrm>
          <a:prstGeom prst="straightConnector1">
            <a:avLst/>
          </a:prstGeom>
          <a:noFill/>
          <a:ln w="28575">
            <a:solidFill>
              <a:srgbClr val="00A3E0"/>
            </a:solidFill>
            <a:round/>
            <a:headEnd/>
            <a:tailEnd type="triangle"/>
          </a:ln>
        </p:spPr>
      </p:cxnSp>
    </p:spTree>
    <p:extLst>
      <p:ext uri="{BB962C8B-B14F-4D97-AF65-F5344CB8AC3E}">
        <p14:creationId xmlns:p14="http://schemas.microsoft.com/office/powerpoint/2010/main" val="197439927"/>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FA41197F-177C-EAA4-2E8B-E9F36139617F}"/>
              </a:ext>
            </a:extLst>
          </p:cNvPr>
          <p:cNvSpPr>
            <a:spLocks noGrp="1"/>
          </p:cNvSpPr>
          <p:nvPr>
            <p:ph type="body" sz="quarter" idx="11"/>
          </p:nvPr>
        </p:nvSpPr>
        <p:spPr>
          <a:xfrm>
            <a:off x="947737" y="1219705"/>
            <a:ext cx="7559675" cy="1707966"/>
          </a:xfrm>
        </p:spPr>
        <p:txBody>
          <a:bodyPr/>
          <a:lstStyle/>
          <a:p>
            <a:r>
              <a:rPr lang="en-GB" altLang="en-US" dirty="0"/>
              <a:t>MARQUEE TAG</a:t>
            </a:r>
            <a:endParaRPr lang="en-GB" dirty="0"/>
          </a:p>
        </p:txBody>
      </p:sp>
      <p:sp>
        <p:nvSpPr>
          <p:cNvPr id="4" name="Textplatzhalter 6">
            <a:extLst>
              <a:ext uri="{FF2B5EF4-FFF2-40B4-BE49-F238E27FC236}">
                <a16:creationId xmlns:a16="http://schemas.microsoft.com/office/drawing/2014/main" id="{C268B676-1542-7390-7EBD-E9AC9FB992CB}"/>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2" name="Textplatzhalter 7">
            <a:extLst>
              <a:ext uri="{FF2B5EF4-FFF2-40B4-BE49-F238E27FC236}">
                <a16:creationId xmlns:a16="http://schemas.microsoft.com/office/drawing/2014/main" id="{B60559FA-424D-A14A-5A8D-63AD3ACB66DF}"/>
              </a:ext>
            </a:extLst>
          </p:cNvPr>
          <p:cNvSpPr>
            <a:spLocks noGrp="1"/>
          </p:cNvSpPr>
          <p:nvPr>
            <p:ph type="body" sz="quarter" idx="10"/>
          </p:nvPr>
        </p:nvSpPr>
        <p:spPr>
          <a:xfrm>
            <a:off x="1089979" y="3141030"/>
            <a:ext cx="7007542" cy="2212019"/>
          </a:xfrm>
        </p:spPr>
        <p:txBody>
          <a:bodyPr/>
          <a:lstStyle/>
          <a:p>
            <a:pPr>
              <a:lnSpc>
                <a:spcPct val="150000"/>
              </a:lnSpc>
            </a:pPr>
            <a:r>
              <a:rPr lang="en-GB" altLang="en-US" dirty="0"/>
              <a:t>This tag is used text horizontally across the screen.it is mainly used to deliver a </a:t>
            </a:r>
            <a:r>
              <a:rPr lang="en-GB" altLang="en-US" dirty="0" err="1"/>
              <a:t>specfic</a:t>
            </a:r>
            <a:r>
              <a:rPr lang="en-GB" altLang="en-US" dirty="0"/>
              <a:t> message to the visitor or to scroll Ads on a page.</a:t>
            </a:r>
          </a:p>
          <a:p>
            <a:pPr marL="342900" indent="-342900">
              <a:lnSpc>
                <a:spcPct val="150000"/>
              </a:lnSpc>
              <a:buFont typeface="Arial" panose="020B0604020202020204" pitchFamily="34" charset="0"/>
              <a:buChar char="•"/>
            </a:pPr>
            <a:r>
              <a:rPr lang="en-GB" altLang="en-US" dirty="0"/>
              <a:t>Example: &lt;marquee&gt; hello world&gt;&lt;/marquee&gt;</a:t>
            </a:r>
          </a:p>
        </p:txBody>
      </p:sp>
    </p:spTree>
    <p:extLst>
      <p:ext uri="{BB962C8B-B14F-4D97-AF65-F5344CB8AC3E}">
        <p14:creationId xmlns:p14="http://schemas.microsoft.com/office/powerpoint/2010/main" val="176481977"/>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441644" y="1213970"/>
            <a:ext cx="8123236" cy="5761038"/>
          </a:xfrm>
        </p:spPr>
        <p:txBody>
          <a:bodyPr/>
          <a:lstStyle/>
          <a:p>
            <a:pPr lvl="2" algn="just">
              <a:lnSpc>
                <a:spcPct val="200000"/>
              </a:lnSpc>
            </a:pPr>
            <a:r>
              <a:rPr lang="en-US" altLang="en-US" sz="1600" dirty="0" err="1"/>
              <a:t>Bgcolor</a:t>
            </a:r>
            <a:r>
              <a:rPr lang="en-US" altLang="en-US" sz="1600" dirty="0"/>
              <a:t> :  Sets the background color of the marquee.</a:t>
            </a:r>
          </a:p>
          <a:p>
            <a:pPr lvl="2" algn="just">
              <a:lnSpc>
                <a:spcPct val="200000"/>
              </a:lnSpc>
            </a:pPr>
            <a:r>
              <a:rPr lang="en-US" altLang="en-US" sz="1600" dirty="0"/>
              <a:t>Direction :Sets the direction of the marquee box to either left-to-right, right-to-left, up-to-down and down-to-up. </a:t>
            </a:r>
          </a:p>
          <a:p>
            <a:pPr lvl="2" algn="just">
              <a:lnSpc>
                <a:spcPct val="200000"/>
              </a:lnSpc>
            </a:pPr>
            <a:r>
              <a:rPr lang="en-US" altLang="en-US" sz="1600" dirty="0"/>
              <a:t>Width: This sets how wide the marquee should be.</a:t>
            </a:r>
          </a:p>
          <a:p>
            <a:pPr lvl="2" algn="just">
              <a:lnSpc>
                <a:spcPct val="200000"/>
              </a:lnSpc>
            </a:pPr>
            <a:r>
              <a:rPr lang="en-US" altLang="en-US" sz="1600" dirty="0"/>
              <a:t>Loop: This sets how many times the marquee should 'Loop' its text. Each trip counts as one loop.</a:t>
            </a:r>
          </a:p>
          <a:p>
            <a:pPr lvl="2" algn="just">
              <a:lnSpc>
                <a:spcPct val="200000"/>
              </a:lnSpc>
            </a:pPr>
            <a:endParaRPr lang="en-US" altLang="en-US" sz="1600" dirty="0"/>
          </a:p>
          <a:p>
            <a:pPr lvl="2" algn="just">
              <a:lnSpc>
                <a:spcPct val="200000"/>
              </a:lnSpc>
            </a:pPr>
            <a:endParaRPr lang="en-US" altLang="en-US" sz="1600" dirty="0"/>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23</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dirty="0"/>
              <a:t>Attributes of Marquee Tag</a:t>
            </a:r>
            <a:br>
              <a:rPr lang="en-GB" dirty="0"/>
            </a:br>
            <a:endParaRPr lang="en-GB" noProof="0" dirty="0"/>
          </a:p>
        </p:txBody>
      </p:sp>
    </p:spTree>
    <p:extLst>
      <p:ext uri="{BB962C8B-B14F-4D97-AF65-F5344CB8AC3E}">
        <p14:creationId xmlns:p14="http://schemas.microsoft.com/office/powerpoint/2010/main" val="2769026124"/>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FA41197F-177C-EAA4-2E8B-E9F36139617F}"/>
              </a:ext>
            </a:extLst>
          </p:cNvPr>
          <p:cNvSpPr>
            <a:spLocks noGrp="1"/>
          </p:cNvSpPr>
          <p:nvPr>
            <p:ph type="body" sz="quarter" idx="11"/>
          </p:nvPr>
        </p:nvSpPr>
        <p:spPr>
          <a:xfrm>
            <a:off x="947738" y="1444625"/>
            <a:ext cx="7559675" cy="1708150"/>
          </a:xfrm>
        </p:spPr>
        <p:txBody>
          <a:bodyPr/>
          <a:lstStyle/>
          <a:p>
            <a:r>
              <a:rPr lang="en-GB" altLang="en-US" dirty="0"/>
              <a:t>Paragraph Formatting Tag</a:t>
            </a:r>
            <a:endParaRPr lang="en-GB" dirty="0"/>
          </a:p>
        </p:txBody>
      </p:sp>
      <p:sp>
        <p:nvSpPr>
          <p:cNvPr id="4" name="Textplatzhalter 6">
            <a:extLst>
              <a:ext uri="{FF2B5EF4-FFF2-40B4-BE49-F238E27FC236}">
                <a16:creationId xmlns:a16="http://schemas.microsoft.com/office/drawing/2014/main" id="{C268B676-1542-7390-7EBD-E9AC9FB992CB}"/>
              </a:ext>
            </a:extLst>
          </p:cNvPr>
          <p:cNvSpPr>
            <a:spLocks noGrp="1"/>
          </p:cNvSpPr>
          <p:nvPr>
            <p:ph type="body" sz="quarter" idx="13"/>
          </p:nvPr>
        </p:nvSpPr>
        <p:spPr>
          <a:xfrm>
            <a:off x="947738" y="6115050"/>
            <a:ext cx="7559675" cy="490538"/>
          </a:xfrm>
        </p:spPr>
        <p:txBody>
          <a:bodyPr/>
          <a:lstStyle/>
          <a:p>
            <a:r>
              <a:rPr lang="en-US" dirty="0"/>
              <a:t>8 May 2024, Speaker name</a:t>
            </a:r>
          </a:p>
        </p:txBody>
      </p:sp>
      <p:sp>
        <p:nvSpPr>
          <p:cNvPr id="2" name="Textplatzhalter 7">
            <a:extLst>
              <a:ext uri="{FF2B5EF4-FFF2-40B4-BE49-F238E27FC236}">
                <a16:creationId xmlns:a16="http://schemas.microsoft.com/office/drawing/2014/main" id="{B60559FA-424D-A14A-5A8D-63AD3ACB66DF}"/>
              </a:ext>
            </a:extLst>
          </p:cNvPr>
          <p:cNvSpPr>
            <a:spLocks noGrp="1"/>
          </p:cNvSpPr>
          <p:nvPr>
            <p:ph type="body" sz="quarter" idx="10"/>
          </p:nvPr>
        </p:nvSpPr>
        <p:spPr>
          <a:xfrm>
            <a:off x="1059499" y="3301206"/>
            <a:ext cx="7038022" cy="2211387"/>
          </a:xfrm>
        </p:spPr>
        <p:txBody>
          <a:bodyPr/>
          <a:lstStyle/>
          <a:p>
            <a:pPr>
              <a:lnSpc>
                <a:spcPct val="150000"/>
              </a:lnSpc>
            </a:pPr>
            <a:r>
              <a:rPr lang="en-GB" altLang="en-US" dirty="0"/>
              <a:t>Paragraph level formatting applies to formatting of an entire portion of text unlike character level tags where only individual letters or words are formatted.</a:t>
            </a:r>
          </a:p>
        </p:txBody>
      </p:sp>
    </p:spTree>
    <p:extLst>
      <p:ext uri="{BB962C8B-B14F-4D97-AF65-F5344CB8AC3E}">
        <p14:creationId xmlns:p14="http://schemas.microsoft.com/office/powerpoint/2010/main" val="3225726796"/>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441644" y="1213970"/>
            <a:ext cx="8123236" cy="5761038"/>
          </a:xfrm>
        </p:spPr>
        <p:txBody>
          <a:bodyPr/>
          <a:lstStyle/>
          <a:p>
            <a:pPr marL="0" lvl="2" indent="0" algn="just">
              <a:lnSpc>
                <a:spcPct val="200000"/>
              </a:lnSpc>
              <a:buNone/>
            </a:pPr>
            <a:r>
              <a:rPr lang="en-US" altLang="en-US" sz="1600" dirty="0">
                <a:solidFill>
                  <a:srgbClr val="00A3E0"/>
                </a:solidFill>
              </a:rPr>
              <a:t>Using paragraph tag: &lt;P&gt;</a:t>
            </a:r>
          </a:p>
          <a:p>
            <a:pPr lvl="2" algn="just">
              <a:lnSpc>
                <a:spcPct val="200000"/>
              </a:lnSpc>
            </a:pPr>
            <a:r>
              <a:rPr lang="en-US" altLang="en-US" sz="1600" dirty="0"/>
              <a:t>This tag &lt;P&gt; indicates a paragraph, used to two paragraphs with a blank line.</a:t>
            </a:r>
          </a:p>
          <a:p>
            <a:pPr lvl="2" algn="just">
              <a:lnSpc>
                <a:spcPct val="200000"/>
              </a:lnSpc>
            </a:pPr>
            <a:r>
              <a:rPr lang="en-US" altLang="en-US" sz="1600" dirty="0"/>
              <a:t>Example:</a:t>
            </a:r>
          </a:p>
          <a:p>
            <a:pPr marL="370389" lvl="3" indent="0" algn="just">
              <a:lnSpc>
                <a:spcPct val="200000"/>
              </a:lnSpc>
              <a:buNone/>
            </a:pPr>
            <a:r>
              <a:rPr lang="en-US" altLang="en-US" sz="1400" dirty="0"/>
              <a:t>&lt;P&gt; Welcome to the world of HTML &lt;/P&gt;</a:t>
            </a:r>
          </a:p>
          <a:p>
            <a:pPr marL="370389" lvl="3" indent="0" algn="just">
              <a:lnSpc>
                <a:spcPct val="200000"/>
              </a:lnSpc>
              <a:buNone/>
            </a:pPr>
            <a:r>
              <a:rPr lang="en-US" altLang="en-US" sz="1400" dirty="0"/>
              <a:t>&lt;P&gt; First paragraph. Text of First paragraph goes here&lt;/P&gt;</a:t>
            </a:r>
          </a:p>
          <a:p>
            <a:pPr lvl="2" algn="just">
              <a:lnSpc>
                <a:spcPct val="200000"/>
              </a:lnSpc>
            </a:pPr>
            <a:r>
              <a:rPr lang="en-US" altLang="en-US" sz="1600" dirty="0"/>
              <a:t>Output:</a:t>
            </a:r>
          </a:p>
          <a:p>
            <a:pPr marL="370389" lvl="3" indent="0" algn="just">
              <a:lnSpc>
                <a:spcPct val="200000"/>
              </a:lnSpc>
              <a:buNone/>
            </a:pPr>
            <a:r>
              <a:rPr lang="en-US" altLang="en-US" sz="1400" dirty="0"/>
              <a:t>Welcome to the world of HTML</a:t>
            </a:r>
          </a:p>
          <a:p>
            <a:pPr marL="370389" lvl="3" indent="0" algn="just">
              <a:lnSpc>
                <a:spcPct val="200000"/>
              </a:lnSpc>
              <a:buNone/>
            </a:pPr>
            <a:r>
              <a:rPr lang="en-US" altLang="en-US" sz="1400" dirty="0"/>
              <a:t>First paragraph. Text of First paragraph goes her</a:t>
            </a: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25</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dirty="0"/>
              <a:t>The Most Common Paragraph Formatting Tags</a:t>
            </a:r>
            <a:endParaRPr lang="en-GB" noProof="0" dirty="0"/>
          </a:p>
        </p:txBody>
      </p:sp>
    </p:spTree>
    <p:extLst>
      <p:ext uri="{BB962C8B-B14F-4D97-AF65-F5344CB8AC3E}">
        <p14:creationId xmlns:p14="http://schemas.microsoft.com/office/powerpoint/2010/main" val="2326904230"/>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441644" y="1213970"/>
            <a:ext cx="8123236" cy="5761038"/>
          </a:xfrm>
        </p:spPr>
        <p:txBody>
          <a:bodyPr/>
          <a:lstStyle/>
          <a:p>
            <a:pPr lvl="2" algn="just">
              <a:lnSpc>
                <a:spcPct val="200000"/>
              </a:lnSpc>
              <a:buFont typeface="Arial" panose="020B0604020202020204" pitchFamily="34" charset="0"/>
              <a:buChar char="•"/>
            </a:pPr>
            <a:r>
              <a:rPr lang="en-US" altLang="en-US" sz="1600" dirty="0">
                <a:solidFill>
                  <a:srgbClr val="00A3E0"/>
                </a:solidFill>
              </a:rPr>
              <a:t>The empty tag &lt;BR&gt; is used, where the text needs to start from a new line and not continue on the same line. To get every sentence on a new line, it is necessary to use a line break.</a:t>
            </a:r>
          </a:p>
          <a:p>
            <a:pPr marL="285750" lvl="2" indent="-285750" algn="just">
              <a:lnSpc>
                <a:spcPct val="200000"/>
              </a:lnSpc>
            </a:pPr>
            <a:r>
              <a:rPr lang="en-US" altLang="en-US" sz="1600" dirty="0"/>
              <a:t>Example:</a:t>
            </a:r>
          </a:p>
          <a:p>
            <a:pPr marL="317476" lvl="3" indent="0" algn="just">
              <a:lnSpc>
                <a:spcPct val="200000"/>
              </a:lnSpc>
              <a:buNone/>
            </a:pPr>
            <a:r>
              <a:rPr lang="en-US" altLang="en-US" sz="1400" dirty="0"/>
              <a:t>&lt;BODY&gt;National Institute of Open Schooling &lt;BR&gt;</a:t>
            </a:r>
          </a:p>
          <a:p>
            <a:pPr marL="317476" lvl="3" indent="0" algn="just">
              <a:lnSpc>
                <a:spcPct val="200000"/>
              </a:lnSpc>
              <a:buNone/>
            </a:pPr>
            <a:r>
              <a:rPr lang="en-US" altLang="en-US" sz="1400" dirty="0"/>
              <a:t>B-31B, Calipash Colony &lt;BR&gt;</a:t>
            </a:r>
          </a:p>
          <a:p>
            <a:pPr marL="317476" lvl="3" indent="0" algn="just">
              <a:lnSpc>
                <a:spcPct val="200000"/>
              </a:lnSpc>
              <a:buNone/>
            </a:pPr>
            <a:r>
              <a:rPr lang="en-US" altLang="en-US" sz="1400" dirty="0"/>
              <a:t>New Delhi-110048&lt;/BODY&gt;</a:t>
            </a:r>
          </a:p>
          <a:p>
            <a:pPr marL="285750" lvl="2" indent="-285750" algn="just">
              <a:lnSpc>
                <a:spcPct val="200000"/>
              </a:lnSpc>
            </a:pPr>
            <a:r>
              <a:rPr lang="en-US" altLang="en-US" sz="1600" dirty="0"/>
              <a:t>Output:</a:t>
            </a:r>
          </a:p>
          <a:p>
            <a:pPr marL="317476" lvl="3" indent="0" algn="just">
              <a:lnSpc>
                <a:spcPct val="200000"/>
              </a:lnSpc>
              <a:buNone/>
            </a:pPr>
            <a:r>
              <a:rPr lang="en-US" altLang="en-US" sz="1400" dirty="0"/>
              <a:t>National Institute of Open Schooling</a:t>
            </a:r>
          </a:p>
          <a:p>
            <a:pPr marL="317476" lvl="3" indent="0" algn="just">
              <a:lnSpc>
                <a:spcPct val="200000"/>
              </a:lnSpc>
              <a:buNone/>
            </a:pPr>
            <a:r>
              <a:rPr lang="en-US" altLang="en-US" sz="1400" dirty="0"/>
              <a:t>B-31B, Calipash Colony</a:t>
            </a:r>
          </a:p>
          <a:p>
            <a:pPr marL="317476" lvl="3" indent="0" algn="just">
              <a:lnSpc>
                <a:spcPct val="200000"/>
              </a:lnSpc>
              <a:buNone/>
            </a:pPr>
            <a:r>
              <a:rPr lang="en-US" altLang="en-US" sz="1400" dirty="0"/>
              <a:t>New Delhi-11004</a:t>
            </a: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26</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Using Line Break Tag: &lt;BR&gt;</a:t>
            </a:r>
            <a:endParaRPr lang="en-GB" noProof="0" dirty="0"/>
          </a:p>
        </p:txBody>
      </p:sp>
    </p:spTree>
    <p:extLst>
      <p:ext uri="{BB962C8B-B14F-4D97-AF65-F5344CB8AC3E}">
        <p14:creationId xmlns:p14="http://schemas.microsoft.com/office/powerpoint/2010/main" val="3859926268"/>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441644" y="1213970"/>
            <a:ext cx="9068116" cy="5761038"/>
          </a:xfrm>
        </p:spPr>
        <p:txBody>
          <a:bodyPr/>
          <a:lstStyle/>
          <a:p>
            <a:pPr lvl="2">
              <a:lnSpc>
                <a:spcPct val="200000"/>
              </a:lnSpc>
              <a:buFont typeface="Arial" panose="020B0604020202020204" pitchFamily="34" charset="0"/>
              <a:buChar char="•"/>
            </a:pPr>
            <a:r>
              <a:rPr lang="en-US" altLang="en-US" sz="1600" dirty="0">
                <a:solidFill>
                  <a:srgbClr val="00A3E0"/>
                </a:solidFill>
              </a:rPr>
              <a:t>&lt;PRE&gt; tag can be used, where it requires total control over spacing and line breaks such as typing a poem. Browser preserves your space and line break in the text written inside the tag.</a:t>
            </a:r>
          </a:p>
          <a:p>
            <a:pPr marL="285750" lvl="2" indent="-285750" algn="just">
              <a:lnSpc>
                <a:spcPct val="200000"/>
              </a:lnSpc>
            </a:pPr>
            <a:r>
              <a:rPr lang="en-US" altLang="en-US" sz="1600" dirty="0"/>
              <a:t>Example:</a:t>
            </a:r>
          </a:p>
          <a:p>
            <a:pPr marL="317476" lvl="3" indent="0" algn="just">
              <a:lnSpc>
                <a:spcPct val="200000"/>
              </a:lnSpc>
              <a:buNone/>
            </a:pPr>
            <a:r>
              <a:rPr lang="en-US" altLang="en-US" sz="1400" dirty="0"/>
              <a:t>&lt;PRE&gt;</a:t>
            </a:r>
          </a:p>
          <a:p>
            <a:pPr marL="317476" lvl="3" indent="0" algn="just">
              <a:lnSpc>
                <a:spcPct val="200000"/>
              </a:lnSpc>
              <a:buNone/>
            </a:pPr>
            <a:r>
              <a:rPr lang="en-US" altLang="en-US" sz="1400" dirty="0"/>
              <a:t>National Institute of Open Schooling</a:t>
            </a:r>
          </a:p>
          <a:p>
            <a:pPr marL="317476" lvl="3" indent="0" algn="just">
              <a:lnSpc>
                <a:spcPct val="200000"/>
              </a:lnSpc>
              <a:buNone/>
            </a:pPr>
            <a:r>
              <a:rPr lang="en-US" altLang="en-US" sz="1400" dirty="0"/>
              <a:t>          B-31B, Kailash Colony</a:t>
            </a:r>
          </a:p>
          <a:p>
            <a:pPr marL="317476" lvl="3" indent="0" algn="just">
              <a:lnSpc>
                <a:spcPct val="200000"/>
              </a:lnSpc>
              <a:buNone/>
            </a:pPr>
            <a:r>
              <a:rPr lang="en-US" altLang="en-US" sz="1400" dirty="0"/>
              <a:t>New Delhi-110048</a:t>
            </a:r>
          </a:p>
          <a:p>
            <a:pPr marL="317476" lvl="3" indent="0" algn="just">
              <a:lnSpc>
                <a:spcPct val="200000"/>
              </a:lnSpc>
              <a:buNone/>
            </a:pPr>
            <a:r>
              <a:rPr lang="en-US" altLang="en-US" sz="1400" dirty="0"/>
              <a:t>&lt;/PRE&gt;</a:t>
            </a:r>
          </a:p>
          <a:p>
            <a:pPr marL="285750" lvl="2" indent="-285750" algn="just">
              <a:lnSpc>
                <a:spcPct val="200000"/>
              </a:lnSpc>
            </a:pPr>
            <a:r>
              <a:rPr lang="en-US" altLang="en-US" sz="1600" dirty="0"/>
              <a:t>Output:</a:t>
            </a:r>
          </a:p>
          <a:p>
            <a:pPr marL="317476" lvl="3" indent="0" algn="just">
              <a:lnSpc>
                <a:spcPct val="200000"/>
              </a:lnSpc>
              <a:buNone/>
            </a:pPr>
            <a:r>
              <a:rPr lang="en-US" altLang="en-US" sz="1400" dirty="0"/>
              <a:t>National Institute of Open Schooling</a:t>
            </a:r>
          </a:p>
          <a:p>
            <a:pPr marL="317476" lvl="3" indent="0" algn="just">
              <a:lnSpc>
                <a:spcPct val="200000"/>
              </a:lnSpc>
              <a:buNone/>
            </a:pPr>
            <a:r>
              <a:rPr lang="en-US" altLang="en-US" sz="1400" dirty="0"/>
              <a:t>         B-31B, Kailash Colony</a:t>
            </a:r>
          </a:p>
          <a:p>
            <a:pPr marL="317476" lvl="3" indent="0" algn="just">
              <a:lnSpc>
                <a:spcPct val="200000"/>
              </a:lnSpc>
              <a:buNone/>
            </a:pPr>
            <a:r>
              <a:rPr lang="en-US" altLang="en-US" sz="1400" dirty="0"/>
              <a:t>New Delhi-11004</a:t>
            </a: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27</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dirty="0"/>
              <a:t>Using Preformatted Text Tag: &lt;PRE&gt;</a:t>
            </a:r>
            <a:endParaRPr lang="en-GB" noProof="0" dirty="0"/>
          </a:p>
        </p:txBody>
      </p:sp>
    </p:spTree>
    <p:extLst>
      <p:ext uri="{BB962C8B-B14F-4D97-AF65-F5344CB8AC3E}">
        <p14:creationId xmlns:p14="http://schemas.microsoft.com/office/powerpoint/2010/main" val="3297822476"/>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358A05-9C3D-7D06-86A3-501CB773B812}"/>
              </a:ext>
            </a:extLst>
          </p:cNvPr>
          <p:cNvSpPr>
            <a:spLocks noGrp="1"/>
          </p:cNvSpPr>
          <p:nvPr>
            <p:ph type="sldNum" sz="quarter" idx="4"/>
          </p:nvPr>
        </p:nvSpPr>
        <p:spPr/>
        <p:txBody>
          <a:bodyPr/>
          <a:lstStyle/>
          <a:p>
            <a:fld id="{D71DA9FD-6EF8-4CC5-AF9B-B6159B5B937C}" type="slidenum">
              <a:rPr lang="en-GB" noProof="1" smtClean="0"/>
              <a:pPr/>
              <a:t>28</a:t>
            </a:fld>
            <a:endParaRPr lang="en-GB" noProof="1"/>
          </a:p>
        </p:txBody>
      </p:sp>
      <p:sp>
        <p:nvSpPr>
          <p:cNvPr id="3" name="Footer Placeholder 2">
            <a:extLst>
              <a:ext uri="{FF2B5EF4-FFF2-40B4-BE49-F238E27FC236}">
                <a16:creationId xmlns:a16="http://schemas.microsoft.com/office/drawing/2014/main" id="{E58191E2-8B25-A7C6-BEC6-D154FD7A48E0}"/>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ext Placeholder 3">
            <a:extLst>
              <a:ext uri="{FF2B5EF4-FFF2-40B4-BE49-F238E27FC236}">
                <a16:creationId xmlns:a16="http://schemas.microsoft.com/office/drawing/2014/main" id="{4F075126-5481-C64D-4EE1-25EDE640D46F}"/>
              </a:ext>
            </a:extLst>
          </p:cNvPr>
          <p:cNvSpPr>
            <a:spLocks noGrp="1"/>
          </p:cNvSpPr>
          <p:nvPr>
            <p:ph type="body" sz="quarter" idx="10"/>
          </p:nvPr>
        </p:nvSpPr>
        <p:spPr/>
        <p:txBody>
          <a:bodyPr/>
          <a:lstStyle/>
          <a:p>
            <a:pPr fontAlgn="auto">
              <a:spcAft>
                <a:spcPts val="0"/>
              </a:spcAft>
              <a:buFont typeface="Arial" panose="020B0604020202020204" pitchFamily="34" charset="0"/>
              <a:buNone/>
              <a:defRPr/>
            </a:pPr>
            <a:r>
              <a:rPr lang="en-GB" dirty="0"/>
              <a:t>&lt;HTML&gt;</a:t>
            </a:r>
          </a:p>
          <a:p>
            <a:pPr fontAlgn="auto">
              <a:spcAft>
                <a:spcPts val="0"/>
              </a:spcAft>
              <a:buFont typeface="Arial" panose="020B0604020202020204" pitchFamily="34" charset="0"/>
              <a:buNone/>
              <a:defRPr/>
            </a:pPr>
            <a:r>
              <a:rPr lang="en-GB" dirty="0"/>
              <a:t>&lt;HEAD&gt;</a:t>
            </a:r>
          </a:p>
          <a:p>
            <a:pPr fontAlgn="auto">
              <a:spcAft>
                <a:spcPts val="0"/>
              </a:spcAft>
              <a:buFont typeface="Arial" panose="020B0604020202020204" pitchFamily="34" charset="0"/>
              <a:buNone/>
              <a:defRPr/>
            </a:pPr>
            <a:r>
              <a:rPr lang="en-GB" dirty="0"/>
              <a:t>&lt;TITLE&gt;</a:t>
            </a:r>
          </a:p>
          <a:p>
            <a:pPr fontAlgn="auto">
              <a:spcAft>
                <a:spcPts val="0"/>
              </a:spcAft>
              <a:buFont typeface="Arial" panose="020B0604020202020204" pitchFamily="34" charset="0"/>
              <a:buNone/>
              <a:defRPr/>
            </a:pPr>
            <a:r>
              <a:rPr lang="en-GB" dirty="0"/>
              <a:t>Use of Paragraph, Line break and preformatted text Tag</a:t>
            </a:r>
          </a:p>
          <a:p>
            <a:pPr fontAlgn="auto">
              <a:spcAft>
                <a:spcPts val="0"/>
              </a:spcAft>
              <a:buFont typeface="Arial" panose="020B0604020202020204" pitchFamily="34" charset="0"/>
              <a:buNone/>
              <a:defRPr/>
            </a:pPr>
            <a:r>
              <a:rPr lang="en-GB" dirty="0"/>
              <a:t>&lt;/TITLE&gt;</a:t>
            </a:r>
          </a:p>
          <a:p>
            <a:pPr fontAlgn="auto">
              <a:spcAft>
                <a:spcPts val="0"/>
              </a:spcAft>
              <a:buFont typeface="Arial" panose="020B0604020202020204" pitchFamily="34" charset="0"/>
              <a:buNone/>
              <a:defRPr/>
            </a:pPr>
            <a:r>
              <a:rPr lang="en-GB" dirty="0"/>
              <a:t>&lt;/HEAD&gt;</a:t>
            </a:r>
          </a:p>
          <a:p>
            <a:pPr fontAlgn="auto">
              <a:spcAft>
                <a:spcPts val="0"/>
              </a:spcAft>
              <a:buFont typeface="Arial" panose="020B0604020202020204" pitchFamily="34" charset="0"/>
              <a:buNone/>
              <a:defRPr/>
            </a:pPr>
            <a:r>
              <a:rPr lang="en-GB" dirty="0"/>
              <a:t>&lt;BODY&gt;</a:t>
            </a:r>
          </a:p>
          <a:p>
            <a:pPr fontAlgn="auto">
              <a:spcAft>
                <a:spcPts val="0"/>
              </a:spcAft>
              <a:buFont typeface="Arial" panose="020B0604020202020204" pitchFamily="34" charset="0"/>
              <a:buNone/>
              <a:defRPr/>
            </a:pPr>
            <a:r>
              <a:rPr lang="en-GB" dirty="0"/>
              <a:t>HTML Tutorial</a:t>
            </a:r>
          </a:p>
          <a:p>
            <a:pPr fontAlgn="auto">
              <a:spcAft>
                <a:spcPts val="0"/>
              </a:spcAft>
              <a:buFont typeface="Arial" panose="020B0604020202020204" pitchFamily="34" charset="0"/>
              <a:buNone/>
              <a:defRPr/>
            </a:pPr>
            <a:r>
              <a:rPr lang="en-GB" dirty="0"/>
              <a:t>&lt;P&gt;</a:t>
            </a:r>
          </a:p>
          <a:p>
            <a:pPr fontAlgn="auto">
              <a:spcAft>
                <a:spcPts val="0"/>
              </a:spcAft>
              <a:buFont typeface="Arial" panose="020B0604020202020204" pitchFamily="34" charset="0"/>
              <a:buNone/>
              <a:defRPr/>
            </a:pPr>
            <a:r>
              <a:rPr lang="en-GB" dirty="0"/>
              <a:t>HTML stands for Hypertext Markup Language</a:t>
            </a:r>
          </a:p>
          <a:p>
            <a:pPr fontAlgn="auto">
              <a:spcAft>
                <a:spcPts val="0"/>
              </a:spcAft>
              <a:buFont typeface="Arial" panose="020B0604020202020204" pitchFamily="34" charset="0"/>
              <a:buNone/>
              <a:defRPr/>
            </a:pPr>
            <a:r>
              <a:rPr lang="en-GB" dirty="0"/>
              <a:t>It is used for creating web page. It is very simple</a:t>
            </a:r>
          </a:p>
          <a:p>
            <a:pPr fontAlgn="auto">
              <a:spcAft>
                <a:spcPts val="0"/>
              </a:spcAft>
              <a:buFont typeface="Arial" panose="020B0604020202020204" pitchFamily="34" charset="0"/>
              <a:buNone/>
              <a:defRPr/>
            </a:pPr>
            <a:r>
              <a:rPr lang="en-GB" dirty="0"/>
              <a:t>and easy to learn.</a:t>
            </a:r>
          </a:p>
          <a:p>
            <a:pPr fontAlgn="auto">
              <a:spcAft>
                <a:spcPts val="0"/>
              </a:spcAft>
              <a:buFont typeface="Arial" panose="020B0604020202020204" pitchFamily="34" charset="0"/>
              <a:buNone/>
              <a:defRPr/>
            </a:pPr>
            <a:r>
              <a:rPr lang="en-GB" dirty="0"/>
              <a:t>&lt;/P&gt;</a:t>
            </a:r>
          </a:p>
          <a:p>
            <a:pPr fontAlgn="auto">
              <a:spcAft>
                <a:spcPts val="0"/>
              </a:spcAft>
              <a:buFont typeface="Arial" panose="020B0604020202020204" pitchFamily="34" charset="0"/>
              <a:buNone/>
              <a:defRPr/>
            </a:pPr>
            <a:r>
              <a:rPr lang="en-GB" dirty="0"/>
              <a:t>&lt;P&gt;</a:t>
            </a:r>
          </a:p>
          <a:p>
            <a:pPr fontAlgn="auto">
              <a:spcAft>
                <a:spcPts val="0"/>
              </a:spcAft>
              <a:buFont typeface="Arial" panose="020B0604020202020204" pitchFamily="34" charset="0"/>
              <a:buNone/>
              <a:defRPr/>
            </a:pPr>
            <a:r>
              <a:rPr lang="en-GB" dirty="0"/>
              <a:t>HTML stands for Hypertext Markup Language.&lt;BR&gt;</a:t>
            </a:r>
          </a:p>
          <a:p>
            <a:pPr fontAlgn="auto">
              <a:spcAft>
                <a:spcPts val="0"/>
              </a:spcAft>
              <a:buFont typeface="Arial" panose="020B0604020202020204" pitchFamily="34" charset="0"/>
              <a:buNone/>
              <a:defRPr/>
            </a:pPr>
            <a:r>
              <a:rPr lang="en-GB" dirty="0"/>
              <a:t>It is used for creating web page. It is very simple&lt;BR&gt;</a:t>
            </a:r>
          </a:p>
          <a:p>
            <a:pPr fontAlgn="auto">
              <a:spcAft>
                <a:spcPts val="0"/>
              </a:spcAft>
              <a:buFont typeface="Arial" panose="020B0604020202020204" pitchFamily="34" charset="0"/>
              <a:buNone/>
              <a:defRPr/>
            </a:pPr>
            <a:r>
              <a:rPr lang="en-GB" dirty="0"/>
              <a:t>and easy to learn.&lt;BR&gt;</a:t>
            </a:r>
          </a:p>
          <a:p>
            <a:pPr fontAlgn="auto">
              <a:spcAft>
                <a:spcPts val="0"/>
              </a:spcAft>
              <a:buFont typeface="Arial" panose="020B0604020202020204" pitchFamily="34" charset="0"/>
              <a:buNone/>
              <a:defRPr/>
            </a:pPr>
            <a:r>
              <a:rPr lang="en-GB" dirty="0"/>
              <a:t>&lt;/P&gt;</a:t>
            </a:r>
          </a:p>
          <a:p>
            <a:pPr fontAlgn="auto">
              <a:spcAft>
                <a:spcPts val="0"/>
              </a:spcAft>
              <a:buFont typeface="Arial" panose="020B0604020202020204" pitchFamily="34" charset="0"/>
              <a:buNone/>
              <a:defRPr/>
            </a:pPr>
            <a:r>
              <a:rPr lang="en-GB" dirty="0"/>
              <a:t>&lt;PRE&gt;</a:t>
            </a:r>
          </a:p>
          <a:p>
            <a:pPr fontAlgn="auto">
              <a:spcAft>
                <a:spcPts val="0"/>
              </a:spcAft>
              <a:buFont typeface="Arial" panose="020B0604020202020204" pitchFamily="34" charset="0"/>
              <a:buNone/>
              <a:defRPr/>
            </a:pPr>
            <a:r>
              <a:rPr lang="en-GB" dirty="0"/>
              <a:t>HTML stands for Hypertext Markup Language</a:t>
            </a:r>
          </a:p>
          <a:p>
            <a:pPr fontAlgn="auto">
              <a:spcAft>
                <a:spcPts val="0"/>
              </a:spcAft>
              <a:buFont typeface="Arial" panose="020B0604020202020204" pitchFamily="34" charset="0"/>
              <a:buNone/>
              <a:defRPr/>
            </a:pPr>
            <a:r>
              <a:rPr lang="en-GB" dirty="0"/>
              <a:t>It is used for creating web page. It is very simple</a:t>
            </a:r>
          </a:p>
          <a:p>
            <a:pPr fontAlgn="auto">
              <a:spcAft>
                <a:spcPts val="0"/>
              </a:spcAft>
              <a:buFont typeface="Arial" panose="020B0604020202020204" pitchFamily="34" charset="0"/>
              <a:buNone/>
              <a:defRPr/>
            </a:pPr>
            <a:r>
              <a:rPr lang="en-GB" dirty="0"/>
              <a:t>and easy to learn.</a:t>
            </a:r>
          </a:p>
          <a:p>
            <a:pPr fontAlgn="auto">
              <a:spcAft>
                <a:spcPts val="0"/>
              </a:spcAft>
              <a:buFont typeface="Arial" panose="020B0604020202020204" pitchFamily="34" charset="0"/>
              <a:buNone/>
              <a:defRPr/>
            </a:pPr>
            <a:r>
              <a:rPr lang="en-GB" dirty="0"/>
              <a:t>&lt;/PRE&gt;</a:t>
            </a:r>
          </a:p>
          <a:p>
            <a:pPr fontAlgn="auto">
              <a:spcAft>
                <a:spcPts val="0"/>
              </a:spcAft>
              <a:buFont typeface="Arial" panose="020B0604020202020204" pitchFamily="34" charset="0"/>
              <a:buNone/>
              <a:defRPr/>
            </a:pPr>
            <a:r>
              <a:rPr lang="en-GB" dirty="0"/>
              <a:t>&lt;/BODY&gt;</a:t>
            </a:r>
          </a:p>
          <a:p>
            <a:pPr fontAlgn="auto">
              <a:spcAft>
                <a:spcPts val="0"/>
              </a:spcAft>
              <a:buFont typeface="Arial" panose="020B0604020202020204" pitchFamily="34" charset="0"/>
              <a:buNone/>
              <a:defRPr/>
            </a:pPr>
            <a:r>
              <a:rPr lang="en-GB" dirty="0"/>
              <a:t>&lt;/HTML&gt;</a:t>
            </a:r>
          </a:p>
          <a:p>
            <a:endParaRPr lang="en-US" dirty="0"/>
          </a:p>
        </p:txBody>
      </p:sp>
      <p:sp>
        <p:nvSpPr>
          <p:cNvPr id="5" name="Title 4">
            <a:extLst>
              <a:ext uri="{FF2B5EF4-FFF2-40B4-BE49-F238E27FC236}">
                <a16:creationId xmlns:a16="http://schemas.microsoft.com/office/drawing/2014/main" id="{0F79C4B9-E41C-071A-EBA2-DD79690BE178}"/>
              </a:ext>
            </a:extLst>
          </p:cNvPr>
          <p:cNvSpPr>
            <a:spLocks noGrp="1"/>
          </p:cNvSpPr>
          <p:nvPr>
            <p:ph type="title"/>
          </p:nvPr>
        </p:nvSpPr>
        <p:spPr>
          <a:xfrm>
            <a:off x="359999" y="615908"/>
            <a:ext cx="8661082" cy="560071"/>
          </a:xfrm>
        </p:spPr>
        <p:txBody>
          <a:bodyPr/>
          <a:lstStyle/>
          <a:p>
            <a:r>
              <a:rPr lang="en-GB" dirty="0"/>
              <a:t> </a:t>
            </a:r>
            <a:r>
              <a:rPr lang="en-GB" sz="1600" dirty="0"/>
              <a:t>An HTML document control.html shows the use of &lt;P&gt;, &lt;BR&gt; and &lt;PRE&gt;</a:t>
            </a:r>
            <a:endParaRPr lang="en-US" dirty="0"/>
          </a:p>
        </p:txBody>
      </p:sp>
    </p:spTree>
    <p:extLst>
      <p:ext uri="{BB962C8B-B14F-4D97-AF65-F5344CB8AC3E}">
        <p14:creationId xmlns:p14="http://schemas.microsoft.com/office/powerpoint/2010/main" val="1086619080"/>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358A05-9C3D-7D06-86A3-501CB773B812}"/>
              </a:ext>
            </a:extLst>
          </p:cNvPr>
          <p:cNvSpPr>
            <a:spLocks noGrp="1"/>
          </p:cNvSpPr>
          <p:nvPr>
            <p:ph type="sldNum" sz="quarter" idx="4"/>
          </p:nvPr>
        </p:nvSpPr>
        <p:spPr/>
        <p:txBody>
          <a:bodyPr/>
          <a:lstStyle/>
          <a:p>
            <a:fld id="{D71DA9FD-6EF8-4CC5-AF9B-B6159B5B937C}" type="slidenum">
              <a:rPr lang="en-GB" noProof="1" smtClean="0"/>
              <a:pPr/>
              <a:t>29</a:t>
            </a:fld>
            <a:endParaRPr lang="en-GB" noProof="1"/>
          </a:p>
        </p:txBody>
      </p:sp>
      <p:sp>
        <p:nvSpPr>
          <p:cNvPr id="3" name="Footer Placeholder 2">
            <a:extLst>
              <a:ext uri="{FF2B5EF4-FFF2-40B4-BE49-F238E27FC236}">
                <a16:creationId xmlns:a16="http://schemas.microsoft.com/office/drawing/2014/main" id="{E58191E2-8B25-A7C6-BEC6-D154FD7A48E0}"/>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ext Placeholder 3">
            <a:extLst>
              <a:ext uri="{FF2B5EF4-FFF2-40B4-BE49-F238E27FC236}">
                <a16:creationId xmlns:a16="http://schemas.microsoft.com/office/drawing/2014/main" id="{4F075126-5481-C64D-4EE1-25EDE640D46F}"/>
              </a:ext>
            </a:extLst>
          </p:cNvPr>
          <p:cNvSpPr>
            <a:spLocks noGrp="1"/>
          </p:cNvSpPr>
          <p:nvPr>
            <p:ph type="body" sz="quarter" idx="10"/>
          </p:nvPr>
        </p:nvSpPr>
        <p:spPr/>
        <p:txBody>
          <a:bodyPr/>
          <a:lstStyle/>
          <a:p>
            <a:pPr fontAlgn="auto">
              <a:spcAft>
                <a:spcPts val="0"/>
              </a:spcAft>
              <a:defRPr/>
            </a:pPr>
            <a:r>
              <a:rPr lang="en-GB" dirty="0"/>
              <a:t>HTML Tutorial</a:t>
            </a:r>
          </a:p>
          <a:p>
            <a:pPr fontAlgn="auto">
              <a:spcAft>
                <a:spcPts val="0"/>
              </a:spcAft>
              <a:buFont typeface="Arial" panose="020B0604020202020204" pitchFamily="34" charset="0"/>
              <a:buNone/>
              <a:defRPr/>
            </a:pPr>
            <a:r>
              <a:rPr lang="en-GB" sz="1400" dirty="0"/>
              <a:t>HTML stands for Hypertext Markup Language. It is used for creating web page. It is very simple and easy to learn.</a:t>
            </a:r>
          </a:p>
          <a:p>
            <a:pPr fontAlgn="auto">
              <a:spcAft>
                <a:spcPts val="0"/>
              </a:spcAft>
              <a:buFont typeface="Arial" panose="020B0604020202020204" pitchFamily="34" charset="0"/>
              <a:buNone/>
              <a:defRPr/>
            </a:pPr>
            <a:endParaRPr lang="en-GB" sz="1400" dirty="0"/>
          </a:p>
          <a:p>
            <a:pPr fontAlgn="auto">
              <a:spcAft>
                <a:spcPts val="0"/>
              </a:spcAft>
              <a:buFont typeface="Arial" panose="020B0604020202020204" pitchFamily="34" charset="0"/>
              <a:buNone/>
              <a:defRPr/>
            </a:pPr>
            <a:r>
              <a:rPr lang="en-GB" sz="1400" dirty="0"/>
              <a:t>HTML stands for Hypertext Markup Language.</a:t>
            </a:r>
          </a:p>
          <a:p>
            <a:pPr fontAlgn="auto">
              <a:spcAft>
                <a:spcPts val="0"/>
              </a:spcAft>
              <a:buFont typeface="Arial" panose="020B0604020202020204" pitchFamily="34" charset="0"/>
              <a:buNone/>
              <a:defRPr/>
            </a:pPr>
            <a:r>
              <a:rPr lang="en-GB" sz="1400" dirty="0"/>
              <a:t>It is used for creating web page. It is very simple</a:t>
            </a:r>
          </a:p>
          <a:p>
            <a:pPr fontAlgn="auto">
              <a:spcAft>
                <a:spcPts val="0"/>
              </a:spcAft>
              <a:buFont typeface="Arial" panose="020B0604020202020204" pitchFamily="34" charset="0"/>
              <a:buNone/>
              <a:defRPr/>
            </a:pPr>
            <a:r>
              <a:rPr lang="en-GB" sz="1400" dirty="0"/>
              <a:t>and easy to learn.</a:t>
            </a:r>
          </a:p>
          <a:p>
            <a:pPr fontAlgn="auto">
              <a:spcAft>
                <a:spcPts val="0"/>
              </a:spcAft>
              <a:buFont typeface="Arial" panose="020B0604020202020204" pitchFamily="34" charset="0"/>
              <a:buNone/>
              <a:defRPr/>
            </a:pPr>
            <a:endParaRPr lang="en-GB" sz="1400" dirty="0"/>
          </a:p>
          <a:p>
            <a:pPr fontAlgn="auto">
              <a:spcAft>
                <a:spcPts val="0"/>
              </a:spcAft>
              <a:buFont typeface="Arial" panose="020B0604020202020204" pitchFamily="34" charset="0"/>
              <a:buNone/>
              <a:defRPr/>
            </a:pPr>
            <a:r>
              <a:rPr lang="en-GB" sz="1400" dirty="0">
                <a:latin typeface="Arial Narrow" pitchFamily="34" charset="0"/>
              </a:rPr>
              <a:t>HTML stands for Hypertext Markup Language.</a:t>
            </a:r>
          </a:p>
          <a:p>
            <a:pPr fontAlgn="auto">
              <a:spcAft>
                <a:spcPts val="0"/>
              </a:spcAft>
              <a:buFont typeface="Arial" panose="020B0604020202020204" pitchFamily="34" charset="0"/>
              <a:buNone/>
              <a:defRPr/>
            </a:pPr>
            <a:r>
              <a:rPr lang="en-GB" sz="1400" dirty="0">
                <a:latin typeface="Arial Narrow" pitchFamily="34" charset="0"/>
              </a:rPr>
              <a:t>It is used for creating web page. It is very simple</a:t>
            </a:r>
          </a:p>
          <a:p>
            <a:pPr fontAlgn="auto">
              <a:spcAft>
                <a:spcPts val="0"/>
              </a:spcAft>
              <a:buFont typeface="Arial" panose="020B0604020202020204" pitchFamily="34" charset="0"/>
              <a:buNone/>
              <a:defRPr/>
            </a:pPr>
            <a:r>
              <a:rPr lang="en-GB" sz="1400" dirty="0">
                <a:latin typeface="Arial Narrow" pitchFamily="34" charset="0"/>
              </a:rPr>
              <a:t>and easy to learn.</a:t>
            </a:r>
          </a:p>
          <a:p>
            <a:pPr fontAlgn="auto">
              <a:spcAft>
                <a:spcPts val="0"/>
              </a:spcAft>
              <a:buFont typeface="Arial" panose="020B0604020202020204" pitchFamily="34" charset="0"/>
              <a:buNone/>
              <a:defRPr/>
            </a:pPr>
            <a:endParaRPr lang="en-GB" sz="1400" dirty="0"/>
          </a:p>
          <a:p>
            <a:pPr fontAlgn="auto">
              <a:spcAft>
                <a:spcPts val="0"/>
              </a:spcAft>
              <a:buFont typeface="Arial" panose="020B0604020202020204" pitchFamily="34" charset="0"/>
              <a:buNone/>
              <a:defRPr/>
            </a:pPr>
            <a:endParaRPr lang="en-GB" sz="1400" dirty="0"/>
          </a:p>
          <a:p>
            <a:pPr fontAlgn="auto">
              <a:spcAft>
                <a:spcPts val="0"/>
              </a:spcAft>
              <a:defRPr/>
            </a:pPr>
            <a:endParaRPr lang="en-GB" dirty="0"/>
          </a:p>
          <a:p>
            <a:pPr fontAlgn="auto">
              <a:spcAft>
                <a:spcPts val="0"/>
              </a:spcAft>
              <a:defRPr/>
            </a:pPr>
            <a:endParaRPr lang="en-GB" dirty="0"/>
          </a:p>
          <a:p>
            <a:endParaRPr lang="en-US" dirty="0"/>
          </a:p>
        </p:txBody>
      </p:sp>
      <p:sp>
        <p:nvSpPr>
          <p:cNvPr id="5" name="Title 4">
            <a:extLst>
              <a:ext uri="{FF2B5EF4-FFF2-40B4-BE49-F238E27FC236}">
                <a16:creationId xmlns:a16="http://schemas.microsoft.com/office/drawing/2014/main" id="{0F79C4B9-E41C-071A-EBA2-DD79690BE178}"/>
              </a:ext>
            </a:extLst>
          </p:cNvPr>
          <p:cNvSpPr>
            <a:spLocks noGrp="1"/>
          </p:cNvSpPr>
          <p:nvPr>
            <p:ph type="title"/>
          </p:nvPr>
        </p:nvSpPr>
        <p:spPr>
          <a:xfrm>
            <a:off x="359999" y="615908"/>
            <a:ext cx="8661082" cy="560071"/>
          </a:xfrm>
        </p:spPr>
        <p:txBody>
          <a:bodyPr/>
          <a:lstStyle/>
          <a:p>
            <a:r>
              <a:rPr lang="en-GB" dirty="0"/>
              <a:t>OUTPUT</a:t>
            </a:r>
            <a:endParaRPr lang="en-US" dirty="0"/>
          </a:p>
        </p:txBody>
      </p:sp>
    </p:spTree>
    <p:extLst>
      <p:ext uri="{BB962C8B-B14F-4D97-AF65-F5344CB8AC3E}">
        <p14:creationId xmlns:p14="http://schemas.microsoft.com/office/powerpoint/2010/main" val="2810959406"/>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441644" y="1213970"/>
            <a:ext cx="9068116" cy="5761038"/>
          </a:xfrm>
        </p:spPr>
        <p:txBody>
          <a:bodyPr/>
          <a:lstStyle/>
          <a:p>
            <a:pPr lvl="2">
              <a:lnSpc>
                <a:spcPct val="200000"/>
              </a:lnSpc>
              <a:buFont typeface="Arial" panose="020B0604020202020204" pitchFamily="34" charset="0"/>
              <a:buChar char="•"/>
            </a:pPr>
            <a:r>
              <a:rPr lang="en-US" altLang="en-US" sz="1600" dirty="0">
                <a:solidFill>
                  <a:srgbClr val="00A3E0"/>
                </a:solidFill>
              </a:rPr>
              <a:t>An empty tag &lt;HR&gt; basically used to draw lines and horizontal rules. It can be used to separate two sections of text.</a:t>
            </a:r>
          </a:p>
          <a:p>
            <a:pPr marL="285750" lvl="2" indent="-285750" algn="just">
              <a:lnSpc>
                <a:spcPct val="200000"/>
              </a:lnSpc>
            </a:pPr>
            <a:r>
              <a:rPr lang="en-US" altLang="en-US" sz="1600" dirty="0"/>
              <a:t>Example:</a:t>
            </a:r>
          </a:p>
          <a:p>
            <a:pPr marL="317476" lvl="3" indent="0" algn="just">
              <a:lnSpc>
                <a:spcPct val="200000"/>
              </a:lnSpc>
              <a:buNone/>
            </a:pPr>
            <a:r>
              <a:rPr lang="en-US" altLang="en-US" sz="1400" dirty="0"/>
              <a:t>&lt;BODY&gt;</a:t>
            </a:r>
          </a:p>
          <a:p>
            <a:pPr marL="317476" lvl="3" indent="0" algn="just">
              <a:lnSpc>
                <a:spcPct val="200000"/>
              </a:lnSpc>
              <a:buNone/>
            </a:pPr>
            <a:r>
              <a:rPr lang="en-US" altLang="en-US" sz="1400" dirty="0"/>
              <a:t>Your horizontal rule goes here. &lt;HR&gt;</a:t>
            </a:r>
          </a:p>
          <a:p>
            <a:pPr marL="317476" lvl="3" indent="0" algn="just">
              <a:lnSpc>
                <a:spcPct val="200000"/>
              </a:lnSpc>
              <a:buNone/>
            </a:pPr>
            <a:r>
              <a:rPr lang="en-US" altLang="en-US" sz="1400" dirty="0"/>
              <a:t>The rest of the text goes here.</a:t>
            </a:r>
          </a:p>
          <a:p>
            <a:pPr marL="317476" lvl="3" indent="0" algn="just">
              <a:lnSpc>
                <a:spcPct val="200000"/>
              </a:lnSpc>
              <a:buNone/>
            </a:pPr>
            <a:r>
              <a:rPr lang="en-US" altLang="en-US" sz="1400" dirty="0"/>
              <a:t>&lt;/BODY&gt;</a:t>
            </a:r>
          </a:p>
          <a:p>
            <a:pPr marL="285750" lvl="2" indent="-285750" algn="just">
              <a:lnSpc>
                <a:spcPct val="200000"/>
              </a:lnSpc>
            </a:pPr>
            <a:r>
              <a:rPr lang="en-US" altLang="en-US" sz="1600" dirty="0"/>
              <a:t>Output:</a:t>
            </a:r>
          </a:p>
          <a:p>
            <a:pPr marL="317476" lvl="3" indent="0" algn="just">
              <a:lnSpc>
                <a:spcPct val="200000"/>
              </a:lnSpc>
              <a:buNone/>
            </a:pPr>
            <a:r>
              <a:rPr lang="en-US" altLang="en-US" sz="1400" dirty="0"/>
              <a:t>Your horizontal rule goes here.</a:t>
            </a:r>
          </a:p>
          <a:p>
            <a:pPr marL="317476" lvl="3" indent="0" algn="just">
              <a:lnSpc>
                <a:spcPct val="200000"/>
              </a:lnSpc>
              <a:buNone/>
            </a:pPr>
            <a:r>
              <a:rPr lang="en-US" altLang="en-US" sz="1400" dirty="0"/>
              <a:t>----------------------</a:t>
            </a:r>
          </a:p>
          <a:p>
            <a:pPr marL="317476" lvl="3" indent="0" algn="just">
              <a:lnSpc>
                <a:spcPct val="200000"/>
              </a:lnSpc>
              <a:buNone/>
            </a:pPr>
            <a:r>
              <a:rPr lang="en-US" altLang="en-US" sz="1400" dirty="0"/>
              <a:t>The rest of the text goes her</a:t>
            </a: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30</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Using Horizontal Rule Tag: &lt;HR&gt;</a:t>
            </a:r>
            <a:endParaRPr lang="en-GB" noProof="0" dirty="0"/>
          </a:p>
        </p:txBody>
      </p:sp>
    </p:spTree>
    <p:extLst>
      <p:ext uri="{BB962C8B-B14F-4D97-AF65-F5344CB8AC3E}">
        <p14:creationId xmlns:p14="http://schemas.microsoft.com/office/powerpoint/2010/main" val="3818691455"/>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441644" y="1213970"/>
            <a:ext cx="9068116" cy="5761038"/>
          </a:xfrm>
        </p:spPr>
        <p:txBody>
          <a:bodyPr/>
          <a:lstStyle/>
          <a:p>
            <a:pPr lvl="2">
              <a:lnSpc>
                <a:spcPct val="200000"/>
              </a:lnSpc>
              <a:buFont typeface="Arial" panose="020B0604020202020204" pitchFamily="34" charset="0"/>
              <a:buChar char="•"/>
            </a:pPr>
            <a:r>
              <a:rPr lang="en-US" altLang="en-US" dirty="0">
                <a:solidFill>
                  <a:srgbClr val="00A3E0"/>
                </a:solidFill>
              </a:rPr>
              <a:t>SIZE: Determines the thickness of the horizontal rule. The value is given as a pixel value.</a:t>
            </a:r>
          </a:p>
          <a:p>
            <a:pPr marL="603226" lvl="3" indent="-285750" algn="just">
              <a:lnSpc>
                <a:spcPct val="200000"/>
              </a:lnSpc>
            </a:pPr>
            <a:r>
              <a:rPr lang="en-US" altLang="en-US" dirty="0"/>
              <a:t>Example: &lt;HR SIZE="3"&gt;</a:t>
            </a:r>
          </a:p>
          <a:p>
            <a:pPr lvl="2">
              <a:lnSpc>
                <a:spcPct val="200000"/>
              </a:lnSpc>
              <a:buFont typeface="Arial" panose="020B0604020202020204" pitchFamily="34" charset="0"/>
              <a:buChar char="•"/>
            </a:pPr>
            <a:r>
              <a:rPr lang="en-US" altLang="en-US" dirty="0">
                <a:solidFill>
                  <a:srgbClr val="00A3E0"/>
                </a:solidFill>
              </a:rPr>
              <a:t>WIDTH: Specifies an exact width of HR in pixels, or a relative width as percentage of the document width.</a:t>
            </a:r>
          </a:p>
          <a:p>
            <a:pPr marL="603226" lvl="3" indent="-285750" algn="just">
              <a:lnSpc>
                <a:spcPct val="200000"/>
              </a:lnSpc>
            </a:pPr>
            <a:r>
              <a:rPr lang="en-US" altLang="en-US" dirty="0"/>
              <a:t>Example: &lt;HR WIDTH="50%"&gt;, horizontal rule a width a 50 percent of the page width.</a:t>
            </a:r>
          </a:p>
          <a:p>
            <a:pPr lvl="2">
              <a:lnSpc>
                <a:spcPct val="200000"/>
              </a:lnSpc>
              <a:buFont typeface="Arial" panose="020B0604020202020204" pitchFamily="34" charset="0"/>
              <a:buChar char="•"/>
            </a:pPr>
            <a:r>
              <a:rPr lang="en-US" altLang="en-US" dirty="0">
                <a:solidFill>
                  <a:srgbClr val="00A3E0"/>
                </a:solidFill>
              </a:rPr>
              <a:t> ALIGN: Set the alignment of the rule to LEFT, RIGHT and CENTER. It is applicable if it is not equal to width of the page.</a:t>
            </a:r>
          </a:p>
          <a:p>
            <a:pPr lvl="2">
              <a:lnSpc>
                <a:spcPct val="200000"/>
              </a:lnSpc>
              <a:buFont typeface="Arial" panose="020B0604020202020204" pitchFamily="34" charset="0"/>
              <a:buChar char="•"/>
            </a:pPr>
            <a:r>
              <a:rPr lang="en-US" altLang="en-US" dirty="0">
                <a:solidFill>
                  <a:srgbClr val="00A3E0"/>
                </a:solidFill>
              </a:rPr>
              <a:t> NOSHADE: If a solid bar is required, this attribute is used; it specifies that the horizontal rule should not be shaded at all.</a:t>
            </a:r>
          </a:p>
          <a:p>
            <a:pPr lvl="2">
              <a:lnSpc>
                <a:spcPct val="200000"/>
              </a:lnSpc>
              <a:buFont typeface="Arial" panose="020B0604020202020204" pitchFamily="34" charset="0"/>
              <a:buChar char="•"/>
            </a:pPr>
            <a:r>
              <a:rPr lang="en-US" altLang="en-US" dirty="0">
                <a:solidFill>
                  <a:srgbClr val="00A3E0"/>
                </a:solidFill>
              </a:rPr>
              <a:t> COLOR: Set the color of the Horizontal rule.</a:t>
            </a:r>
          </a:p>
          <a:p>
            <a:pPr marL="603226" lvl="3" indent="-285750" algn="just">
              <a:lnSpc>
                <a:spcPct val="200000"/>
              </a:lnSpc>
            </a:pPr>
            <a:r>
              <a:rPr lang="en-US" altLang="en-US" dirty="0"/>
              <a:t>Example: &lt;HR COLOR="BLUE“&gt;</a:t>
            </a:r>
          </a:p>
          <a:p>
            <a:pPr marL="603226" lvl="3" indent="-285750" algn="just">
              <a:lnSpc>
                <a:spcPct val="200000"/>
              </a:lnSpc>
            </a:pPr>
            <a:r>
              <a:rPr lang="en-US" altLang="en-US" dirty="0"/>
              <a:t>Example of &lt;HR&gt; with its attribute:</a:t>
            </a:r>
          </a:p>
          <a:p>
            <a:pPr marL="603226" lvl="3" indent="-285750" algn="just">
              <a:lnSpc>
                <a:spcPct val="200000"/>
              </a:lnSpc>
            </a:pPr>
            <a:r>
              <a:rPr lang="en-US" altLang="en-US" dirty="0"/>
              <a:t>&lt;HR ALIGN=' 'CENTER' '  WIDTH=' '50%' '  SIZE=' '3"  NOSHADE</a:t>
            </a:r>
          </a:p>
          <a:p>
            <a:pPr marL="684265" lvl="4" indent="0" algn="just">
              <a:lnSpc>
                <a:spcPct val="200000"/>
              </a:lnSpc>
              <a:buNone/>
            </a:pPr>
            <a:r>
              <a:rPr lang="en-US" altLang="en-US" sz="1200" dirty="0"/>
              <a:t>COLOR="BLUE“&gt;</a:t>
            </a: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31</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altLang="en-US" dirty="0"/>
              <a:t>&lt;HR&gt; accepts following attributes</a:t>
            </a:r>
            <a:endParaRPr lang="en-GB" noProof="0" dirty="0"/>
          </a:p>
        </p:txBody>
      </p:sp>
    </p:spTree>
    <p:extLst>
      <p:ext uri="{BB962C8B-B14F-4D97-AF65-F5344CB8AC3E}">
        <p14:creationId xmlns:p14="http://schemas.microsoft.com/office/powerpoint/2010/main" val="1801617066"/>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59FEB5CD-13EE-ECB6-41D2-0EE74FC0D792}"/>
              </a:ext>
            </a:extLst>
          </p:cNvPr>
          <p:cNvSpPr>
            <a:spLocks noGrp="1"/>
          </p:cNvSpPr>
          <p:nvPr>
            <p:ph type="body" sz="quarter" idx="11"/>
          </p:nvPr>
        </p:nvSpPr>
        <p:spPr>
          <a:xfrm>
            <a:off x="947738" y="1585465"/>
            <a:ext cx="7691755" cy="1707966"/>
          </a:xfrm>
        </p:spPr>
        <p:txBody>
          <a:bodyPr/>
          <a:lstStyle/>
          <a:p>
            <a:r>
              <a:rPr lang="en-GB" altLang="en-US" dirty="0"/>
              <a:t>HEADING: &lt;H1&gt;.............&lt;H6&gt;tags</a:t>
            </a:r>
            <a:endParaRPr lang="en-GB" dirty="0"/>
          </a:p>
        </p:txBody>
      </p:sp>
      <p:sp>
        <p:nvSpPr>
          <p:cNvPr id="4" name="Textplatzhalter 6">
            <a:extLst>
              <a:ext uri="{FF2B5EF4-FFF2-40B4-BE49-F238E27FC236}">
                <a16:creationId xmlns:a16="http://schemas.microsoft.com/office/drawing/2014/main" id="{880A1AF2-F0C4-2D95-D1AF-21AE604A4B44}"/>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2" name="Textplatzhalter 7">
            <a:extLst>
              <a:ext uri="{FF2B5EF4-FFF2-40B4-BE49-F238E27FC236}">
                <a16:creationId xmlns:a16="http://schemas.microsoft.com/office/drawing/2014/main" id="{5A394401-A1F4-4698-A7D2-89F950FB1765}"/>
              </a:ext>
            </a:extLst>
          </p:cNvPr>
          <p:cNvSpPr>
            <a:spLocks noGrp="1"/>
          </p:cNvSpPr>
          <p:nvPr>
            <p:ph type="body" sz="quarter" idx="10"/>
          </p:nvPr>
        </p:nvSpPr>
        <p:spPr>
          <a:xfrm>
            <a:off x="1079818" y="3405190"/>
            <a:ext cx="7559675" cy="2212019"/>
          </a:xfrm>
        </p:spPr>
        <p:txBody>
          <a:bodyPr/>
          <a:lstStyle/>
          <a:p>
            <a:pPr algn="just">
              <a:lnSpc>
                <a:spcPct val="150000"/>
              </a:lnSpc>
              <a:buFont typeface="Arial" panose="020B0604020202020204" pitchFamily="34" charset="0"/>
              <a:buNone/>
            </a:pPr>
            <a:r>
              <a:rPr lang="en-GB" altLang="en-US" dirty="0"/>
              <a:t>HTML has six header tags &lt;H1&gt;, &lt;H2&gt;...........&lt;H6&gt; used to specify section headings. Text with header tags is displayed in larger and bolder fonts than the normal body text by a web browser. Every .header leaves a blank line above and below it when displayed in browse.</a:t>
            </a:r>
          </a:p>
        </p:txBody>
      </p:sp>
    </p:spTree>
    <p:extLst>
      <p:ext uri="{BB962C8B-B14F-4D97-AF65-F5344CB8AC3E}">
        <p14:creationId xmlns:p14="http://schemas.microsoft.com/office/powerpoint/2010/main" val="4096562169"/>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39856B-5653-94FA-5D7A-A87E961433A9}"/>
              </a:ext>
            </a:extLst>
          </p:cNvPr>
          <p:cNvSpPr>
            <a:spLocks noGrp="1"/>
          </p:cNvSpPr>
          <p:nvPr>
            <p:ph type="body" sz="quarter" idx="11"/>
          </p:nvPr>
        </p:nvSpPr>
        <p:spPr>
          <a:xfrm>
            <a:off x="724218" y="-1693544"/>
            <a:ext cx="7559675" cy="2876892"/>
          </a:xfrm>
        </p:spPr>
        <p:txBody>
          <a:bodyPr/>
          <a:lstStyle/>
          <a:p>
            <a:r>
              <a:rPr lang="en-GB" altLang="en-US" sz="2000" dirty="0">
                <a:solidFill>
                  <a:schemeClr val="bg1"/>
                </a:solidFill>
                <a:latin typeface="+mj-lt"/>
              </a:rPr>
              <a:t>Example: An HTML document, headings.html shows the different          section headings</a:t>
            </a:r>
            <a:endParaRPr lang="en-US" sz="2000" dirty="0">
              <a:solidFill>
                <a:schemeClr val="bg1"/>
              </a:solidFill>
              <a:latin typeface="+mj-lt"/>
            </a:endParaRPr>
          </a:p>
        </p:txBody>
      </p:sp>
      <p:sp>
        <p:nvSpPr>
          <p:cNvPr id="3" name="Text Placeholder 1">
            <a:extLst>
              <a:ext uri="{FF2B5EF4-FFF2-40B4-BE49-F238E27FC236}">
                <a16:creationId xmlns:a16="http://schemas.microsoft.com/office/drawing/2014/main" id="{9F41D66A-AF95-B607-1204-56812DB78213}"/>
              </a:ext>
            </a:extLst>
          </p:cNvPr>
          <p:cNvSpPr txBox="1">
            <a:spLocks/>
          </p:cNvSpPr>
          <p:nvPr/>
        </p:nvSpPr>
        <p:spPr>
          <a:xfrm>
            <a:off x="957898" y="4522788"/>
            <a:ext cx="7559675" cy="2326957"/>
          </a:xfrm>
          <a:prstGeom prst="rect">
            <a:avLst/>
          </a:prstGeom>
        </p:spPr>
        <p:txBody>
          <a:bodyPr vert="horz" lIns="0" tIns="0" rIns="0" bIns="0" rtlCol="0" anchor="b" anchorCtr="0">
            <a:noAutofit/>
          </a:bodyPr>
          <a:lstStyle>
            <a:lvl1pPr algn="l" rtl="0" eaLnBrk="1" fontAlgn="base" hangingPunct="1">
              <a:lnSpc>
                <a:spcPct val="90000"/>
              </a:lnSpc>
              <a:spcBef>
                <a:spcPts val="0"/>
              </a:spcBef>
              <a:spcAft>
                <a:spcPts val="0"/>
              </a:spcAft>
              <a:defRPr sz="4000" kern="1200" baseline="0">
                <a:solidFill>
                  <a:srgbClr val="00A3E0"/>
                </a:solidFill>
                <a:latin typeface="+mn-lt"/>
                <a:ea typeface="ＭＳ Ｐゴシック" pitchFamily="-109" charset="-128"/>
                <a:cs typeface="ＭＳ Ｐゴシック" pitchFamily="-109" charset="-128"/>
              </a:defRPr>
            </a:lvl1pPr>
            <a:lvl2pPr algn="l" rtl="0" eaLnBrk="1" fontAlgn="base" hangingPunct="1">
              <a:lnSpc>
                <a:spcPct val="90000"/>
              </a:lnSpc>
              <a:spcBef>
                <a:spcPts val="0"/>
              </a:spcBef>
              <a:spcAft>
                <a:spcPts val="0"/>
              </a:spcAft>
              <a:defRPr sz="4000" kern="1200" baseline="0">
                <a:solidFill>
                  <a:schemeClr val="bg1"/>
                </a:solidFill>
                <a:latin typeface="+mn-lt"/>
                <a:ea typeface="ＭＳ Ｐゴシック" pitchFamily="-109" charset="-128"/>
              </a:defRPr>
            </a:lvl2pPr>
            <a:lvl3pPr marL="370390" indent="-370390" algn="l" rtl="0" eaLnBrk="1" fontAlgn="base" hangingPunct="1">
              <a:lnSpc>
                <a:spcPct val="100000"/>
              </a:lnSpc>
              <a:spcBef>
                <a:spcPts val="0"/>
              </a:spcBef>
              <a:spcAft>
                <a:spcPts val="0"/>
              </a:spcAft>
              <a:buFont typeface="Arial" charset="0"/>
              <a:buChar char="—"/>
              <a:defRPr sz="1400" kern="1200" baseline="0">
                <a:solidFill>
                  <a:schemeClr val="bg1"/>
                </a:solidFill>
                <a:latin typeface="+mn-lt"/>
                <a:ea typeface="Deutsche Bank Text" panose="020B0503020202030204" pitchFamily="34" charset="0"/>
                <a:cs typeface="Deutsche Bank Text" panose="020B0503020202030204" pitchFamily="34" charset="0"/>
              </a:defRPr>
            </a:lvl3pPr>
            <a:lvl4pPr marL="687866" indent="-317477" algn="l" rtl="0" eaLnBrk="1" fontAlgn="base" hangingPunct="1">
              <a:lnSpc>
                <a:spcPct val="100000"/>
              </a:lnSpc>
              <a:spcBef>
                <a:spcPts val="0"/>
              </a:spcBef>
              <a:spcAft>
                <a:spcPts val="0"/>
              </a:spcAft>
              <a:buFont typeface="Arial" charset="0"/>
              <a:buChar char="—"/>
              <a:defRPr sz="1200" kern="1200" baseline="0">
                <a:solidFill>
                  <a:schemeClr val="bg1"/>
                </a:solidFill>
                <a:latin typeface="+mn-lt"/>
                <a:ea typeface="ＭＳ Ｐゴシック" pitchFamily="-109" charset="-128"/>
              </a:defRPr>
            </a:lvl4pPr>
            <a:lvl5pPr marL="1054655" indent="-333664" algn="l" rtl="0" eaLnBrk="1" fontAlgn="base" hangingPunct="1">
              <a:lnSpc>
                <a:spcPct val="100000"/>
              </a:lnSpc>
              <a:spcBef>
                <a:spcPts val="0"/>
              </a:spcBef>
              <a:spcAft>
                <a:spcPts val="0"/>
              </a:spcAft>
              <a:buFont typeface="Arial" charset="0"/>
              <a:buChar char="—"/>
              <a:defRPr sz="1000" kern="1200" baseline="0">
                <a:solidFill>
                  <a:schemeClr val="bg1"/>
                </a:solidFill>
                <a:latin typeface="+mn-lt"/>
                <a:ea typeface="ＭＳ Ｐゴシック" pitchFamily="-109" charset="-128"/>
              </a:defRPr>
            </a:lvl5pPr>
            <a:lvl6pPr marL="1297788"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6pPr>
            <a:lvl7pPr marL="180083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7pPr>
            <a:lvl8pPr marL="2303875"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8pPr>
            <a:lvl9pPr marL="280692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9pPr>
          </a:lstStyle>
          <a:p>
            <a:pPr defTabSz="914400" fontAlgn="auto">
              <a:lnSpc>
                <a:spcPct val="150000"/>
              </a:lnSpc>
              <a:buFont typeface="Arial" panose="020B0604020202020204" pitchFamily="34" charset="0"/>
              <a:buNone/>
              <a:defRPr/>
            </a:pPr>
            <a:r>
              <a:rPr lang="en-GB" sz="1600"/>
              <a:t>&lt;HTML&gt;</a:t>
            </a:r>
          </a:p>
          <a:p>
            <a:pPr defTabSz="914400" fontAlgn="auto">
              <a:lnSpc>
                <a:spcPct val="150000"/>
              </a:lnSpc>
              <a:buFont typeface="Arial" panose="020B0604020202020204" pitchFamily="34" charset="0"/>
              <a:buNone/>
              <a:defRPr/>
            </a:pPr>
            <a:r>
              <a:rPr lang="en-GB" sz="1600"/>
              <a:t>&lt;HEAD&gt;</a:t>
            </a:r>
          </a:p>
          <a:p>
            <a:pPr defTabSz="914400" fontAlgn="auto">
              <a:lnSpc>
                <a:spcPct val="150000"/>
              </a:lnSpc>
              <a:buFont typeface="Arial" panose="020B0604020202020204" pitchFamily="34" charset="0"/>
              <a:buNone/>
              <a:defRPr/>
            </a:pPr>
            <a:r>
              <a:rPr lang="en-GB" sz="1600"/>
              <a:t>&lt;TITLE&gt;</a:t>
            </a:r>
          </a:p>
          <a:p>
            <a:pPr defTabSz="914400" fontAlgn="auto">
              <a:lnSpc>
                <a:spcPct val="150000"/>
              </a:lnSpc>
              <a:buFont typeface="Arial" panose="020B0604020202020204" pitchFamily="34" charset="0"/>
              <a:buNone/>
              <a:defRPr/>
            </a:pPr>
            <a:r>
              <a:rPr lang="en-GB" sz="1600"/>
              <a:t>Section Heading</a:t>
            </a:r>
          </a:p>
          <a:p>
            <a:pPr defTabSz="914400" fontAlgn="auto">
              <a:lnSpc>
                <a:spcPct val="150000"/>
              </a:lnSpc>
              <a:buFont typeface="Arial" panose="020B0604020202020204" pitchFamily="34" charset="0"/>
              <a:buNone/>
              <a:defRPr/>
            </a:pPr>
            <a:r>
              <a:rPr lang="en-GB" sz="1600"/>
              <a:t>&lt;/TITLE&gt;</a:t>
            </a:r>
          </a:p>
          <a:p>
            <a:pPr defTabSz="914400" fontAlgn="auto">
              <a:lnSpc>
                <a:spcPct val="150000"/>
              </a:lnSpc>
              <a:buFont typeface="Arial" panose="020B0604020202020204" pitchFamily="34" charset="0"/>
              <a:buNone/>
              <a:defRPr/>
            </a:pPr>
            <a:r>
              <a:rPr lang="en-GB" sz="1600"/>
              <a:t>&lt;/HEAD&gt;</a:t>
            </a:r>
          </a:p>
          <a:p>
            <a:pPr defTabSz="914400" fontAlgn="auto">
              <a:lnSpc>
                <a:spcPct val="150000"/>
              </a:lnSpc>
              <a:buFont typeface="Arial" panose="020B0604020202020204" pitchFamily="34" charset="0"/>
              <a:buNone/>
              <a:defRPr/>
            </a:pPr>
            <a:r>
              <a:rPr lang="en-GB" sz="1600"/>
              <a:t>&lt;BODY&gt;</a:t>
            </a:r>
          </a:p>
          <a:p>
            <a:pPr defTabSz="914400" fontAlgn="auto">
              <a:lnSpc>
                <a:spcPct val="150000"/>
              </a:lnSpc>
              <a:buFont typeface="Arial" panose="020B0604020202020204" pitchFamily="34" charset="0"/>
              <a:buNone/>
              <a:defRPr/>
            </a:pPr>
            <a:r>
              <a:rPr lang="en-GB" sz="1600"/>
              <a:t>&lt;H1&gt; This is Section Heading 1 &lt;/H1&gt;</a:t>
            </a:r>
          </a:p>
          <a:p>
            <a:pPr defTabSz="914400" fontAlgn="auto">
              <a:lnSpc>
                <a:spcPct val="150000"/>
              </a:lnSpc>
              <a:buFont typeface="Arial" panose="020B0604020202020204" pitchFamily="34" charset="0"/>
              <a:buNone/>
              <a:defRPr/>
            </a:pPr>
            <a:r>
              <a:rPr lang="en-GB" sz="1600"/>
              <a:t>&lt;H2&gt; This is Section Heading 2 &lt;/H2&gt;</a:t>
            </a:r>
          </a:p>
          <a:p>
            <a:pPr defTabSz="914400" fontAlgn="auto">
              <a:lnSpc>
                <a:spcPct val="150000"/>
              </a:lnSpc>
              <a:buFont typeface="Arial" panose="020B0604020202020204" pitchFamily="34" charset="0"/>
              <a:buNone/>
              <a:defRPr/>
            </a:pPr>
            <a:r>
              <a:rPr lang="en-GB" sz="1600"/>
              <a:t>&lt;H3&gt; This is Section Heading 3 &lt;/H3&gt;</a:t>
            </a:r>
          </a:p>
          <a:p>
            <a:pPr defTabSz="914400" fontAlgn="auto">
              <a:lnSpc>
                <a:spcPct val="150000"/>
              </a:lnSpc>
              <a:buFont typeface="Arial" panose="020B0604020202020204" pitchFamily="34" charset="0"/>
              <a:buNone/>
              <a:defRPr/>
            </a:pPr>
            <a:r>
              <a:rPr lang="en-GB" sz="1600"/>
              <a:t>&lt;H4&gt; This is Section Heading 4 &lt;/H4&gt;</a:t>
            </a:r>
          </a:p>
          <a:p>
            <a:pPr defTabSz="914400" fontAlgn="auto">
              <a:lnSpc>
                <a:spcPct val="150000"/>
              </a:lnSpc>
              <a:buFont typeface="Arial" panose="020B0604020202020204" pitchFamily="34" charset="0"/>
              <a:buNone/>
              <a:defRPr/>
            </a:pPr>
            <a:r>
              <a:rPr lang="en-GB" sz="1600"/>
              <a:t>&lt;H5&gt; This is Section Heading 5 &lt;/H5&gt;</a:t>
            </a:r>
          </a:p>
          <a:p>
            <a:pPr defTabSz="914400" fontAlgn="auto">
              <a:lnSpc>
                <a:spcPct val="150000"/>
              </a:lnSpc>
              <a:buFont typeface="Arial" panose="020B0604020202020204" pitchFamily="34" charset="0"/>
              <a:buNone/>
              <a:defRPr/>
            </a:pPr>
            <a:r>
              <a:rPr lang="en-GB" sz="1600"/>
              <a:t>&lt;H6&gt; This is Section Heading 6 &lt;/H6&gt;</a:t>
            </a:r>
          </a:p>
          <a:p>
            <a:pPr defTabSz="914400" fontAlgn="auto">
              <a:lnSpc>
                <a:spcPct val="150000"/>
              </a:lnSpc>
              <a:buFont typeface="Arial" panose="020B0604020202020204" pitchFamily="34" charset="0"/>
              <a:buNone/>
              <a:defRPr/>
            </a:pPr>
            <a:r>
              <a:rPr lang="en-GB" sz="1600"/>
              <a:t>&lt;/BODY&gt;</a:t>
            </a:r>
          </a:p>
          <a:p>
            <a:pPr defTabSz="914400" fontAlgn="auto">
              <a:lnSpc>
                <a:spcPct val="150000"/>
              </a:lnSpc>
              <a:buFont typeface="Arial" panose="020B0604020202020204" pitchFamily="34" charset="0"/>
              <a:buNone/>
              <a:defRPr/>
            </a:pPr>
            <a:r>
              <a:rPr lang="en-GB" sz="1600"/>
              <a:t>&lt;/HTML&gt;</a:t>
            </a:r>
            <a:endParaRPr lang="en-GB" sz="1600" dirty="0"/>
          </a:p>
        </p:txBody>
      </p:sp>
    </p:spTree>
    <p:extLst>
      <p:ext uri="{BB962C8B-B14F-4D97-AF65-F5344CB8AC3E}">
        <p14:creationId xmlns:p14="http://schemas.microsoft.com/office/powerpoint/2010/main" val="3782079453"/>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D5D75BF-7D78-0178-EEC8-7745BE34362E}"/>
              </a:ext>
            </a:extLst>
          </p:cNvPr>
          <p:cNvSpPr>
            <a:spLocks noGrp="1"/>
          </p:cNvSpPr>
          <p:nvPr>
            <p:ph type="body" sz="quarter" idx="11"/>
          </p:nvPr>
        </p:nvSpPr>
        <p:spPr>
          <a:xfrm>
            <a:off x="779621" y="-150812"/>
            <a:ext cx="8521382" cy="2326957"/>
          </a:xfrm>
        </p:spPr>
        <p:txBody>
          <a:bodyPr/>
          <a:lstStyle/>
          <a:p>
            <a:r>
              <a:rPr lang="en-GB" sz="2400" dirty="0">
                <a:solidFill>
                  <a:schemeClr val="bg1"/>
                </a:solidFill>
                <a:latin typeface="+mj-lt"/>
              </a:rPr>
              <a:t>Viewing output of HTML document headings .html in browse</a:t>
            </a:r>
            <a:endParaRPr lang="en-US" sz="2400" dirty="0">
              <a:solidFill>
                <a:schemeClr val="bg1"/>
              </a:solidFill>
              <a:latin typeface="+mj-lt"/>
            </a:endParaRPr>
          </a:p>
        </p:txBody>
      </p:sp>
      <p:sp>
        <p:nvSpPr>
          <p:cNvPr id="6" name="TextBox 5">
            <a:extLst>
              <a:ext uri="{FF2B5EF4-FFF2-40B4-BE49-F238E27FC236}">
                <a16:creationId xmlns:a16="http://schemas.microsoft.com/office/drawing/2014/main" id="{7382A220-AC2D-F18A-AF58-50E86B4BC552}"/>
              </a:ext>
            </a:extLst>
          </p:cNvPr>
          <p:cNvSpPr txBox="1"/>
          <p:nvPr/>
        </p:nvSpPr>
        <p:spPr bwMode="ltGray">
          <a:xfrm>
            <a:off x="2786698" y="2672080"/>
            <a:ext cx="6966902" cy="2795522"/>
          </a:xfrm>
          <a:prstGeom prst="rect">
            <a:avLst/>
          </a:prstGeom>
          <a:noFill/>
          <a:ln w="6350">
            <a:noFill/>
            <a:miter lim="800000"/>
            <a:headEnd/>
            <a:tailEnd/>
          </a:ln>
        </p:spPr>
        <p:txBody>
          <a:bodyPr wrap="square" lIns="100913" tIns="50457" rIns="100913" bIns="50457" rtlCol="0" anchor="t" anchorCtr="0">
            <a:spAutoFit/>
          </a:bodyPr>
          <a:lstStyle/>
          <a:p>
            <a:pPr>
              <a:lnSpc>
                <a:spcPct val="150000"/>
              </a:lnSpc>
              <a:buFont typeface="Arial" panose="020B0604020202020204" pitchFamily="34" charset="0"/>
              <a:buNone/>
            </a:pPr>
            <a:r>
              <a:rPr lang="en-GB" altLang="en-US" sz="2400" dirty="0">
                <a:solidFill>
                  <a:srgbClr val="00A3E0"/>
                </a:solidFill>
                <a:latin typeface="+mn-lt"/>
              </a:rPr>
              <a:t>This is Section Heading 1</a:t>
            </a:r>
          </a:p>
          <a:p>
            <a:pPr>
              <a:lnSpc>
                <a:spcPct val="150000"/>
              </a:lnSpc>
              <a:buFont typeface="Arial" panose="020B0604020202020204" pitchFamily="34" charset="0"/>
              <a:buNone/>
            </a:pPr>
            <a:r>
              <a:rPr lang="en-GB" altLang="en-US" dirty="0">
                <a:solidFill>
                  <a:srgbClr val="00A3E0"/>
                </a:solidFill>
                <a:latin typeface="+mn-lt"/>
              </a:rPr>
              <a:t>This is Section Heading 2</a:t>
            </a:r>
          </a:p>
          <a:p>
            <a:pPr>
              <a:lnSpc>
                <a:spcPct val="150000"/>
              </a:lnSpc>
              <a:buFont typeface="Arial" panose="020B0604020202020204" pitchFamily="34" charset="0"/>
              <a:buNone/>
            </a:pPr>
            <a:r>
              <a:rPr lang="en-GB" altLang="en-US" sz="1800" dirty="0">
                <a:solidFill>
                  <a:srgbClr val="00A3E0"/>
                </a:solidFill>
                <a:latin typeface="+mn-lt"/>
              </a:rPr>
              <a:t>This is Section Heading 3</a:t>
            </a:r>
          </a:p>
          <a:p>
            <a:pPr>
              <a:lnSpc>
                <a:spcPct val="150000"/>
              </a:lnSpc>
              <a:buFont typeface="Arial" panose="020B0604020202020204" pitchFamily="34" charset="0"/>
              <a:buNone/>
            </a:pPr>
            <a:r>
              <a:rPr lang="en-GB" altLang="en-US" sz="1400" dirty="0">
                <a:solidFill>
                  <a:srgbClr val="00A3E0"/>
                </a:solidFill>
                <a:latin typeface="+mn-lt"/>
              </a:rPr>
              <a:t>This is Section Heading 4</a:t>
            </a:r>
          </a:p>
          <a:p>
            <a:pPr>
              <a:lnSpc>
                <a:spcPct val="150000"/>
              </a:lnSpc>
              <a:buFont typeface="Arial" panose="020B0604020202020204" pitchFamily="34" charset="0"/>
              <a:buNone/>
            </a:pPr>
            <a:r>
              <a:rPr lang="en-GB" altLang="en-US" sz="1200" dirty="0">
                <a:solidFill>
                  <a:srgbClr val="00A3E0"/>
                </a:solidFill>
                <a:latin typeface="+mn-lt"/>
              </a:rPr>
              <a:t>This is Section Heading 5</a:t>
            </a:r>
          </a:p>
          <a:p>
            <a:pPr>
              <a:lnSpc>
                <a:spcPct val="150000"/>
              </a:lnSpc>
              <a:buFont typeface="Arial" panose="020B0604020202020204" pitchFamily="34" charset="0"/>
              <a:buNone/>
            </a:pPr>
            <a:r>
              <a:rPr lang="en-GB" altLang="en-US" sz="1100" dirty="0">
                <a:solidFill>
                  <a:srgbClr val="00A3E0"/>
                </a:solidFill>
                <a:latin typeface="+mn-lt"/>
              </a:rPr>
              <a:t>This is Section Heading 6</a:t>
            </a:r>
          </a:p>
          <a:p>
            <a:pPr eaLnBrk="0" hangingPunct="0">
              <a:lnSpc>
                <a:spcPct val="150000"/>
              </a:lnSpc>
            </a:pPr>
            <a:endParaRPr lang="en-US" dirty="0" err="1">
              <a:solidFill>
                <a:srgbClr val="00A3E0"/>
              </a:solidFill>
              <a:latin typeface="+mn-lt"/>
            </a:endParaRPr>
          </a:p>
        </p:txBody>
      </p:sp>
    </p:spTree>
    <p:extLst>
      <p:ext uri="{BB962C8B-B14F-4D97-AF65-F5344CB8AC3E}">
        <p14:creationId xmlns:p14="http://schemas.microsoft.com/office/powerpoint/2010/main" val="4224221332"/>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441644" y="1213970"/>
            <a:ext cx="9068116" cy="5761038"/>
          </a:xfrm>
        </p:spPr>
        <p:txBody>
          <a:bodyPr/>
          <a:lstStyle/>
          <a:p>
            <a:pPr lvl="2">
              <a:lnSpc>
                <a:spcPct val="200000"/>
              </a:lnSpc>
              <a:buFont typeface="Arial" panose="020B0604020202020204" pitchFamily="34" charset="0"/>
              <a:buChar char="•"/>
            </a:pPr>
            <a:r>
              <a:rPr lang="en-US" altLang="en-US" sz="1600" dirty="0">
                <a:solidFill>
                  <a:srgbClr val="00A3E0"/>
                </a:solidFill>
              </a:rPr>
              <a:t>There are certain special characters that can be used while  creating document. Following are some special character:</a:t>
            </a:r>
          </a:p>
          <a:p>
            <a:pPr lvl="2">
              <a:lnSpc>
                <a:spcPct val="200000"/>
              </a:lnSpc>
              <a:buFont typeface="Arial" panose="020B0604020202020204" pitchFamily="34" charset="0"/>
              <a:buChar char="•"/>
            </a:pPr>
            <a:r>
              <a:rPr lang="en-US" altLang="en-US" sz="1600" dirty="0">
                <a:solidFill>
                  <a:srgbClr val="00A3E0"/>
                </a:solidFill>
              </a:rPr>
              <a:t>Symbols 	  Entity</a:t>
            </a:r>
          </a:p>
          <a:p>
            <a:pPr marL="317476" lvl="3" indent="0">
              <a:lnSpc>
                <a:spcPct val="200000"/>
              </a:lnSpc>
              <a:buNone/>
            </a:pPr>
            <a:r>
              <a:rPr lang="en-US" altLang="en-US" sz="1600" dirty="0"/>
              <a:t>©, ®                             &amp;copy, &amp;reg</a:t>
            </a:r>
          </a:p>
          <a:p>
            <a:pPr marL="317476" lvl="3" indent="0">
              <a:lnSpc>
                <a:spcPct val="200000"/>
              </a:lnSpc>
              <a:buNone/>
            </a:pPr>
            <a:r>
              <a:rPr lang="en-US" altLang="en-US" sz="1600" dirty="0"/>
              <a:t> ¼, ½, ¾                     &amp;frac14, &amp;frac12, &amp;frac34</a:t>
            </a:r>
          </a:p>
          <a:p>
            <a:pPr marL="317476" lvl="3" indent="0">
              <a:lnSpc>
                <a:spcPct val="200000"/>
              </a:lnSpc>
              <a:buNone/>
            </a:pPr>
            <a:r>
              <a:rPr lang="en-US" altLang="en-US" sz="1600" dirty="0"/>
              <a:t> ÷, &lt;, &gt;, ≤,≥              &amp;divide, &amp;</a:t>
            </a:r>
            <a:r>
              <a:rPr lang="en-US" altLang="en-US" sz="1600" dirty="0" err="1"/>
              <a:t>lt</a:t>
            </a:r>
            <a:r>
              <a:rPr lang="en-US" altLang="en-US" sz="1600" dirty="0"/>
              <a:t>, &amp;</a:t>
            </a:r>
            <a:r>
              <a:rPr lang="en-US" altLang="en-US" sz="1600" dirty="0" err="1"/>
              <a:t>gt</a:t>
            </a:r>
            <a:r>
              <a:rPr lang="en-US" altLang="en-US" sz="1600" dirty="0"/>
              <a:t>, &amp;le, &amp;</a:t>
            </a:r>
            <a:r>
              <a:rPr lang="en-US" altLang="en-US" sz="1600" dirty="0" err="1"/>
              <a:t>ge</a:t>
            </a:r>
            <a:endParaRPr lang="en-US" altLang="en-US" sz="1600" dirty="0"/>
          </a:p>
          <a:p>
            <a:pPr marL="317476" lvl="3" indent="0">
              <a:lnSpc>
                <a:spcPct val="200000"/>
              </a:lnSpc>
              <a:buNone/>
            </a:pPr>
            <a:r>
              <a:rPr lang="en-US" altLang="en-US" sz="1600" dirty="0"/>
              <a:t>  &amp;                                 &amp;amp</a:t>
            </a:r>
          </a:p>
          <a:p>
            <a:pPr marL="317476" lvl="3" indent="0">
              <a:lnSpc>
                <a:spcPct val="200000"/>
              </a:lnSpc>
              <a:buNone/>
            </a:pPr>
            <a:r>
              <a:rPr lang="en-US" altLang="en-US" sz="1600" dirty="0"/>
              <a:t> ♣ ♠ ♥                          &amp;spades, &amp;clubs, &amp;hearts</a:t>
            </a:r>
          </a:p>
          <a:p>
            <a:pPr lvl="2">
              <a:lnSpc>
                <a:spcPct val="200000"/>
              </a:lnSpc>
              <a:buFont typeface="Arial" panose="020B0604020202020204" pitchFamily="34" charset="0"/>
              <a:buChar char="•"/>
            </a:pPr>
            <a:r>
              <a:rPr lang="en-US" altLang="en-US" sz="1600" dirty="0">
                <a:solidFill>
                  <a:srgbClr val="00A3E0"/>
                </a:solidFill>
              </a:rPr>
              <a:t>All these special character must be ended with a semicolon;</a:t>
            </a: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35</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dirty="0"/>
              <a:t>SPECIAL CHARTACTER</a:t>
            </a:r>
            <a:endParaRPr lang="en-GB" noProof="0" dirty="0"/>
          </a:p>
        </p:txBody>
      </p:sp>
      <p:cxnSp>
        <p:nvCxnSpPr>
          <p:cNvPr id="3" name="Straight Connector 2">
            <a:extLst>
              <a:ext uri="{FF2B5EF4-FFF2-40B4-BE49-F238E27FC236}">
                <a16:creationId xmlns:a16="http://schemas.microsoft.com/office/drawing/2014/main" id="{9EDDE75C-AE8D-2929-11B1-7593C04C54F3}"/>
              </a:ext>
            </a:extLst>
          </p:cNvPr>
          <p:cNvCxnSpPr>
            <a:cxnSpLocks/>
          </p:cNvCxnSpPr>
          <p:nvPr/>
        </p:nvCxnSpPr>
        <p:spPr bwMode="auto">
          <a:xfrm>
            <a:off x="2174240" y="2194560"/>
            <a:ext cx="50800" cy="2875280"/>
          </a:xfrm>
          <a:prstGeom prst="line">
            <a:avLst/>
          </a:prstGeom>
          <a:noFill/>
          <a:ln w="12700">
            <a:solidFill>
              <a:schemeClr val="tx1"/>
            </a:solidFill>
            <a:round/>
            <a:headEnd/>
            <a:tailEnd/>
          </a:ln>
        </p:spPr>
      </p:cxnSp>
    </p:spTree>
    <p:extLst>
      <p:ext uri="{BB962C8B-B14F-4D97-AF65-F5344CB8AC3E}">
        <p14:creationId xmlns:p14="http://schemas.microsoft.com/office/powerpoint/2010/main" val="1844858514"/>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D5D75BF-7D78-0178-EEC8-7745BE34362E}"/>
              </a:ext>
            </a:extLst>
          </p:cNvPr>
          <p:cNvSpPr>
            <a:spLocks noGrp="1"/>
          </p:cNvSpPr>
          <p:nvPr>
            <p:ph type="body" sz="quarter" idx="11"/>
          </p:nvPr>
        </p:nvSpPr>
        <p:spPr>
          <a:xfrm>
            <a:off x="779621" y="-150812"/>
            <a:ext cx="8521382" cy="2326957"/>
          </a:xfrm>
        </p:spPr>
        <p:txBody>
          <a:bodyPr/>
          <a:lstStyle/>
          <a:p>
            <a:r>
              <a:rPr lang="en-GB" sz="2400" dirty="0">
                <a:solidFill>
                  <a:schemeClr val="bg1"/>
                </a:solidFill>
                <a:latin typeface="+mj-lt"/>
              </a:rPr>
              <a:t>Example: </a:t>
            </a:r>
            <a:endParaRPr lang="en-US" sz="2400" dirty="0">
              <a:solidFill>
                <a:schemeClr val="bg1"/>
              </a:solidFill>
              <a:latin typeface="+mj-lt"/>
            </a:endParaRPr>
          </a:p>
        </p:txBody>
      </p:sp>
      <p:sp>
        <p:nvSpPr>
          <p:cNvPr id="6" name="TextBox 5">
            <a:extLst>
              <a:ext uri="{FF2B5EF4-FFF2-40B4-BE49-F238E27FC236}">
                <a16:creationId xmlns:a16="http://schemas.microsoft.com/office/drawing/2014/main" id="{7382A220-AC2D-F18A-AF58-50E86B4BC552}"/>
              </a:ext>
            </a:extLst>
          </p:cNvPr>
          <p:cNvSpPr txBox="1"/>
          <p:nvPr/>
        </p:nvSpPr>
        <p:spPr bwMode="ltGray">
          <a:xfrm>
            <a:off x="2654618" y="2570480"/>
            <a:ext cx="6966902" cy="3280270"/>
          </a:xfrm>
          <a:prstGeom prst="rect">
            <a:avLst/>
          </a:prstGeom>
          <a:noFill/>
          <a:ln w="6350">
            <a:noFill/>
            <a:miter lim="800000"/>
            <a:headEnd/>
            <a:tailEnd/>
          </a:ln>
        </p:spPr>
        <p:txBody>
          <a:bodyPr wrap="square" lIns="100913" tIns="50457" rIns="100913" bIns="50457" rtlCol="0" anchor="t" anchorCtr="0">
            <a:spAutoFit/>
          </a:bodyPr>
          <a:lstStyle/>
          <a:p>
            <a:pPr>
              <a:lnSpc>
                <a:spcPct val="150000"/>
              </a:lnSpc>
              <a:buFont typeface="Arial" panose="020B0604020202020204" pitchFamily="34" charset="0"/>
              <a:buNone/>
            </a:pPr>
            <a:r>
              <a:rPr lang="en-US" altLang="en-US" dirty="0">
                <a:solidFill>
                  <a:srgbClr val="00A3E0"/>
                </a:solidFill>
                <a:latin typeface="+mn-lt"/>
              </a:rPr>
              <a:t>&lt;PRE&gt;</a:t>
            </a:r>
          </a:p>
          <a:p>
            <a:pPr>
              <a:lnSpc>
                <a:spcPct val="150000"/>
              </a:lnSpc>
              <a:buFont typeface="Arial" panose="020B0604020202020204" pitchFamily="34" charset="0"/>
              <a:buNone/>
            </a:pPr>
            <a:r>
              <a:rPr lang="en-US" altLang="en-US" dirty="0">
                <a:solidFill>
                  <a:srgbClr val="00A3E0"/>
                </a:solidFill>
                <a:latin typeface="+mn-lt"/>
              </a:rPr>
              <a:t>The copyright symbol is: &amp;COPY;</a:t>
            </a:r>
          </a:p>
          <a:p>
            <a:pPr>
              <a:lnSpc>
                <a:spcPct val="150000"/>
              </a:lnSpc>
              <a:buFont typeface="Arial" panose="020B0604020202020204" pitchFamily="34" charset="0"/>
              <a:buNone/>
            </a:pPr>
            <a:r>
              <a:rPr lang="en-US" altLang="en-US" dirty="0">
                <a:solidFill>
                  <a:srgbClr val="00A3E0"/>
                </a:solidFill>
                <a:latin typeface="+mn-lt"/>
              </a:rPr>
              <a:t>The registered rank is: &amp;REG;</a:t>
            </a:r>
          </a:p>
          <a:p>
            <a:pPr>
              <a:lnSpc>
                <a:spcPct val="150000"/>
              </a:lnSpc>
              <a:buFont typeface="Arial" panose="020B0604020202020204" pitchFamily="34" charset="0"/>
              <a:buNone/>
            </a:pPr>
            <a:r>
              <a:rPr lang="en-US" altLang="en-US" dirty="0">
                <a:solidFill>
                  <a:srgbClr val="00A3E0"/>
                </a:solidFill>
                <a:latin typeface="+mn-lt"/>
              </a:rPr>
              <a:t>&lt;/PRE&gt;</a:t>
            </a:r>
          </a:p>
          <a:p>
            <a:pPr>
              <a:lnSpc>
                <a:spcPct val="150000"/>
              </a:lnSpc>
              <a:buFont typeface="Arial" panose="020B0604020202020204" pitchFamily="34" charset="0"/>
              <a:buNone/>
            </a:pPr>
            <a:r>
              <a:rPr lang="en-US" altLang="en-US" dirty="0">
                <a:solidFill>
                  <a:srgbClr val="00A3E0"/>
                </a:solidFill>
                <a:latin typeface="+mn-lt"/>
              </a:rPr>
              <a:t>Output:</a:t>
            </a:r>
          </a:p>
          <a:p>
            <a:pPr>
              <a:lnSpc>
                <a:spcPct val="150000"/>
              </a:lnSpc>
              <a:buFont typeface="Arial" panose="020B0604020202020204" pitchFamily="34" charset="0"/>
              <a:buNone/>
            </a:pPr>
            <a:r>
              <a:rPr lang="en-US" altLang="en-US" dirty="0">
                <a:solidFill>
                  <a:srgbClr val="00A3E0"/>
                </a:solidFill>
                <a:latin typeface="+mn-lt"/>
              </a:rPr>
              <a:t> The copyright symbol is:©</a:t>
            </a:r>
          </a:p>
          <a:p>
            <a:pPr>
              <a:lnSpc>
                <a:spcPct val="150000"/>
              </a:lnSpc>
              <a:buFont typeface="Arial" panose="020B0604020202020204" pitchFamily="34" charset="0"/>
              <a:buNone/>
            </a:pPr>
            <a:r>
              <a:rPr lang="en-US" altLang="en-US" dirty="0">
                <a:solidFill>
                  <a:srgbClr val="00A3E0"/>
                </a:solidFill>
                <a:latin typeface="+mn-lt"/>
              </a:rPr>
              <a:t>The registered rank is:®</a:t>
            </a:r>
          </a:p>
        </p:txBody>
      </p:sp>
    </p:spTree>
    <p:extLst>
      <p:ext uri="{BB962C8B-B14F-4D97-AF65-F5344CB8AC3E}">
        <p14:creationId xmlns:p14="http://schemas.microsoft.com/office/powerpoint/2010/main" val="4156623961"/>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441644" y="1213970"/>
            <a:ext cx="9068116" cy="5761038"/>
          </a:xfrm>
        </p:spPr>
        <p:txBody>
          <a:bodyPr/>
          <a:lstStyle/>
          <a:p>
            <a:pPr lvl="2">
              <a:lnSpc>
                <a:spcPct val="200000"/>
              </a:lnSpc>
              <a:buFont typeface="Arial" panose="020B0604020202020204" pitchFamily="34" charset="0"/>
              <a:buChar char="•"/>
            </a:pPr>
            <a:r>
              <a:rPr lang="en-US" altLang="en-US" sz="1600" dirty="0">
                <a:solidFill>
                  <a:srgbClr val="00A3E0"/>
                </a:solidFill>
              </a:rPr>
              <a:t>Easy to use.</a:t>
            </a:r>
          </a:p>
          <a:p>
            <a:pPr lvl="2">
              <a:lnSpc>
                <a:spcPct val="200000"/>
              </a:lnSpc>
              <a:buFont typeface="Arial" panose="020B0604020202020204" pitchFamily="34" charset="0"/>
              <a:buChar char="•"/>
            </a:pPr>
            <a:r>
              <a:rPr lang="en-US" altLang="en-US" sz="1600" dirty="0">
                <a:solidFill>
                  <a:srgbClr val="00A3E0"/>
                </a:solidFill>
              </a:rPr>
              <a:t>Loose syntax (although, being too flexible will not comply with standards).</a:t>
            </a:r>
          </a:p>
          <a:p>
            <a:pPr lvl="2">
              <a:lnSpc>
                <a:spcPct val="200000"/>
              </a:lnSpc>
              <a:buFont typeface="Arial" panose="020B0604020202020204" pitchFamily="34" charset="0"/>
              <a:buChar char="•"/>
            </a:pPr>
            <a:r>
              <a:rPr lang="en-US" altLang="en-US" sz="1600" dirty="0">
                <a:solidFill>
                  <a:srgbClr val="00A3E0"/>
                </a:solidFill>
              </a:rPr>
              <a:t>Supported on almost every browser, if not all browsers.</a:t>
            </a:r>
          </a:p>
          <a:p>
            <a:pPr lvl="2">
              <a:lnSpc>
                <a:spcPct val="200000"/>
              </a:lnSpc>
              <a:buFont typeface="Arial" panose="020B0604020202020204" pitchFamily="34" charset="0"/>
              <a:buChar char="•"/>
            </a:pPr>
            <a:r>
              <a:rPr lang="en-US" altLang="en-US" sz="1600" dirty="0">
                <a:solidFill>
                  <a:srgbClr val="00A3E0"/>
                </a:solidFill>
              </a:rPr>
              <a:t>Widely used; established on almost every website, if not all websites.</a:t>
            </a:r>
          </a:p>
          <a:p>
            <a:pPr lvl="2">
              <a:lnSpc>
                <a:spcPct val="200000"/>
              </a:lnSpc>
              <a:buFont typeface="Arial" panose="020B0604020202020204" pitchFamily="34" charset="0"/>
              <a:buChar char="•"/>
            </a:pPr>
            <a:r>
              <a:rPr lang="en-US" altLang="en-US" sz="1600" dirty="0">
                <a:solidFill>
                  <a:srgbClr val="00A3E0"/>
                </a:solidFill>
              </a:rPr>
              <a:t>Very similar to XML syntax, which is increasingly used for data storage.</a:t>
            </a:r>
          </a:p>
          <a:p>
            <a:pPr lvl="2">
              <a:lnSpc>
                <a:spcPct val="200000"/>
              </a:lnSpc>
              <a:buFont typeface="Arial" panose="020B0604020202020204" pitchFamily="34" charset="0"/>
              <a:buChar char="•"/>
            </a:pPr>
            <a:r>
              <a:rPr lang="en-US" altLang="en-US" sz="1600" dirty="0">
                <a:solidFill>
                  <a:srgbClr val="00A3E0"/>
                </a:solidFill>
              </a:rPr>
              <a:t>Free - You need not buy any software.</a:t>
            </a:r>
          </a:p>
          <a:p>
            <a:pPr lvl="2">
              <a:lnSpc>
                <a:spcPct val="200000"/>
              </a:lnSpc>
              <a:buFont typeface="Arial" panose="020B0604020202020204" pitchFamily="34" charset="0"/>
              <a:buChar char="•"/>
            </a:pPr>
            <a:r>
              <a:rPr lang="en-US" altLang="en-US" sz="1600" dirty="0">
                <a:solidFill>
                  <a:srgbClr val="00A3E0"/>
                </a:solidFill>
              </a:rPr>
              <a:t>Easy to learn &amp; code even for novice programmers.</a:t>
            </a:r>
            <a:br>
              <a:rPr lang="en-US" altLang="en-US" sz="1600" dirty="0">
                <a:solidFill>
                  <a:srgbClr val="00A3E0"/>
                </a:solidFill>
              </a:rPr>
            </a:br>
            <a:endParaRPr lang="en-US" altLang="en-US" sz="1600" dirty="0">
              <a:solidFill>
                <a:srgbClr val="00A3E0"/>
              </a:solidFill>
            </a:endParaRP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37</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dirty="0"/>
              <a:t>ADVANTAGES  OF  HTML</a:t>
            </a:r>
            <a:endParaRPr lang="en-GB" noProof="0" dirty="0"/>
          </a:p>
        </p:txBody>
      </p:sp>
    </p:spTree>
    <p:extLst>
      <p:ext uri="{BB962C8B-B14F-4D97-AF65-F5344CB8AC3E}">
        <p14:creationId xmlns:p14="http://schemas.microsoft.com/office/powerpoint/2010/main" val="4042086209"/>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441644" y="1213970"/>
            <a:ext cx="9068116" cy="5761038"/>
          </a:xfrm>
        </p:spPr>
        <p:txBody>
          <a:bodyPr/>
          <a:lstStyle/>
          <a:p>
            <a:pPr lvl="2">
              <a:lnSpc>
                <a:spcPct val="200000"/>
              </a:lnSpc>
              <a:buFont typeface="Arial" panose="020B0604020202020204" pitchFamily="34" charset="0"/>
              <a:buChar char="•"/>
            </a:pPr>
            <a:r>
              <a:rPr lang="en-US" altLang="en-US" sz="1600" dirty="0">
                <a:solidFill>
                  <a:srgbClr val="00A3E0"/>
                </a:solidFill>
              </a:rPr>
              <a:t>It cannot produce dynamic output alone, since it is a static language.</a:t>
            </a:r>
          </a:p>
          <a:p>
            <a:pPr lvl="2">
              <a:lnSpc>
                <a:spcPct val="200000"/>
              </a:lnSpc>
              <a:buFont typeface="Arial" panose="020B0604020202020204" pitchFamily="34" charset="0"/>
              <a:buChar char="•"/>
            </a:pPr>
            <a:r>
              <a:rPr lang="en-US" altLang="en-US" sz="1600" dirty="0">
                <a:solidFill>
                  <a:srgbClr val="00A3E0"/>
                </a:solidFill>
              </a:rPr>
              <a:t>Sometimes, the structuring of HTML documents is hard to grasp.</a:t>
            </a:r>
          </a:p>
          <a:p>
            <a:pPr lvl="2">
              <a:lnSpc>
                <a:spcPct val="200000"/>
              </a:lnSpc>
              <a:buFont typeface="Arial" panose="020B0604020202020204" pitchFamily="34" charset="0"/>
              <a:buChar char="•"/>
            </a:pPr>
            <a:r>
              <a:rPr lang="en-US" altLang="en-US" sz="1600" dirty="0">
                <a:solidFill>
                  <a:srgbClr val="00A3E0"/>
                </a:solidFill>
              </a:rPr>
              <a:t>You have to keep up with deprecated tags, and make sure not to use them.</a:t>
            </a:r>
          </a:p>
          <a:p>
            <a:pPr lvl="2">
              <a:lnSpc>
                <a:spcPct val="200000"/>
              </a:lnSpc>
              <a:buFont typeface="Arial" panose="020B0604020202020204" pitchFamily="34" charset="0"/>
              <a:buChar char="•"/>
            </a:pPr>
            <a:r>
              <a:rPr lang="en-US" altLang="en-US" sz="1600" dirty="0">
                <a:solidFill>
                  <a:srgbClr val="00A3E0"/>
                </a:solidFill>
              </a:rPr>
              <a:t>Deprecated tags appear because another language that works with HTML has replaced the original work of the tag; thus the other language needs to be learned (most of the time, it is CSS).</a:t>
            </a:r>
          </a:p>
          <a:p>
            <a:pPr lvl="2">
              <a:lnSpc>
                <a:spcPct val="200000"/>
              </a:lnSpc>
              <a:buFont typeface="Arial" panose="020B0604020202020204" pitchFamily="34" charset="0"/>
              <a:buChar char="•"/>
            </a:pPr>
            <a:r>
              <a:rPr lang="en-US" altLang="en-US" sz="1600" dirty="0">
                <a:solidFill>
                  <a:srgbClr val="00A3E0"/>
                </a:solidFill>
              </a:rPr>
              <a:t>Security features offered by HTML are limited.</a:t>
            </a: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38</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731204"/>
            <a:ext cx="8661082" cy="560071"/>
          </a:xfrm>
        </p:spPr>
        <p:txBody>
          <a:bodyPr/>
          <a:lstStyle/>
          <a:p>
            <a:r>
              <a:rPr lang="en-GB" dirty="0"/>
              <a:t>DISADVANTAGES  OF  HTML</a:t>
            </a:r>
            <a:endParaRPr lang="en-GB" noProof="0" dirty="0"/>
          </a:p>
        </p:txBody>
      </p:sp>
    </p:spTree>
    <p:extLst>
      <p:ext uri="{BB962C8B-B14F-4D97-AF65-F5344CB8AC3E}">
        <p14:creationId xmlns:p14="http://schemas.microsoft.com/office/powerpoint/2010/main" val="1285766930"/>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36AE81D8-1F01-456C-B7E9-0E09995C35C4}"/>
              </a:ext>
            </a:extLst>
          </p:cNvPr>
          <p:cNvSpPr>
            <a:spLocks noGrp="1"/>
          </p:cNvSpPr>
          <p:nvPr>
            <p:ph type="body" sz="quarter" idx="11"/>
          </p:nvPr>
        </p:nvSpPr>
        <p:spPr>
          <a:xfrm>
            <a:off x="947738" y="2195065"/>
            <a:ext cx="7559675" cy="1707966"/>
          </a:xfrm>
        </p:spPr>
        <p:txBody>
          <a:bodyPr/>
          <a:lstStyle/>
          <a:p>
            <a:r>
              <a:rPr lang="en-GB" dirty="0"/>
              <a:t>CSS (</a:t>
            </a:r>
            <a:r>
              <a:rPr lang="en-US" sz="4000" b="1" dirty="0">
                <a:solidFill>
                  <a:srgbClr val="FFFFFF"/>
                </a:solidFill>
                <a:latin typeface="Constantia"/>
                <a:cs typeface="Constantia"/>
              </a:rPr>
              <a:t>C</a:t>
            </a:r>
            <a:r>
              <a:rPr lang="en-US" sz="4000" dirty="0">
                <a:solidFill>
                  <a:srgbClr val="FFFFFF"/>
                </a:solidFill>
                <a:latin typeface="Constantia"/>
                <a:cs typeface="Constantia"/>
              </a:rPr>
              <a:t>ascading</a:t>
            </a:r>
            <a:r>
              <a:rPr lang="en-US" sz="4000" spc="-90" dirty="0">
                <a:solidFill>
                  <a:srgbClr val="FFFFFF"/>
                </a:solidFill>
                <a:latin typeface="Constantia"/>
                <a:cs typeface="Constantia"/>
              </a:rPr>
              <a:t> </a:t>
            </a:r>
            <a:r>
              <a:rPr lang="en-US" sz="4000" b="1" dirty="0">
                <a:solidFill>
                  <a:srgbClr val="FFFFFF"/>
                </a:solidFill>
                <a:latin typeface="Constantia"/>
                <a:cs typeface="Constantia"/>
              </a:rPr>
              <a:t>S</a:t>
            </a:r>
            <a:r>
              <a:rPr lang="en-US" sz="4000" dirty="0">
                <a:solidFill>
                  <a:srgbClr val="FFFFFF"/>
                </a:solidFill>
                <a:latin typeface="Constantia"/>
                <a:cs typeface="Constantia"/>
              </a:rPr>
              <a:t>tyle</a:t>
            </a:r>
            <a:r>
              <a:rPr lang="en-US" sz="4000" spc="-145" dirty="0">
                <a:solidFill>
                  <a:srgbClr val="FFFFFF"/>
                </a:solidFill>
                <a:latin typeface="Constantia"/>
                <a:cs typeface="Constantia"/>
              </a:rPr>
              <a:t> </a:t>
            </a:r>
            <a:r>
              <a:rPr lang="en-US" sz="4000" b="1" spc="-10" dirty="0">
                <a:solidFill>
                  <a:srgbClr val="FFFFFF"/>
                </a:solidFill>
                <a:latin typeface="Constantia"/>
                <a:cs typeface="Constantia"/>
              </a:rPr>
              <a:t>S</a:t>
            </a:r>
            <a:r>
              <a:rPr lang="en-US" sz="4000" spc="-10" dirty="0">
                <a:solidFill>
                  <a:srgbClr val="FFFFFF"/>
                </a:solidFill>
                <a:latin typeface="Constantia"/>
                <a:cs typeface="Constantia"/>
              </a:rPr>
              <a:t>heets)</a:t>
            </a:r>
            <a:endParaRPr lang="en-GB" dirty="0"/>
          </a:p>
        </p:txBody>
      </p:sp>
      <p:sp>
        <p:nvSpPr>
          <p:cNvPr id="6" name="Textplatzhalter 5">
            <a:extLst>
              <a:ext uri="{FF2B5EF4-FFF2-40B4-BE49-F238E27FC236}">
                <a16:creationId xmlns:a16="http://schemas.microsoft.com/office/drawing/2014/main" id="{E54D4890-D5F9-46D6-8590-FEE139B9965E}"/>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7" name="Textplatzhalter 6">
            <a:extLst>
              <a:ext uri="{FF2B5EF4-FFF2-40B4-BE49-F238E27FC236}">
                <a16:creationId xmlns:a16="http://schemas.microsoft.com/office/drawing/2014/main" id="{E650CF02-3B46-4AC8-A1D7-3EE3D59D7E49}"/>
              </a:ext>
            </a:extLst>
          </p:cNvPr>
          <p:cNvSpPr>
            <a:spLocks noGrp="1"/>
          </p:cNvSpPr>
          <p:nvPr>
            <p:ph type="body" sz="quarter" idx="10"/>
          </p:nvPr>
        </p:nvSpPr>
        <p:spPr>
          <a:xfrm>
            <a:off x="947738" y="3903030"/>
            <a:ext cx="7559675" cy="2212019"/>
          </a:xfrm>
        </p:spPr>
        <p:txBody>
          <a:bodyPr/>
          <a:lstStyle/>
          <a:p>
            <a:r>
              <a:rPr lang="en-US" dirty="0"/>
              <a:t>Styles define how to display HTML elements.</a:t>
            </a:r>
            <a:endParaRPr lang="en-GB" dirty="0"/>
          </a:p>
        </p:txBody>
      </p:sp>
      <p:sp>
        <p:nvSpPr>
          <p:cNvPr id="2" name="Textfeld 1">
            <a:extLst>
              <a:ext uri="{FF2B5EF4-FFF2-40B4-BE49-F238E27FC236}">
                <a16:creationId xmlns:a16="http://schemas.microsoft.com/office/drawing/2014/main" id="{449BCC54-58D2-1039-62CB-BE5C4450FB58}"/>
              </a:ext>
            </a:extLst>
          </p:cNvPr>
          <p:cNvSpPr txBox="1"/>
          <p:nvPr/>
        </p:nvSpPr>
        <p:spPr>
          <a:xfrm>
            <a:off x="7710062" y="4691388"/>
            <a:ext cx="2370563" cy="635302"/>
          </a:xfrm>
          <a:prstGeom prst="rect">
            <a:avLst/>
          </a:prstGeom>
          <a:solidFill>
            <a:srgbClr val="FF0027"/>
          </a:solidFill>
          <a:ln>
            <a:solidFill>
              <a:srgbClr val="FF0027"/>
            </a:solidFill>
          </a:ln>
        </p:spPr>
        <p:txBody>
          <a:bodyPr wrap="square">
            <a:spAutoFit/>
          </a:bodyPr>
          <a:lstStyle/>
          <a:p>
            <a:r>
              <a:rPr lang="en-GB" sz="882" dirty="0">
                <a:solidFill>
                  <a:schemeClr val="bg1"/>
                </a:solidFill>
              </a:rPr>
              <a:t>PPT-Master </a:t>
            </a:r>
            <a:r>
              <a:rPr lang="en-GB" sz="882">
                <a:solidFill>
                  <a:schemeClr val="bg1"/>
                </a:solidFill>
              </a:rPr>
              <a:t>Version 01</a:t>
            </a:r>
            <a:r>
              <a:rPr lang="en-GB" sz="882" dirty="0">
                <a:solidFill>
                  <a:schemeClr val="bg1"/>
                </a:solidFill>
              </a:rPr>
              <a:t>. There will be an extensive update with the new Deutsche Bank font and sample charts at the end of August 2024.</a:t>
            </a:r>
          </a:p>
        </p:txBody>
      </p:sp>
    </p:spTree>
    <p:extLst>
      <p:ext uri="{BB962C8B-B14F-4D97-AF65-F5344CB8AC3E}">
        <p14:creationId xmlns:p14="http://schemas.microsoft.com/office/powerpoint/2010/main" val="1806414217"/>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60363" y="1079500"/>
            <a:ext cx="9360262" cy="5761038"/>
          </a:xfrm>
        </p:spPr>
        <p:txBody>
          <a:bodyPr/>
          <a:lstStyle/>
          <a:p>
            <a:pPr marL="383090" marR="82550" lvl="2">
              <a:lnSpc>
                <a:spcPct val="150000"/>
              </a:lnSpc>
              <a:spcBef>
                <a:spcPts val="660"/>
              </a:spcBef>
            </a:pPr>
            <a:r>
              <a:rPr lang="en-US" dirty="0">
                <a:cs typeface="Constantia"/>
              </a:rPr>
              <a:t>CSS</a:t>
            </a:r>
            <a:r>
              <a:rPr lang="en-US" spc="-50" dirty="0">
                <a:cs typeface="Constantia"/>
              </a:rPr>
              <a:t> </a:t>
            </a:r>
            <a:r>
              <a:rPr lang="en-US" dirty="0">
                <a:cs typeface="Constantia"/>
              </a:rPr>
              <a:t>has</a:t>
            </a:r>
            <a:r>
              <a:rPr lang="en-US" spc="-150" dirty="0">
                <a:cs typeface="Constantia"/>
              </a:rPr>
              <a:t> </a:t>
            </a:r>
            <a:r>
              <a:rPr lang="en-US" dirty="0">
                <a:cs typeface="Constantia"/>
              </a:rPr>
              <a:t>various</a:t>
            </a:r>
            <a:r>
              <a:rPr lang="en-US" spc="-80" dirty="0">
                <a:cs typeface="Constantia"/>
              </a:rPr>
              <a:t> </a:t>
            </a:r>
            <a:r>
              <a:rPr lang="en-US" spc="-20" dirty="0">
                <a:cs typeface="Constantia"/>
              </a:rPr>
              <a:t>levels</a:t>
            </a:r>
            <a:r>
              <a:rPr lang="en-US" spc="-130" dirty="0">
                <a:cs typeface="Constantia"/>
              </a:rPr>
              <a:t> </a:t>
            </a:r>
            <a:r>
              <a:rPr lang="en-US" dirty="0">
                <a:cs typeface="Constantia"/>
              </a:rPr>
              <a:t>and</a:t>
            </a:r>
            <a:r>
              <a:rPr lang="en-US" spc="-70" dirty="0">
                <a:cs typeface="Constantia"/>
              </a:rPr>
              <a:t> </a:t>
            </a:r>
            <a:r>
              <a:rPr lang="en-US" dirty="0">
                <a:cs typeface="Constantia"/>
              </a:rPr>
              <a:t>profiles.</a:t>
            </a:r>
            <a:r>
              <a:rPr lang="en-US" spc="-55" dirty="0">
                <a:cs typeface="Constantia"/>
              </a:rPr>
              <a:t> </a:t>
            </a:r>
            <a:r>
              <a:rPr lang="en-US" dirty="0">
                <a:cs typeface="Constantia"/>
              </a:rPr>
              <a:t>Each</a:t>
            </a:r>
            <a:r>
              <a:rPr lang="en-US" spc="-70" dirty="0">
                <a:cs typeface="Constantia"/>
              </a:rPr>
              <a:t> </a:t>
            </a:r>
            <a:r>
              <a:rPr lang="en-US" spc="-10" dirty="0">
                <a:cs typeface="Constantia"/>
              </a:rPr>
              <a:t>level</a:t>
            </a:r>
            <a:r>
              <a:rPr lang="en-US" spc="-80" dirty="0">
                <a:cs typeface="Constantia"/>
              </a:rPr>
              <a:t> </a:t>
            </a:r>
            <a:r>
              <a:rPr lang="en-US" dirty="0">
                <a:cs typeface="Constantia"/>
              </a:rPr>
              <a:t>of</a:t>
            </a:r>
            <a:r>
              <a:rPr lang="en-US" spc="5" dirty="0">
                <a:cs typeface="Constantia"/>
              </a:rPr>
              <a:t> </a:t>
            </a:r>
            <a:r>
              <a:rPr lang="en-US" dirty="0">
                <a:cs typeface="Constantia"/>
              </a:rPr>
              <a:t>CSS</a:t>
            </a:r>
            <a:r>
              <a:rPr lang="en-US" spc="-30" dirty="0">
                <a:cs typeface="Constantia"/>
              </a:rPr>
              <a:t> </a:t>
            </a:r>
            <a:r>
              <a:rPr lang="en-US" spc="-10" dirty="0">
                <a:cs typeface="Constantia"/>
              </a:rPr>
              <a:t>builds </a:t>
            </a:r>
            <a:r>
              <a:rPr lang="en-US" dirty="0">
                <a:cs typeface="Constantia"/>
              </a:rPr>
              <a:t>upon</a:t>
            </a:r>
            <a:r>
              <a:rPr lang="en-US" spc="-110" dirty="0">
                <a:cs typeface="Constantia"/>
              </a:rPr>
              <a:t> </a:t>
            </a:r>
            <a:r>
              <a:rPr lang="en-US" dirty="0">
                <a:cs typeface="Constantia"/>
              </a:rPr>
              <a:t>the</a:t>
            </a:r>
            <a:r>
              <a:rPr lang="en-US" spc="-65" dirty="0">
                <a:cs typeface="Constantia"/>
              </a:rPr>
              <a:t> </a:t>
            </a:r>
            <a:r>
              <a:rPr lang="en-US" dirty="0">
                <a:cs typeface="Constantia"/>
              </a:rPr>
              <a:t>last,</a:t>
            </a:r>
            <a:r>
              <a:rPr lang="en-US" spc="-40" dirty="0">
                <a:cs typeface="Constantia"/>
              </a:rPr>
              <a:t> </a:t>
            </a:r>
            <a:r>
              <a:rPr lang="en-US" spc="-10" dirty="0">
                <a:cs typeface="Constantia"/>
              </a:rPr>
              <a:t>typically</a:t>
            </a:r>
            <a:r>
              <a:rPr lang="en-US" spc="-140" dirty="0">
                <a:cs typeface="Constantia"/>
              </a:rPr>
              <a:t> </a:t>
            </a:r>
            <a:r>
              <a:rPr lang="en-US" dirty="0">
                <a:cs typeface="Constantia"/>
              </a:rPr>
              <a:t>adding new</a:t>
            </a:r>
            <a:r>
              <a:rPr lang="en-US" spc="-60" dirty="0">
                <a:cs typeface="Constantia"/>
              </a:rPr>
              <a:t> </a:t>
            </a:r>
            <a:r>
              <a:rPr lang="en-US" spc="-25" dirty="0">
                <a:cs typeface="Constantia"/>
              </a:rPr>
              <a:t>features</a:t>
            </a:r>
            <a:r>
              <a:rPr lang="en-US" spc="-135" dirty="0">
                <a:cs typeface="Constantia"/>
              </a:rPr>
              <a:t> </a:t>
            </a:r>
            <a:r>
              <a:rPr lang="en-US" dirty="0">
                <a:cs typeface="Constantia"/>
              </a:rPr>
              <a:t>and</a:t>
            </a:r>
            <a:r>
              <a:rPr lang="en-US" spc="-35" dirty="0">
                <a:cs typeface="Constantia"/>
              </a:rPr>
              <a:t> </a:t>
            </a:r>
            <a:r>
              <a:rPr lang="en-US" spc="-10" dirty="0">
                <a:cs typeface="Constantia"/>
              </a:rPr>
              <a:t>typically denoted</a:t>
            </a:r>
            <a:r>
              <a:rPr lang="en-US" spc="-95" dirty="0">
                <a:cs typeface="Constantia"/>
              </a:rPr>
              <a:t> </a:t>
            </a:r>
            <a:r>
              <a:rPr lang="en-US" dirty="0">
                <a:cs typeface="Constantia"/>
              </a:rPr>
              <a:t>as</a:t>
            </a:r>
            <a:r>
              <a:rPr lang="en-US" spc="-90" dirty="0">
                <a:cs typeface="Constantia"/>
              </a:rPr>
              <a:t> </a:t>
            </a:r>
            <a:r>
              <a:rPr lang="en-US" dirty="0">
                <a:cs typeface="Constantia"/>
              </a:rPr>
              <a:t>CSS1,</a:t>
            </a:r>
            <a:r>
              <a:rPr lang="en-US" spc="-40" dirty="0">
                <a:cs typeface="Constantia"/>
              </a:rPr>
              <a:t> </a:t>
            </a:r>
            <a:r>
              <a:rPr lang="en-US" dirty="0">
                <a:cs typeface="Constantia"/>
              </a:rPr>
              <a:t>CSS2,</a:t>
            </a:r>
            <a:r>
              <a:rPr lang="en-US" spc="-105" dirty="0">
                <a:cs typeface="Constantia"/>
              </a:rPr>
              <a:t> </a:t>
            </a:r>
            <a:r>
              <a:rPr lang="en-US" dirty="0">
                <a:cs typeface="Constantia"/>
              </a:rPr>
              <a:t>and</a:t>
            </a:r>
            <a:r>
              <a:rPr lang="en-US" spc="-45" dirty="0">
                <a:cs typeface="Constantia"/>
              </a:rPr>
              <a:t> </a:t>
            </a:r>
            <a:r>
              <a:rPr lang="en-US" spc="-10" dirty="0">
                <a:cs typeface="Constantia"/>
              </a:rPr>
              <a:t>CSS3.</a:t>
            </a:r>
            <a:endParaRPr lang="en-US" dirty="0">
              <a:cs typeface="Constantia"/>
            </a:endParaRPr>
          </a:p>
          <a:p>
            <a:pPr marL="383090" marR="589915" lvl="2">
              <a:lnSpc>
                <a:spcPct val="150000"/>
              </a:lnSpc>
              <a:spcBef>
                <a:spcPts val="590"/>
              </a:spcBef>
            </a:pPr>
            <a:r>
              <a:rPr lang="en-US" b="1" dirty="0">
                <a:cs typeface="Constantia"/>
              </a:rPr>
              <a:t>The</a:t>
            </a:r>
            <a:r>
              <a:rPr lang="en-US" b="1" spc="-85" dirty="0">
                <a:cs typeface="Constantia"/>
              </a:rPr>
              <a:t> </a:t>
            </a:r>
            <a:r>
              <a:rPr lang="en-US" b="1" dirty="0">
                <a:cs typeface="Constantia"/>
              </a:rPr>
              <a:t>first</a:t>
            </a:r>
            <a:r>
              <a:rPr lang="en-US" b="1" spc="-55" dirty="0">
                <a:cs typeface="Constantia"/>
              </a:rPr>
              <a:t> </a:t>
            </a:r>
            <a:r>
              <a:rPr lang="en-US" b="1" dirty="0">
                <a:cs typeface="Constantia"/>
              </a:rPr>
              <a:t>CSS</a:t>
            </a:r>
            <a:r>
              <a:rPr lang="en-US" b="1" spc="-15" dirty="0">
                <a:cs typeface="Constantia"/>
              </a:rPr>
              <a:t> </a:t>
            </a:r>
            <a:r>
              <a:rPr lang="en-US" dirty="0">
                <a:cs typeface="Constantia"/>
              </a:rPr>
              <a:t>specification</a:t>
            </a:r>
            <a:r>
              <a:rPr lang="en-US" spc="-105" dirty="0">
                <a:cs typeface="Constantia"/>
              </a:rPr>
              <a:t> </a:t>
            </a:r>
            <a:r>
              <a:rPr lang="en-US" dirty="0">
                <a:cs typeface="Constantia"/>
              </a:rPr>
              <a:t>to</a:t>
            </a:r>
            <a:r>
              <a:rPr lang="en-US" spc="-65" dirty="0">
                <a:cs typeface="Constantia"/>
              </a:rPr>
              <a:t> </a:t>
            </a:r>
            <a:r>
              <a:rPr lang="en-US" spc="-20" dirty="0">
                <a:cs typeface="Constantia"/>
              </a:rPr>
              <a:t>become</a:t>
            </a:r>
            <a:r>
              <a:rPr lang="en-US" spc="-110" dirty="0">
                <a:cs typeface="Constantia"/>
              </a:rPr>
              <a:t> </a:t>
            </a:r>
            <a:r>
              <a:rPr lang="en-US" dirty="0">
                <a:cs typeface="Constantia"/>
              </a:rPr>
              <a:t>an</a:t>
            </a:r>
            <a:r>
              <a:rPr lang="en-US" spc="-100" dirty="0">
                <a:cs typeface="Constantia"/>
              </a:rPr>
              <a:t> </a:t>
            </a:r>
            <a:r>
              <a:rPr lang="en-US" dirty="0">
                <a:cs typeface="Constantia"/>
              </a:rPr>
              <a:t>official</a:t>
            </a:r>
            <a:r>
              <a:rPr lang="en-US" spc="-70" dirty="0">
                <a:cs typeface="Constantia"/>
              </a:rPr>
              <a:t> </a:t>
            </a:r>
            <a:r>
              <a:rPr lang="en-US" spc="-25" dirty="0">
                <a:cs typeface="Constantia"/>
              </a:rPr>
              <a:t>W3C </a:t>
            </a:r>
            <a:r>
              <a:rPr lang="en-US" spc="-10" dirty="0">
                <a:cs typeface="Constantia"/>
              </a:rPr>
              <a:t>Recommendation</a:t>
            </a:r>
            <a:r>
              <a:rPr lang="en-US" spc="-85" dirty="0">
                <a:cs typeface="Constantia"/>
              </a:rPr>
              <a:t> </a:t>
            </a:r>
            <a:r>
              <a:rPr lang="en-US" dirty="0">
                <a:cs typeface="Constantia"/>
              </a:rPr>
              <a:t>is</a:t>
            </a:r>
            <a:r>
              <a:rPr lang="en-US" spc="-85" dirty="0">
                <a:cs typeface="Constantia"/>
              </a:rPr>
              <a:t> </a:t>
            </a:r>
            <a:r>
              <a:rPr lang="en-US" dirty="0">
                <a:cs typeface="Constantia"/>
              </a:rPr>
              <a:t>CSS</a:t>
            </a:r>
            <a:r>
              <a:rPr lang="en-US" spc="-40" dirty="0">
                <a:cs typeface="Constantia"/>
              </a:rPr>
              <a:t> </a:t>
            </a:r>
            <a:r>
              <a:rPr lang="en-US" dirty="0">
                <a:cs typeface="Constantia"/>
              </a:rPr>
              <a:t>level</a:t>
            </a:r>
            <a:r>
              <a:rPr lang="en-US" spc="-45" dirty="0">
                <a:cs typeface="Constantia"/>
              </a:rPr>
              <a:t> </a:t>
            </a:r>
            <a:r>
              <a:rPr lang="en-US" dirty="0">
                <a:cs typeface="Constantia"/>
              </a:rPr>
              <a:t>1,</a:t>
            </a:r>
            <a:r>
              <a:rPr lang="en-US" spc="-80" dirty="0">
                <a:cs typeface="Constantia"/>
              </a:rPr>
              <a:t> </a:t>
            </a:r>
            <a:r>
              <a:rPr lang="en-US" dirty="0">
                <a:cs typeface="Constantia"/>
              </a:rPr>
              <a:t>published</a:t>
            </a:r>
            <a:r>
              <a:rPr lang="en-US" spc="-60" dirty="0">
                <a:cs typeface="Constantia"/>
              </a:rPr>
              <a:t> </a:t>
            </a:r>
            <a:r>
              <a:rPr lang="en-US" dirty="0">
                <a:cs typeface="Constantia"/>
              </a:rPr>
              <a:t>in</a:t>
            </a:r>
            <a:r>
              <a:rPr lang="en-US" spc="-80" dirty="0">
                <a:cs typeface="Constantia"/>
              </a:rPr>
              <a:t> </a:t>
            </a:r>
            <a:r>
              <a:rPr lang="en-US" spc="-10" dirty="0">
                <a:cs typeface="Constantia"/>
              </a:rPr>
              <a:t>December </a:t>
            </a:r>
            <a:r>
              <a:rPr lang="en-US" spc="-20" dirty="0">
                <a:cs typeface="Constantia"/>
              </a:rPr>
              <a:t>1996</a:t>
            </a:r>
            <a:endParaRPr lang="en-US" dirty="0">
              <a:cs typeface="Constantia"/>
            </a:endParaRPr>
          </a:p>
          <a:p>
            <a:pPr marL="383090" marR="5080" lvl="2">
              <a:lnSpc>
                <a:spcPct val="150000"/>
              </a:lnSpc>
              <a:spcBef>
                <a:spcPts val="605"/>
              </a:spcBef>
            </a:pPr>
            <a:r>
              <a:rPr lang="en-US" b="1" dirty="0">
                <a:cs typeface="Constantia"/>
              </a:rPr>
              <a:t>CSS</a:t>
            </a:r>
            <a:r>
              <a:rPr lang="en-US" b="1" spc="-60" dirty="0">
                <a:cs typeface="Constantia"/>
              </a:rPr>
              <a:t> </a:t>
            </a:r>
            <a:r>
              <a:rPr lang="en-US" b="1" dirty="0">
                <a:cs typeface="Constantia"/>
              </a:rPr>
              <a:t>level</a:t>
            </a:r>
            <a:r>
              <a:rPr lang="en-US" b="1" spc="-70" dirty="0">
                <a:cs typeface="Constantia"/>
              </a:rPr>
              <a:t> </a:t>
            </a:r>
            <a:r>
              <a:rPr lang="en-US" b="1" dirty="0">
                <a:cs typeface="Constantia"/>
              </a:rPr>
              <a:t>2</a:t>
            </a:r>
            <a:r>
              <a:rPr lang="en-US" b="1" spc="-75" dirty="0">
                <a:cs typeface="Constantia"/>
              </a:rPr>
              <a:t> </a:t>
            </a:r>
            <a:r>
              <a:rPr lang="en-US" spc="-10" dirty="0">
                <a:cs typeface="Constantia"/>
              </a:rPr>
              <a:t>was</a:t>
            </a:r>
            <a:r>
              <a:rPr lang="en-US" spc="-125" dirty="0">
                <a:cs typeface="Constantia"/>
              </a:rPr>
              <a:t> </a:t>
            </a:r>
            <a:r>
              <a:rPr lang="en-US" dirty="0">
                <a:cs typeface="Constantia"/>
              </a:rPr>
              <a:t>developed</a:t>
            </a:r>
            <a:r>
              <a:rPr lang="en-US" spc="-55" dirty="0">
                <a:cs typeface="Constantia"/>
              </a:rPr>
              <a:t> </a:t>
            </a:r>
            <a:r>
              <a:rPr lang="en-US" dirty="0">
                <a:cs typeface="Constantia"/>
              </a:rPr>
              <a:t>by</a:t>
            </a:r>
            <a:r>
              <a:rPr lang="en-US" spc="-120" dirty="0">
                <a:cs typeface="Constantia"/>
              </a:rPr>
              <a:t> </a:t>
            </a:r>
            <a:r>
              <a:rPr lang="en-US" dirty="0">
                <a:cs typeface="Constantia"/>
              </a:rPr>
              <a:t>the</a:t>
            </a:r>
            <a:r>
              <a:rPr lang="en-US" spc="-145" dirty="0">
                <a:cs typeface="Constantia"/>
              </a:rPr>
              <a:t> </a:t>
            </a:r>
            <a:r>
              <a:rPr lang="en-US" dirty="0">
                <a:cs typeface="Constantia"/>
              </a:rPr>
              <a:t>W3C</a:t>
            </a:r>
            <a:r>
              <a:rPr lang="en-US" spc="-125" dirty="0">
                <a:cs typeface="Constantia"/>
              </a:rPr>
              <a:t> </a:t>
            </a:r>
            <a:r>
              <a:rPr lang="en-US" dirty="0">
                <a:cs typeface="Constantia"/>
              </a:rPr>
              <a:t>and</a:t>
            </a:r>
            <a:r>
              <a:rPr lang="en-US" spc="-65" dirty="0">
                <a:cs typeface="Constantia"/>
              </a:rPr>
              <a:t> </a:t>
            </a:r>
            <a:r>
              <a:rPr lang="en-US" dirty="0">
                <a:cs typeface="Constantia"/>
              </a:rPr>
              <a:t>published</a:t>
            </a:r>
            <a:r>
              <a:rPr lang="en-US" spc="-120" dirty="0">
                <a:cs typeface="Constantia"/>
              </a:rPr>
              <a:t> </a:t>
            </a:r>
            <a:r>
              <a:rPr lang="en-US" dirty="0">
                <a:cs typeface="Constantia"/>
              </a:rPr>
              <a:t>as</a:t>
            </a:r>
            <a:r>
              <a:rPr lang="en-US" spc="-150" dirty="0">
                <a:cs typeface="Constantia"/>
              </a:rPr>
              <a:t> </a:t>
            </a:r>
            <a:r>
              <a:rPr lang="en-US" spc="-50" dirty="0">
                <a:cs typeface="Constantia"/>
              </a:rPr>
              <a:t>a </a:t>
            </a:r>
            <a:r>
              <a:rPr lang="en-US" spc="-10" dirty="0">
                <a:cs typeface="Constantia"/>
              </a:rPr>
              <a:t>Recommendation</a:t>
            </a:r>
            <a:r>
              <a:rPr lang="en-US" spc="-75" dirty="0">
                <a:cs typeface="Constantia"/>
              </a:rPr>
              <a:t> </a:t>
            </a:r>
            <a:r>
              <a:rPr lang="en-US" dirty="0">
                <a:cs typeface="Constantia"/>
              </a:rPr>
              <a:t>in</a:t>
            </a:r>
            <a:r>
              <a:rPr lang="en-US" spc="-65" dirty="0">
                <a:cs typeface="Constantia"/>
              </a:rPr>
              <a:t> </a:t>
            </a:r>
            <a:r>
              <a:rPr lang="en-US" spc="-10" dirty="0">
                <a:cs typeface="Constantia"/>
              </a:rPr>
              <a:t>May</a:t>
            </a:r>
            <a:r>
              <a:rPr lang="en-US" spc="-90" dirty="0">
                <a:cs typeface="Constantia"/>
              </a:rPr>
              <a:t> </a:t>
            </a:r>
            <a:r>
              <a:rPr lang="en-US" dirty="0">
                <a:cs typeface="Constantia"/>
              </a:rPr>
              <a:t>1998.</a:t>
            </a:r>
            <a:r>
              <a:rPr lang="en-US" spc="-65" dirty="0">
                <a:cs typeface="Constantia"/>
              </a:rPr>
              <a:t> </a:t>
            </a:r>
            <a:r>
              <a:rPr lang="en-US" dirty="0">
                <a:cs typeface="Constantia"/>
              </a:rPr>
              <a:t>A</a:t>
            </a:r>
            <a:r>
              <a:rPr lang="en-US" spc="-110" dirty="0">
                <a:cs typeface="Constantia"/>
              </a:rPr>
              <a:t> </a:t>
            </a:r>
            <a:r>
              <a:rPr lang="en-US" spc="-10" dirty="0">
                <a:cs typeface="Constantia"/>
              </a:rPr>
              <a:t>superset</a:t>
            </a:r>
            <a:r>
              <a:rPr lang="en-US" spc="-140" dirty="0">
                <a:cs typeface="Constantia"/>
              </a:rPr>
              <a:t> </a:t>
            </a:r>
            <a:r>
              <a:rPr lang="en-US" dirty="0">
                <a:cs typeface="Constantia"/>
              </a:rPr>
              <a:t>of</a:t>
            </a:r>
            <a:r>
              <a:rPr lang="en-US" spc="25" dirty="0">
                <a:cs typeface="Constantia"/>
              </a:rPr>
              <a:t> </a:t>
            </a:r>
            <a:r>
              <a:rPr lang="en-US" dirty="0">
                <a:cs typeface="Constantia"/>
              </a:rPr>
              <a:t>CSS1,</a:t>
            </a:r>
            <a:r>
              <a:rPr lang="en-US" spc="-25" dirty="0">
                <a:cs typeface="Constantia"/>
              </a:rPr>
              <a:t> </a:t>
            </a:r>
            <a:r>
              <a:rPr lang="en-US" spc="-20" dirty="0">
                <a:cs typeface="Constantia"/>
              </a:rPr>
              <a:t>CSS2 includes</a:t>
            </a:r>
            <a:r>
              <a:rPr lang="en-US" spc="-130" dirty="0">
                <a:cs typeface="Constantia"/>
              </a:rPr>
              <a:t> </a:t>
            </a:r>
            <a:r>
              <a:rPr lang="en-US" dirty="0">
                <a:cs typeface="Constantia"/>
              </a:rPr>
              <a:t>a</a:t>
            </a:r>
            <a:r>
              <a:rPr lang="en-US" spc="-90" dirty="0">
                <a:cs typeface="Constantia"/>
              </a:rPr>
              <a:t> </a:t>
            </a:r>
            <a:r>
              <a:rPr lang="en-US" spc="-10" dirty="0">
                <a:cs typeface="Constantia"/>
              </a:rPr>
              <a:t>number</a:t>
            </a:r>
            <a:r>
              <a:rPr lang="en-US" spc="-140" dirty="0">
                <a:cs typeface="Constantia"/>
              </a:rPr>
              <a:t> </a:t>
            </a:r>
            <a:r>
              <a:rPr lang="en-US" dirty="0">
                <a:cs typeface="Constantia"/>
              </a:rPr>
              <a:t>of</a:t>
            </a:r>
            <a:r>
              <a:rPr lang="en-US" spc="35" dirty="0">
                <a:cs typeface="Constantia"/>
              </a:rPr>
              <a:t> </a:t>
            </a:r>
            <a:r>
              <a:rPr lang="en-US" spc="-10" dirty="0">
                <a:cs typeface="Constantia"/>
              </a:rPr>
              <a:t>new</a:t>
            </a:r>
            <a:r>
              <a:rPr lang="en-US" spc="-120" dirty="0">
                <a:cs typeface="Constantia"/>
              </a:rPr>
              <a:t> </a:t>
            </a:r>
            <a:r>
              <a:rPr lang="en-US" dirty="0">
                <a:cs typeface="Constantia"/>
              </a:rPr>
              <a:t>capabilities</a:t>
            </a:r>
            <a:r>
              <a:rPr lang="en-US" spc="-75" dirty="0">
                <a:cs typeface="Constantia"/>
              </a:rPr>
              <a:t> </a:t>
            </a:r>
            <a:r>
              <a:rPr lang="en-US" spc="-25" dirty="0">
                <a:cs typeface="Constantia"/>
              </a:rPr>
              <a:t>like</a:t>
            </a:r>
            <a:r>
              <a:rPr lang="en-US" spc="-135" dirty="0">
                <a:cs typeface="Constantia"/>
              </a:rPr>
              <a:t> </a:t>
            </a:r>
            <a:r>
              <a:rPr lang="en-US" dirty="0">
                <a:cs typeface="Constantia"/>
              </a:rPr>
              <a:t>absolute,</a:t>
            </a:r>
            <a:r>
              <a:rPr lang="en-US" spc="-45" dirty="0">
                <a:cs typeface="Constantia"/>
              </a:rPr>
              <a:t> </a:t>
            </a:r>
            <a:r>
              <a:rPr lang="en-US" spc="-10" dirty="0">
                <a:cs typeface="Constantia"/>
              </a:rPr>
              <a:t>relative, </a:t>
            </a:r>
            <a:r>
              <a:rPr lang="en-US" dirty="0">
                <a:cs typeface="Constantia"/>
              </a:rPr>
              <a:t>and</a:t>
            </a:r>
            <a:r>
              <a:rPr lang="en-US" spc="-55" dirty="0">
                <a:cs typeface="Constantia"/>
              </a:rPr>
              <a:t> </a:t>
            </a:r>
            <a:r>
              <a:rPr lang="en-US" dirty="0">
                <a:cs typeface="Constantia"/>
              </a:rPr>
              <a:t>fixed</a:t>
            </a:r>
            <a:r>
              <a:rPr lang="en-US" spc="-85" dirty="0">
                <a:cs typeface="Constantia"/>
              </a:rPr>
              <a:t> </a:t>
            </a:r>
            <a:r>
              <a:rPr lang="en-US" dirty="0">
                <a:cs typeface="Constantia"/>
              </a:rPr>
              <a:t>positioning</a:t>
            </a:r>
            <a:r>
              <a:rPr lang="en-US" spc="-90" dirty="0">
                <a:cs typeface="Constantia"/>
              </a:rPr>
              <a:t> </a:t>
            </a:r>
            <a:r>
              <a:rPr lang="en-US" dirty="0">
                <a:cs typeface="Constantia"/>
              </a:rPr>
              <a:t>of</a:t>
            </a:r>
            <a:r>
              <a:rPr lang="en-US" spc="-50" dirty="0">
                <a:cs typeface="Constantia"/>
              </a:rPr>
              <a:t> </a:t>
            </a:r>
            <a:r>
              <a:rPr lang="en-US" spc="-10" dirty="0">
                <a:cs typeface="Constantia"/>
              </a:rPr>
              <a:t>elements</a:t>
            </a:r>
            <a:r>
              <a:rPr lang="en-US" spc="-125" dirty="0">
                <a:cs typeface="Constantia"/>
              </a:rPr>
              <a:t> </a:t>
            </a:r>
            <a:r>
              <a:rPr lang="en-US" dirty="0">
                <a:cs typeface="Constantia"/>
              </a:rPr>
              <a:t>and</a:t>
            </a:r>
            <a:r>
              <a:rPr lang="en-US" spc="-70" dirty="0">
                <a:cs typeface="Constantia"/>
              </a:rPr>
              <a:t> </a:t>
            </a:r>
            <a:r>
              <a:rPr lang="en-US" dirty="0">
                <a:cs typeface="Constantia"/>
              </a:rPr>
              <a:t>z-index,</a:t>
            </a:r>
            <a:r>
              <a:rPr lang="en-US" spc="-60" dirty="0">
                <a:cs typeface="Constantia"/>
              </a:rPr>
              <a:t> </a:t>
            </a:r>
            <a:r>
              <a:rPr lang="en-US" dirty="0">
                <a:cs typeface="Constantia"/>
              </a:rPr>
              <a:t>the</a:t>
            </a:r>
            <a:r>
              <a:rPr lang="en-US" spc="-145" dirty="0">
                <a:cs typeface="Constantia"/>
              </a:rPr>
              <a:t> </a:t>
            </a:r>
            <a:r>
              <a:rPr lang="en-US" spc="-10" dirty="0">
                <a:cs typeface="Constantia"/>
              </a:rPr>
              <a:t>concept </a:t>
            </a:r>
            <a:r>
              <a:rPr lang="en-US" dirty="0">
                <a:cs typeface="Constantia"/>
              </a:rPr>
              <a:t>of</a:t>
            </a:r>
            <a:r>
              <a:rPr lang="en-US" spc="40" dirty="0">
                <a:cs typeface="Constantia"/>
              </a:rPr>
              <a:t> </a:t>
            </a:r>
            <a:r>
              <a:rPr lang="en-US" dirty="0">
                <a:cs typeface="Constantia"/>
              </a:rPr>
              <a:t>media</a:t>
            </a:r>
            <a:r>
              <a:rPr lang="en-US" spc="-100" dirty="0">
                <a:cs typeface="Constantia"/>
              </a:rPr>
              <a:t> </a:t>
            </a:r>
            <a:r>
              <a:rPr lang="en-US" dirty="0">
                <a:cs typeface="Constantia"/>
              </a:rPr>
              <a:t>types</a:t>
            </a:r>
            <a:r>
              <a:rPr lang="en-US" spc="-105" dirty="0">
                <a:cs typeface="Constantia"/>
              </a:rPr>
              <a:t> </a:t>
            </a:r>
            <a:r>
              <a:rPr lang="en-US" spc="-20" dirty="0">
                <a:cs typeface="Constantia"/>
              </a:rPr>
              <a:t>etc.</a:t>
            </a:r>
            <a:endParaRPr lang="en-US" dirty="0">
              <a:cs typeface="Constantia"/>
            </a:endParaRPr>
          </a:p>
          <a:p>
            <a:pPr marL="400870" lvl="2">
              <a:lnSpc>
                <a:spcPct val="150000"/>
              </a:lnSpc>
            </a:pPr>
            <a:r>
              <a:rPr lang="en-US" b="1" dirty="0">
                <a:cs typeface="Constantia"/>
              </a:rPr>
              <a:t>CSS</a:t>
            </a:r>
            <a:r>
              <a:rPr lang="en-US" b="1" spc="-20" dirty="0">
                <a:cs typeface="Constantia"/>
              </a:rPr>
              <a:t> </a:t>
            </a:r>
            <a:r>
              <a:rPr lang="en-US" b="1" spc="-50" dirty="0">
                <a:cs typeface="Constantia"/>
              </a:rPr>
              <a:t>3 : </a:t>
            </a:r>
            <a:r>
              <a:rPr lang="en-US" dirty="0">
                <a:cs typeface="Constantia"/>
              </a:rPr>
              <a:t>CSS</a:t>
            </a:r>
            <a:r>
              <a:rPr lang="en-US" spc="-40" dirty="0">
                <a:cs typeface="Constantia"/>
              </a:rPr>
              <a:t> </a:t>
            </a:r>
            <a:r>
              <a:rPr lang="en-US" dirty="0">
                <a:cs typeface="Constantia"/>
              </a:rPr>
              <a:t>level</a:t>
            </a:r>
            <a:r>
              <a:rPr lang="en-US" spc="-15" dirty="0">
                <a:cs typeface="Constantia"/>
              </a:rPr>
              <a:t> </a:t>
            </a:r>
            <a:r>
              <a:rPr lang="en-US" dirty="0">
                <a:cs typeface="Constantia"/>
              </a:rPr>
              <a:t>3</a:t>
            </a:r>
            <a:r>
              <a:rPr lang="en-US" spc="-20" dirty="0">
                <a:cs typeface="Constantia"/>
              </a:rPr>
              <a:t> </a:t>
            </a:r>
            <a:r>
              <a:rPr lang="en-US" dirty="0">
                <a:cs typeface="Constantia"/>
              </a:rPr>
              <a:t>is</a:t>
            </a:r>
            <a:r>
              <a:rPr lang="en-US" spc="-130" dirty="0">
                <a:cs typeface="Constantia"/>
              </a:rPr>
              <a:t> </a:t>
            </a:r>
            <a:r>
              <a:rPr lang="en-US" spc="-20" dirty="0">
                <a:cs typeface="Constantia"/>
              </a:rPr>
              <a:t>currently</a:t>
            </a:r>
            <a:r>
              <a:rPr lang="en-US" spc="-110" dirty="0">
                <a:cs typeface="Constantia"/>
              </a:rPr>
              <a:t> </a:t>
            </a:r>
            <a:r>
              <a:rPr lang="en-US" spc="-20" dirty="0">
                <a:cs typeface="Constantia"/>
              </a:rPr>
              <a:t>under</a:t>
            </a:r>
            <a:r>
              <a:rPr lang="en-US" spc="-140" dirty="0">
                <a:cs typeface="Constantia"/>
              </a:rPr>
              <a:t> </a:t>
            </a:r>
            <a:r>
              <a:rPr lang="en-US" spc="-10" dirty="0">
                <a:cs typeface="Constantia"/>
              </a:rPr>
              <a:t>development.</a:t>
            </a:r>
            <a:r>
              <a:rPr lang="en-US" spc="-55" dirty="0">
                <a:cs typeface="Constantia"/>
              </a:rPr>
              <a:t> </a:t>
            </a:r>
            <a:r>
              <a:rPr lang="en-US" dirty="0">
                <a:cs typeface="Constantia"/>
              </a:rPr>
              <a:t>The</a:t>
            </a:r>
            <a:r>
              <a:rPr lang="en-US" spc="-125" dirty="0">
                <a:cs typeface="Constantia"/>
              </a:rPr>
              <a:t> </a:t>
            </a:r>
            <a:r>
              <a:rPr lang="en-US" spc="-25" dirty="0">
                <a:cs typeface="Constantia"/>
              </a:rPr>
              <a:t>W3C </a:t>
            </a:r>
            <a:r>
              <a:rPr lang="en-US" spc="-10" dirty="0">
                <a:cs typeface="Constantia"/>
              </a:rPr>
              <a:t>maintains</a:t>
            </a:r>
            <a:r>
              <a:rPr lang="en-US" spc="-135" dirty="0">
                <a:cs typeface="Constantia"/>
              </a:rPr>
              <a:t> </a:t>
            </a:r>
            <a:r>
              <a:rPr lang="en-US" dirty="0">
                <a:cs typeface="Constantia"/>
              </a:rPr>
              <a:t>a</a:t>
            </a:r>
            <a:r>
              <a:rPr lang="en-US" spc="-60" dirty="0">
                <a:cs typeface="Constantia"/>
              </a:rPr>
              <a:t> </a:t>
            </a:r>
            <a:r>
              <a:rPr lang="en-US" dirty="0">
                <a:cs typeface="Constantia"/>
              </a:rPr>
              <a:t>CSS3</a:t>
            </a:r>
            <a:r>
              <a:rPr lang="en-US" spc="-35" dirty="0">
                <a:cs typeface="Constantia"/>
              </a:rPr>
              <a:t> </a:t>
            </a:r>
            <a:r>
              <a:rPr lang="en-US" spc="-20" dirty="0">
                <a:cs typeface="Constantia"/>
              </a:rPr>
              <a:t>progress</a:t>
            </a:r>
            <a:r>
              <a:rPr lang="en-US" spc="-75" dirty="0">
                <a:cs typeface="Constantia"/>
              </a:rPr>
              <a:t> </a:t>
            </a:r>
            <a:r>
              <a:rPr lang="en-US" spc="-10" dirty="0">
                <a:cs typeface="Constantia"/>
              </a:rPr>
              <a:t>report.</a:t>
            </a:r>
          </a:p>
          <a:p>
            <a:pPr marL="383090" marR="864235" lvl="2">
              <a:lnSpc>
                <a:spcPct val="150000"/>
              </a:lnSpc>
              <a:spcBef>
                <a:spcPts val="560"/>
              </a:spcBef>
            </a:pPr>
            <a:r>
              <a:rPr lang="en-US" dirty="0">
                <a:cs typeface="Constantia"/>
              </a:rPr>
              <a:t>CSS Saves a Lot of Work!</a:t>
            </a:r>
          </a:p>
          <a:p>
            <a:pPr marL="383090" marR="864235" lvl="2">
              <a:lnSpc>
                <a:spcPct val="150000"/>
              </a:lnSpc>
              <a:spcBef>
                <a:spcPts val="560"/>
              </a:spcBef>
            </a:pPr>
            <a:r>
              <a:rPr lang="en-US" dirty="0">
                <a:cs typeface="Constantia"/>
              </a:rPr>
              <a:t>CSS defines HOW HTML elements are to be displayed.</a:t>
            </a:r>
          </a:p>
          <a:p>
            <a:pPr marL="383090" marR="864235" lvl="2">
              <a:lnSpc>
                <a:spcPct val="150000"/>
              </a:lnSpc>
              <a:spcBef>
                <a:spcPts val="560"/>
              </a:spcBef>
            </a:pPr>
            <a:r>
              <a:rPr lang="en-US" dirty="0">
                <a:cs typeface="Constantia"/>
              </a:rPr>
              <a:t>Styles are normally saved in external .</a:t>
            </a:r>
            <a:r>
              <a:rPr lang="en-US" dirty="0" err="1">
                <a:cs typeface="Constantia"/>
              </a:rPr>
              <a:t>css</a:t>
            </a:r>
            <a:r>
              <a:rPr lang="en-US" dirty="0">
                <a:cs typeface="Constantia"/>
              </a:rPr>
              <a:t> files. External style sheets enable you to change the appearance and layout of all the pages in a Web site, just by editing one single file!</a:t>
            </a:r>
          </a:p>
          <a:p>
            <a:pPr marL="383090" marR="864235" lvl="2">
              <a:lnSpc>
                <a:spcPct val="150000"/>
              </a:lnSpc>
              <a:spcBef>
                <a:spcPts val="560"/>
              </a:spcBef>
            </a:pPr>
            <a:endParaRPr lang="en-US" dirty="0">
              <a:cs typeface="Constantia"/>
            </a:endParaRP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40</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277291" y="718596"/>
            <a:ext cx="8661082" cy="560071"/>
          </a:xfrm>
        </p:spPr>
        <p:txBody>
          <a:bodyPr/>
          <a:lstStyle/>
          <a:p>
            <a:r>
              <a:rPr lang="de-DE" noProof="0" dirty="0"/>
              <a:t>OVERVIEW</a:t>
            </a:r>
            <a:endParaRPr lang="en-GB" noProof="0" dirty="0"/>
          </a:p>
        </p:txBody>
      </p:sp>
    </p:spTree>
    <p:extLst>
      <p:ext uri="{BB962C8B-B14F-4D97-AF65-F5344CB8AC3E}">
        <p14:creationId xmlns:p14="http://schemas.microsoft.com/office/powerpoint/2010/main" val="3618066521"/>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D89FE7-54D1-305E-73E8-46859309FAB6}"/>
              </a:ext>
            </a:extLst>
          </p:cNvPr>
          <p:cNvSpPr>
            <a:spLocks noGrp="1"/>
          </p:cNvSpPr>
          <p:nvPr>
            <p:ph type="sldNum" sz="quarter" idx="4"/>
          </p:nvPr>
        </p:nvSpPr>
        <p:spPr/>
        <p:txBody>
          <a:bodyPr/>
          <a:lstStyle/>
          <a:p>
            <a:fld id="{D71DA9FD-6EF8-4CC5-AF9B-B6159B5B937C}" type="slidenum">
              <a:rPr lang="en-GB" noProof="1" smtClean="0"/>
              <a:pPr/>
              <a:t>41</a:t>
            </a:fld>
            <a:endParaRPr lang="en-GB" noProof="1"/>
          </a:p>
        </p:txBody>
      </p:sp>
      <p:sp>
        <p:nvSpPr>
          <p:cNvPr id="3" name="Footer Placeholder 2">
            <a:extLst>
              <a:ext uri="{FF2B5EF4-FFF2-40B4-BE49-F238E27FC236}">
                <a16:creationId xmlns:a16="http://schemas.microsoft.com/office/drawing/2014/main" id="{FF69522A-1F0B-CFAF-CB0B-35319635B77A}"/>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ext Placeholder 3">
            <a:extLst>
              <a:ext uri="{FF2B5EF4-FFF2-40B4-BE49-F238E27FC236}">
                <a16:creationId xmlns:a16="http://schemas.microsoft.com/office/drawing/2014/main" id="{8E0C472C-0B58-202C-0727-7AF02FEC0B37}"/>
              </a:ext>
            </a:extLst>
          </p:cNvPr>
          <p:cNvSpPr>
            <a:spLocks noGrp="1"/>
          </p:cNvSpPr>
          <p:nvPr>
            <p:ph type="body" sz="quarter" idx="10"/>
          </p:nvPr>
        </p:nvSpPr>
        <p:spPr/>
        <p:txBody>
          <a:bodyPr/>
          <a:lstStyle/>
          <a:p>
            <a:pPr marL="285750" indent="-285750">
              <a:lnSpc>
                <a:spcPct val="150000"/>
              </a:lnSpc>
              <a:buFont typeface="Arial" panose="020B0604020202020204" pitchFamily="34" charset="0"/>
              <a:buChar char="•"/>
            </a:pPr>
            <a:r>
              <a:rPr lang="en-US" sz="1400" dirty="0">
                <a:cs typeface="Constantia"/>
              </a:rPr>
              <a:t>A</a:t>
            </a:r>
            <a:r>
              <a:rPr lang="en-US" sz="1400" spc="-105" dirty="0">
                <a:cs typeface="Constantia"/>
              </a:rPr>
              <a:t> </a:t>
            </a:r>
            <a:r>
              <a:rPr lang="en-US" sz="1400" u="sng" dirty="0">
                <a:uFill>
                  <a:solidFill>
                    <a:srgbClr val="000000"/>
                  </a:solidFill>
                </a:uFill>
                <a:cs typeface="Constantia"/>
              </a:rPr>
              <a:t>Style</a:t>
            </a:r>
            <a:r>
              <a:rPr lang="en-US" sz="1400" u="sng" spc="-125" dirty="0">
                <a:uFill>
                  <a:solidFill>
                    <a:srgbClr val="000000"/>
                  </a:solidFill>
                </a:uFill>
                <a:cs typeface="Constantia"/>
              </a:rPr>
              <a:t> </a:t>
            </a:r>
            <a:r>
              <a:rPr lang="en-US" sz="1400" u="sng" dirty="0">
                <a:uFill>
                  <a:solidFill>
                    <a:srgbClr val="000000"/>
                  </a:solidFill>
                </a:uFill>
                <a:cs typeface="Constantia"/>
              </a:rPr>
              <a:t>Rule</a:t>
            </a:r>
            <a:r>
              <a:rPr lang="en-US" sz="1400" spc="-105" dirty="0">
                <a:cs typeface="Constantia"/>
              </a:rPr>
              <a:t> </a:t>
            </a:r>
            <a:r>
              <a:rPr lang="en-US" sz="1400" dirty="0">
                <a:cs typeface="Constantia"/>
              </a:rPr>
              <a:t>is</a:t>
            </a:r>
            <a:r>
              <a:rPr lang="en-US" sz="1400" spc="-170" dirty="0">
                <a:cs typeface="Constantia"/>
              </a:rPr>
              <a:t> </a:t>
            </a:r>
            <a:r>
              <a:rPr lang="en-US" sz="1400" spc="-10" dirty="0">
                <a:cs typeface="Constantia"/>
              </a:rPr>
              <a:t>composed</a:t>
            </a:r>
            <a:r>
              <a:rPr lang="en-US" sz="1400" spc="-120" dirty="0">
                <a:cs typeface="Constantia"/>
              </a:rPr>
              <a:t> </a:t>
            </a:r>
            <a:r>
              <a:rPr lang="en-US" sz="1400" dirty="0">
                <a:cs typeface="Constantia"/>
              </a:rPr>
              <a:t>of</a:t>
            </a:r>
            <a:r>
              <a:rPr lang="en-US" sz="1400" spc="-20" dirty="0">
                <a:cs typeface="Constantia"/>
              </a:rPr>
              <a:t> two</a:t>
            </a:r>
            <a:r>
              <a:rPr lang="en-US" sz="1400" spc="-145" dirty="0">
                <a:cs typeface="Constantia"/>
              </a:rPr>
              <a:t> </a:t>
            </a:r>
            <a:r>
              <a:rPr lang="en-US" sz="1400" dirty="0">
                <a:cs typeface="Constantia"/>
              </a:rPr>
              <a:t>parts:</a:t>
            </a:r>
            <a:r>
              <a:rPr lang="en-US" sz="1400" spc="-100" dirty="0">
                <a:cs typeface="Constantia"/>
              </a:rPr>
              <a:t> </a:t>
            </a:r>
            <a:r>
              <a:rPr lang="en-US" sz="1400" dirty="0">
                <a:cs typeface="Constantia"/>
              </a:rPr>
              <a:t>a</a:t>
            </a:r>
            <a:r>
              <a:rPr lang="en-US" sz="1400" spc="-155" dirty="0">
                <a:cs typeface="Constantia"/>
              </a:rPr>
              <a:t> </a:t>
            </a:r>
            <a:r>
              <a:rPr lang="en-US" sz="1400" spc="-10" dirty="0">
                <a:cs typeface="Constantia"/>
              </a:rPr>
              <a:t>selector </a:t>
            </a:r>
            <a:r>
              <a:rPr lang="en-US" sz="1400" dirty="0">
                <a:cs typeface="Constantia"/>
              </a:rPr>
              <a:t>and</a:t>
            </a:r>
            <a:r>
              <a:rPr lang="en-US" sz="1400" spc="-114" dirty="0">
                <a:cs typeface="Constantia"/>
              </a:rPr>
              <a:t> </a:t>
            </a:r>
            <a:r>
              <a:rPr lang="en-US" sz="1400" dirty="0">
                <a:cs typeface="Constantia"/>
              </a:rPr>
              <a:t>a</a:t>
            </a:r>
            <a:r>
              <a:rPr lang="en-US" sz="1400" spc="-170" dirty="0">
                <a:cs typeface="Constantia"/>
              </a:rPr>
              <a:t> </a:t>
            </a:r>
            <a:r>
              <a:rPr lang="en-US" sz="1400" spc="-10" dirty="0">
                <a:cs typeface="Constantia"/>
              </a:rPr>
              <a:t>declaration.</a:t>
            </a:r>
            <a:endParaRPr lang="en-US" sz="1400" dirty="0">
              <a:cs typeface="Constantia"/>
            </a:endParaRP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endParaRPr lang="en-US" dirty="0"/>
          </a:p>
          <a:p>
            <a:pPr>
              <a:lnSpc>
                <a:spcPct val="150000"/>
              </a:lnSpc>
            </a:pPr>
            <a:endParaRPr lang="en-US" dirty="0"/>
          </a:p>
          <a:p>
            <a:pPr marL="285750" indent="-285750">
              <a:lnSpc>
                <a:spcPct val="150000"/>
              </a:lnSpc>
              <a:buFont typeface="Arial" panose="020B0604020202020204" pitchFamily="34" charset="0"/>
              <a:buChar char="•"/>
            </a:pPr>
            <a:r>
              <a:rPr lang="en-US" dirty="0"/>
              <a:t>The Selector indicates the element to which the rule is applied.</a:t>
            </a:r>
          </a:p>
          <a:p>
            <a:pPr marL="285750" indent="-285750">
              <a:lnSpc>
                <a:spcPct val="150000"/>
              </a:lnSpc>
              <a:buFont typeface="Arial" panose="020B0604020202020204" pitchFamily="34" charset="0"/>
              <a:buChar char="•"/>
            </a:pPr>
            <a:r>
              <a:rPr lang="en-US" dirty="0"/>
              <a:t>The Declaration determines the property values of a selector.</a:t>
            </a:r>
          </a:p>
          <a:p>
            <a:pPr marL="287020" marR="462915" indent="-286385" algn="just">
              <a:lnSpc>
                <a:spcPts val="3020"/>
              </a:lnSpc>
              <a:spcBef>
                <a:spcPts val="480"/>
              </a:spcBef>
              <a:buClr>
                <a:srgbClr val="0AD0D9"/>
              </a:buClr>
              <a:buSzPct val="91071"/>
              <a:buFont typeface="Arial" panose="020B0604020202020204" pitchFamily="34" charset="0"/>
              <a:buChar char="•"/>
              <a:tabLst>
                <a:tab pos="287020" algn="l"/>
              </a:tabLst>
            </a:pPr>
            <a:r>
              <a:rPr lang="en-US" dirty="0"/>
              <a:t>The</a:t>
            </a:r>
            <a:r>
              <a:rPr lang="en-US" spc="-125" dirty="0"/>
              <a:t> </a:t>
            </a:r>
            <a:r>
              <a:rPr lang="en-US" u="sng" dirty="0">
                <a:uFill>
                  <a:solidFill>
                    <a:srgbClr val="000000"/>
                  </a:solidFill>
                </a:uFill>
              </a:rPr>
              <a:t>Property</a:t>
            </a:r>
            <a:r>
              <a:rPr lang="en-US" spc="500" dirty="0"/>
              <a:t> </a:t>
            </a:r>
            <a:r>
              <a:rPr lang="en-US" dirty="0"/>
              <a:t>specifies</a:t>
            </a:r>
            <a:r>
              <a:rPr lang="en-US" spc="-175" dirty="0"/>
              <a:t> </a:t>
            </a:r>
            <a:r>
              <a:rPr lang="en-US" dirty="0"/>
              <a:t>a</a:t>
            </a:r>
            <a:r>
              <a:rPr lang="en-US" spc="-155" dirty="0"/>
              <a:t> </a:t>
            </a:r>
            <a:r>
              <a:rPr lang="en-US" spc="-10" dirty="0"/>
              <a:t>characteristic,</a:t>
            </a:r>
            <a:r>
              <a:rPr lang="en-US" spc="-100" dirty="0"/>
              <a:t> </a:t>
            </a:r>
            <a:r>
              <a:rPr lang="en-US" dirty="0"/>
              <a:t>such</a:t>
            </a:r>
            <a:r>
              <a:rPr lang="en-US" spc="-135" dirty="0"/>
              <a:t> </a:t>
            </a:r>
            <a:r>
              <a:rPr lang="en-US" spc="-25" dirty="0"/>
              <a:t>as </a:t>
            </a:r>
            <a:r>
              <a:rPr lang="en-US" spc="-50" dirty="0"/>
              <a:t>color,</a:t>
            </a:r>
            <a:r>
              <a:rPr lang="en-US" spc="-120" dirty="0"/>
              <a:t> </a:t>
            </a:r>
            <a:r>
              <a:rPr lang="en-US" spc="-10" dirty="0"/>
              <a:t>font-</a:t>
            </a:r>
            <a:r>
              <a:rPr lang="en-US" spc="-40" dirty="0"/>
              <a:t>family,</a:t>
            </a:r>
            <a:r>
              <a:rPr lang="en-US" spc="-105" dirty="0"/>
              <a:t> </a:t>
            </a:r>
            <a:r>
              <a:rPr lang="en-US" dirty="0"/>
              <a:t>position,</a:t>
            </a:r>
            <a:r>
              <a:rPr lang="en-US" spc="-135" dirty="0"/>
              <a:t> </a:t>
            </a:r>
            <a:r>
              <a:rPr lang="en-US" dirty="0"/>
              <a:t>and</a:t>
            </a:r>
            <a:r>
              <a:rPr lang="en-US" spc="-65" dirty="0"/>
              <a:t> </a:t>
            </a:r>
            <a:r>
              <a:rPr lang="en-US" dirty="0"/>
              <a:t>is</a:t>
            </a:r>
            <a:r>
              <a:rPr lang="en-US" spc="-130" dirty="0"/>
              <a:t> </a:t>
            </a:r>
            <a:r>
              <a:rPr lang="en-US" spc="-10" dirty="0"/>
              <a:t>followed</a:t>
            </a:r>
            <a:r>
              <a:rPr lang="en-US" spc="-55" dirty="0"/>
              <a:t> </a:t>
            </a:r>
            <a:r>
              <a:rPr lang="en-US" spc="-10" dirty="0"/>
              <a:t>by</a:t>
            </a:r>
            <a:r>
              <a:rPr lang="en-US" spc="-165" dirty="0"/>
              <a:t> </a:t>
            </a:r>
            <a:r>
              <a:rPr lang="en-US" spc="-50" dirty="0"/>
              <a:t>a </a:t>
            </a:r>
            <a:r>
              <a:rPr lang="en-US" spc="-10" dirty="0"/>
              <a:t>colon</a:t>
            </a:r>
            <a:r>
              <a:rPr lang="en-US" spc="-135" dirty="0"/>
              <a:t> </a:t>
            </a:r>
            <a:r>
              <a:rPr lang="en-US" spc="-20" dirty="0"/>
              <a:t>(:).</a:t>
            </a:r>
          </a:p>
          <a:p>
            <a:pPr marL="287020" marR="5080" indent="-286385">
              <a:lnSpc>
                <a:spcPts val="3020"/>
              </a:lnSpc>
              <a:spcBef>
                <a:spcPts val="685"/>
              </a:spcBef>
              <a:buClr>
                <a:srgbClr val="0AD0D9"/>
              </a:buClr>
              <a:buSzPct val="91071"/>
              <a:buFont typeface="Arial" panose="020B0604020202020204" pitchFamily="34" charset="0"/>
              <a:buChar char="•"/>
              <a:tabLst>
                <a:tab pos="287020" algn="l"/>
                <a:tab pos="3571240" algn="l"/>
                <a:tab pos="7522845" algn="l"/>
              </a:tabLst>
            </a:pPr>
            <a:r>
              <a:rPr lang="en-US" dirty="0"/>
              <a:t>The</a:t>
            </a:r>
            <a:r>
              <a:rPr lang="en-US" spc="-160" dirty="0"/>
              <a:t> </a:t>
            </a:r>
            <a:r>
              <a:rPr lang="en-US" u="sng" spc="-55" dirty="0">
                <a:uFill>
                  <a:solidFill>
                    <a:srgbClr val="000000"/>
                  </a:solidFill>
                </a:uFill>
              </a:rPr>
              <a:t>Value</a:t>
            </a:r>
            <a:r>
              <a:rPr lang="en-US" spc="-114" dirty="0"/>
              <a:t> </a:t>
            </a:r>
            <a:r>
              <a:rPr lang="en-US" spc="-20" dirty="0"/>
              <a:t>expresses</a:t>
            </a:r>
            <a:r>
              <a:rPr lang="en-US" spc="-110" dirty="0"/>
              <a:t> </a:t>
            </a:r>
            <a:r>
              <a:rPr lang="en-US" dirty="0"/>
              <a:t>specification</a:t>
            </a:r>
            <a:r>
              <a:rPr lang="en-US" spc="-145" dirty="0"/>
              <a:t> </a:t>
            </a:r>
            <a:r>
              <a:rPr lang="en-US" dirty="0"/>
              <a:t>of</a:t>
            </a:r>
            <a:r>
              <a:rPr lang="en-US" spc="-20" dirty="0"/>
              <a:t> </a:t>
            </a:r>
            <a:r>
              <a:rPr lang="en-US" dirty="0"/>
              <a:t>a</a:t>
            </a:r>
            <a:r>
              <a:rPr lang="en-US" spc="-105" dirty="0"/>
              <a:t> </a:t>
            </a:r>
            <a:r>
              <a:rPr lang="en-US" spc="-10" dirty="0"/>
              <a:t>property, </a:t>
            </a:r>
            <a:r>
              <a:rPr lang="en-US" dirty="0"/>
              <a:t>such</a:t>
            </a:r>
            <a:r>
              <a:rPr lang="en-US" spc="-170" dirty="0"/>
              <a:t> </a:t>
            </a:r>
            <a:r>
              <a:rPr lang="en-US" dirty="0"/>
              <a:t>as</a:t>
            </a:r>
            <a:r>
              <a:rPr lang="en-US" spc="-110" dirty="0"/>
              <a:t> </a:t>
            </a:r>
            <a:r>
              <a:rPr lang="en-US" dirty="0"/>
              <a:t>red</a:t>
            </a:r>
            <a:r>
              <a:rPr lang="en-US" spc="-55" dirty="0"/>
              <a:t> </a:t>
            </a:r>
            <a:r>
              <a:rPr lang="en-US" spc="-25" dirty="0"/>
              <a:t>for</a:t>
            </a:r>
            <a:r>
              <a:rPr lang="en-US" spc="-170" dirty="0"/>
              <a:t> </a:t>
            </a:r>
            <a:r>
              <a:rPr lang="en-US" spc="-10" dirty="0"/>
              <a:t>color,</a:t>
            </a:r>
            <a:r>
              <a:rPr lang="en-US" dirty="0"/>
              <a:t> arial</a:t>
            </a:r>
            <a:r>
              <a:rPr lang="en-US" spc="-65" dirty="0"/>
              <a:t> </a:t>
            </a:r>
            <a:r>
              <a:rPr lang="en-US" dirty="0"/>
              <a:t>for</a:t>
            </a:r>
            <a:r>
              <a:rPr lang="en-US" spc="-155" dirty="0"/>
              <a:t> </a:t>
            </a:r>
            <a:r>
              <a:rPr lang="en-US" dirty="0"/>
              <a:t>font</a:t>
            </a:r>
            <a:r>
              <a:rPr lang="en-US" spc="-140" dirty="0"/>
              <a:t> </a:t>
            </a:r>
            <a:r>
              <a:rPr lang="en-US" spc="-35" dirty="0"/>
              <a:t>family,</a:t>
            </a:r>
            <a:r>
              <a:rPr lang="en-US" spc="-65" dirty="0"/>
              <a:t> </a:t>
            </a:r>
            <a:r>
              <a:rPr lang="en-US" dirty="0"/>
              <a:t>12</a:t>
            </a:r>
            <a:r>
              <a:rPr lang="en-US" spc="-100" dirty="0"/>
              <a:t> </a:t>
            </a:r>
            <a:r>
              <a:rPr lang="en-US" spc="-25" dirty="0"/>
              <a:t>pt</a:t>
            </a:r>
            <a:r>
              <a:rPr lang="en-US" dirty="0"/>
              <a:t> </a:t>
            </a:r>
            <a:r>
              <a:rPr lang="en-US" spc="-30" dirty="0"/>
              <a:t>for </a:t>
            </a:r>
            <a:r>
              <a:rPr lang="en-US" spc="-10" dirty="0"/>
              <a:t>font-</a:t>
            </a:r>
            <a:r>
              <a:rPr lang="en-US" dirty="0"/>
              <a:t>size,</a:t>
            </a:r>
            <a:r>
              <a:rPr lang="en-US" spc="-175" dirty="0"/>
              <a:t> </a:t>
            </a:r>
            <a:r>
              <a:rPr lang="en-US" dirty="0"/>
              <a:t>and</a:t>
            </a:r>
            <a:r>
              <a:rPr lang="en-US" spc="-55" dirty="0"/>
              <a:t> </a:t>
            </a:r>
            <a:r>
              <a:rPr lang="en-US" dirty="0"/>
              <a:t>is</a:t>
            </a:r>
            <a:r>
              <a:rPr lang="en-US" spc="-114" dirty="0"/>
              <a:t> </a:t>
            </a:r>
            <a:r>
              <a:rPr lang="en-US" spc="-10" dirty="0"/>
              <a:t>followed</a:t>
            </a:r>
            <a:r>
              <a:rPr lang="en-US" spc="-45" dirty="0"/>
              <a:t> </a:t>
            </a:r>
            <a:r>
              <a:rPr lang="en-US" spc="-30" dirty="0"/>
              <a:t>by</a:t>
            </a:r>
            <a:r>
              <a:rPr lang="en-US" spc="-145" dirty="0"/>
              <a:t> </a:t>
            </a:r>
            <a:r>
              <a:rPr lang="en-US" dirty="0"/>
              <a:t>a</a:t>
            </a:r>
            <a:r>
              <a:rPr lang="en-US" spc="-165" dirty="0"/>
              <a:t> </a:t>
            </a:r>
            <a:r>
              <a:rPr lang="en-US" spc="-10" dirty="0"/>
              <a:t>semicolon</a:t>
            </a:r>
            <a:r>
              <a:rPr lang="en-US" spc="-114" dirty="0"/>
              <a:t> </a:t>
            </a:r>
            <a:r>
              <a:rPr lang="en-US" spc="-20" dirty="0"/>
              <a:t>(;).</a:t>
            </a:r>
          </a:p>
          <a:p>
            <a:pPr marL="285750" indent="-285750">
              <a:lnSpc>
                <a:spcPct val="150000"/>
              </a:lnSpc>
              <a:buFont typeface="Arial" panose="020B0604020202020204" pitchFamily="34" charset="0"/>
              <a:buChar char="•"/>
            </a:pPr>
            <a:endParaRPr lang="en-US" dirty="0"/>
          </a:p>
        </p:txBody>
      </p:sp>
      <p:sp>
        <p:nvSpPr>
          <p:cNvPr id="5" name="Title 4">
            <a:extLst>
              <a:ext uri="{FF2B5EF4-FFF2-40B4-BE49-F238E27FC236}">
                <a16:creationId xmlns:a16="http://schemas.microsoft.com/office/drawing/2014/main" id="{65ABD943-31CA-CA06-ED19-5C1C7CCE216A}"/>
              </a:ext>
            </a:extLst>
          </p:cNvPr>
          <p:cNvSpPr>
            <a:spLocks noGrp="1"/>
          </p:cNvSpPr>
          <p:nvPr>
            <p:ph type="title"/>
          </p:nvPr>
        </p:nvSpPr>
        <p:spPr>
          <a:xfrm>
            <a:off x="340044" y="532537"/>
            <a:ext cx="8661082" cy="560071"/>
          </a:xfrm>
        </p:spPr>
        <p:txBody>
          <a:bodyPr/>
          <a:lstStyle/>
          <a:p>
            <a:r>
              <a:rPr lang="en-US" dirty="0"/>
              <a:t>Understanding</a:t>
            </a:r>
            <a:r>
              <a:rPr lang="en-US" spc="-160" dirty="0"/>
              <a:t> </a:t>
            </a:r>
            <a:r>
              <a:rPr lang="en-US" dirty="0"/>
              <a:t>Style</a:t>
            </a:r>
            <a:r>
              <a:rPr lang="en-US" spc="-105" dirty="0"/>
              <a:t> </a:t>
            </a:r>
            <a:r>
              <a:rPr lang="en-US" spc="-10" dirty="0"/>
              <a:t>Rules</a:t>
            </a:r>
            <a:endParaRPr lang="en-US" dirty="0"/>
          </a:p>
        </p:txBody>
      </p:sp>
      <p:grpSp>
        <p:nvGrpSpPr>
          <p:cNvPr id="6" name="object 15">
            <a:extLst>
              <a:ext uri="{FF2B5EF4-FFF2-40B4-BE49-F238E27FC236}">
                <a16:creationId xmlns:a16="http://schemas.microsoft.com/office/drawing/2014/main" id="{1A831442-C2E2-DF6C-E403-C49224AB1A2E}"/>
              </a:ext>
            </a:extLst>
          </p:cNvPr>
          <p:cNvGrpSpPr/>
          <p:nvPr/>
        </p:nvGrpSpPr>
        <p:grpSpPr>
          <a:xfrm>
            <a:off x="1352550" y="1675723"/>
            <a:ext cx="1932305" cy="850900"/>
            <a:chOff x="1365250" y="2736850"/>
            <a:chExt cx="1932305" cy="850900"/>
          </a:xfrm>
          <a:solidFill>
            <a:schemeClr val="bg1">
              <a:lumMod val="95000"/>
            </a:schemeClr>
          </a:solidFill>
        </p:grpSpPr>
        <p:sp>
          <p:nvSpPr>
            <p:cNvPr id="7" name="object 16">
              <a:extLst>
                <a:ext uri="{FF2B5EF4-FFF2-40B4-BE49-F238E27FC236}">
                  <a16:creationId xmlns:a16="http://schemas.microsoft.com/office/drawing/2014/main" id="{B3910F0F-4DCE-3E97-2458-42BD5D693F43}"/>
                </a:ext>
              </a:extLst>
            </p:cNvPr>
            <p:cNvSpPr/>
            <p:nvPr/>
          </p:nvSpPr>
          <p:spPr>
            <a:xfrm>
              <a:off x="1371600" y="2743200"/>
              <a:ext cx="1919605" cy="838200"/>
            </a:xfrm>
            <a:custGeom>
              <a:avLst/>
              <a:gdLst/>
              <a:ahLst/>
              <a:cxnLst/>
              <a:rect l="l" t="t" r="r" b="b"/>
              <a:pathLst>
                <a:path w="1919604" h="838200">
                  <a:moveTo>
                    <a:pt x="1206500" y="609600"/>
                  </a:moveTo>
                  <a:lnTo>
                    <a:pt x="844550" y="609600"/>
                  </a:lnTo>
                  <a:lnTo>
                    <a:pt x="1919224" y="838200"/>
                  </a:lnTo>
                  <a:lnTo>
                    <a:pt x="1206500" y="609600"/>
                  </a:lnTo>
                  <a:close/>
                </a:path>
                <a:path w="1919604" h="838200">
                  <a:moveTo>
                    <a:pt x="1346200" y="0"/>
                  </a:moveTo>
                  <a:lnTo>
                    <a:pt x="101600" y="0"/>
                  </a:lnTo>
                  <a:lnTo>
                    <a:pt x="62043" y="7981"/>
                  </a:lnTo>
                  <a:lnTo>
                    <a:pt x="29749" y="29749"/>
                  </a:lnTo>
                  <a:lnTo>
                    <a:pt x="7981" y="62043"/>
                  </a:lnTo>
                  <a:lnTo>
                    <a:pt x="0" y="101600"/>
                  </a:lnTo>
                  <a:lnTo>
                    <a:pt x="0" y="508000"/>
                  </a:lnTo>
                  <a:lnTo>
                    <a:pt x="7981" y="547556"/>
                  </a:lnTo>
                  <a:lnTo>
                    <a:pt x="29749" y="579850"/>
                  </a:lnTo>
                  <a:lnTo>
                    <a:pt x="62043" y="601618"/>
                  </a:lnTo>
                  <a:lnTo>
                    <a:pt x="101600" y="609600"/>
                  </a:lnTo>
                  <a:lnTo>
                    <a:pt x="1346200" y="609600"/>
                  </a:lnTo>
                  <a:lnTo>
                    <a:pt x="1385756" y="601618"/>
                  </a:lnTo>
                  <a:lnTo>
                    <a:pt x="1418050" y="579850"/>
                  </a:lnTo>
                  <a:lnTo>
                    <a:pt x="1439818" y="547556"/>
                  </a:lnTo>
                  <a:lnTo>
                    <a:pt x="1447800" y="508000"/>
                  </a:lnTo>
                  <a:lnTo>
                    <a:pt x="1447800" y="101600"/>
                  </a:lnTo>
                  <a:lnTo>
                    <a:pt x="1439818" y="62043"/>
                  </a:lnTo>
                  <a:lnTo>
                    <a:pt x="1418050" y="29749"/>
                  </a:lnTo>
                  <a:lnTo>
                    <a:pt x="1385756" y="7981"/>
                  </a:lnTo>
                  <a:lnTo>
                    <a:pt x="1346200" y="0"/>
                  </a:lnTo>
                  <a:close/>
                </a:path>
              </a:pathLst>
            </a:custGeom>
            <a:grpFill/>
          </p:spPr>
          <p:txBody>
            <a:bodyPr wrap="square" lIns="0" tIns="0" rIns="0" bIns="0" rtlCol="0"/>
            <a:lstStyle/>
            <a:p>
              <a:endParaRPr/>
            </a:p>
          </p:txBody>
        </p:sp>
        <p:sp>
          <p:nvSpPr>
            <p:cNvPr id="8" name="object 17">
              <a:extLst>
                <a:ext uri="{FF2B5EF4-FFF2-40B4-BE49-F238E27FC236}">
                  <a16:creationId xmlns:a16="http://schemas.microsoft.com/office/drawing/2014/main" id="{769C2562-7ACF-D9C3-D660-CB257DFB27D4}"/>
                </a:ext>
              </a:extLst>
            </p:cNvPr>
            <p:cNvSpPr/>
            <p:nvPr/>
          </p:nvSpPr>
          <p:spPr>
            <a:xfrm>
              <a:off x="1371600" y="2743200"/>
              <a:ext cx="1919605" cy="838200"/>
            </a:xfrm>
            <a:custGeom>
              <a:avLst/>
              <a:gdLst/>
              <a:ahLst/>
              <a:cxnLst/>
              <a:rect l="l" t="t" r="r" b="b"/>
              <a:pathLst>
                <a:path w="1919604" h="838200">
                  <a:moveTo>
                    <a:pt x="0" y="101600"/>
                  </a:moveTo>
                  <a:lnTo>
                    <a:pt x="7981" y="62043"/>
                  </a:lnTo>
                  <a:lnTo>
                    <a:pt x="29749" y="29749"/>
                  </a:lnTo>
                  <a:lnTo>
                    <a:pt x="62043" y="7981"/>
                  </a:lnTo>
                  <a:lnTo>
                    <a:pt x="101600" y="0"/>
                  </a:lnTo>
                  <a:lnTo>
                    <a:pt x="844550" y="0"/>
                  </a:lnTo>
                  <a:lnTo>
                    <a:pt x="1206500" y="0"/>
                  </a:lnTo>
                  <a:lnTo>
                    <a:pt x="1346200" y="0"/>
                  </a:lnTo>
                  <a:lnTo>
                    <a:pt x="1385756" y="7981"/>
                  </a:lnTo>
                  <a:lnTo>
                    <a:pt x="1418050" y="29749"/>
                  </a:lnTo>
                  <a:lnTo>
                    <a:pt x="1439818" y="62043"/>
                  </a:lnTo>
                  <a:lnTo>
                    <a:pt x="1447800" y="101600"/>
                  </a:lnTo>
                  <a:lnTo>
                    <a:pt x="1447800" y="355600"/>
                  </a:lnTo>
                  <a:lnTo>
                    <a:pt x="1447800" y="508000"/>
                  </a:lnTo>
                  <a:lnTo>
                    <a:pt x="1439818" y="547556"/>
                  </a:lnTo>
                  <a:lnTo>
                    <a:pt x="1418050" y="579850"/>
                  </a:lnTo>
                  <a:lnTo>
                    <a:pt x="1385756" y="601618"/>
                  </a:lnTo>
                  <a:lnTo>
                    <a:pt x="1346200" y="609600"/>
                  </a:lnTo>
                  <a:lnTo>
                    <a:pt x="1206500" y="609600"/>
                  </a:lnTo>
                  <a:lnTo>
                    <a:pt x="1919224" y="838200"/>
                  </a:lnTo>
                  <a:lnTo>
                    <a:pt x="844550" y="609600"/>
                  </a:lnTo>
                  <a:lnTo>
                    <a:pt x="101600" y="609600"/>
                  </a:lnTo>
                  <a:lnTo>
                    <a:pt x="62043" y="601618"/>
                  </a:lnTo>
                  <a:lnTo>
                    <a:pt x="29749" y="579850"/>
                  </a:lnTo>
                  <a:lnTo>
                    <a:pt x="7981" y="547556"/>
                  </a:lnTo>
                  <a:lnTo>
                    <a:pt x="0" y="508000"/>
                  </a:lnTo>
                  <a:lnTo>
                    <a:pt x="0" y="355600"/>
                  </a:lnTo>
                  <a:lnTo>
                    <a:pt x="0" y="101600"/>
                  </a:lnTo>
                  <a:close/>
                </a:path>
              </a:pathLst>
            </a:custGeom>
            <a:grpFill/>
            <a:ln w="12700">
              <a:solidFill>
                <a:srgbClr val="000000"/>
              </a:solidFill>
            </a:ln>
          </p:spPr>
          <p:txBody>
            <a:bodyPr wrap="square" lIns="0" tIns="0" rIns="0" bIns="0" rtlCol="0"/>
            <a:lstStyle/>
            <a:p>
              <a:endParaRPr/>
            </a:p>
          </p:txBody>
        </p:sp>
      </p:grpSp>
      <p:grpSp>
        <p:nvGrpSpPr>
          <p:cNvPr id="9" name="object 19">
            <a:extLst>
              <a:ext uri="{FF2B5EF4-FFF2-40B4-BE49-F238E27FC236}">
                <a16:creationId xmlns:a16="http://schemas.microsoft.com/office/drawing/2014/main" id="{C8FA129A-6C5B-E08F-05B4-B0763DBE7947}"/>
              </a:ext>
            </a:extLst>
          </p:cNvPr>
          <p:cNvGrpSpPr/>
          <p:nvPr/>
        </p:nvGrpSpPr>
        <p:grpSpPr>
          <a:xfrm>
            <a:off x="4981575" y="1416643"/>
            <a:ext cx="2098675" cy="1103630"/>
            <a:chOff x="4994275" y="2508250"/>
            <a:chExt cx="2098675" cy="1103630"/>
          </a:xfrm>
          <a:solidFill>
            <a:schemeClr val="bg1">
              <a:lumMod val="95000"/>
            </a:schemeClr>
          </a:solidFill>
        </p:grpSpPr>
        <p:sp>
          <p:nvSpPr>
            <p:cNvPr id="10" name="object 20">
              <a:extLst>
                <a:ext uri="{FF2B5EF4-FFF2-40B4-BE49-F238E27FC236}">
                  <a16:creationId xmlns:a16="http://schemas.microsoft.com/office/drawing/2014/main" id="{9357FD65-A0E4-FEF0-2A8D-C394702EA109}"/>
                </a:ext>
              </a:extLst>
            </p:cNvPr>
            <p:cNvSpPr/>
            <p:nvPr/>
          </p:nvSpPr>
          <p:spPr>
            <a:xfrm>
              <a:off x="5000625" y="2514600"/>
              <a:ext cx="2085975" cy="1090930"/>
            </a:xfrm>
            <a:custGeom>
              <a:avLst/>
              <a:gdLst/>
              <a:ahLst/>
              <a:cxnLst/>
              <a:rect l="l" t="t" r="r" b="b"/>
              <a:pathLst>
                <a:path w="2085975" h="1090929">
                  <a:moveTo>
                    <a:pt x="1019175" y="609600"/>
                  </a:moveTo>
                  <a:lnTo>
                    <a:pt x="561975" y="609600"/>
                  </a:lnTo>
                  <a:lnTo>
                    <a:pt x="0" y="1090676"/>
                  </a:lnTo>
                  <a:lnTo>
                    <a:pt x="1019175" y="609600"/>
                  </a:lnTo>
                  <a:close/>
                </a:path>
                <a:path w="2085975" h="1090929">
                  <a:moveTo>
                    <a:pt x="1984375" y="0"/>
                  </a:moveTo>
                  <a:lnTo>
                    <a:pt x="358775" y="0"/>
                  </a:lnTo>
                  <a:lnTo>
                    <a:pt x="319218" y="7981"/>
                  </a:lnTo>
                  <a:lnTo>
                    <a:pt x="286924" y="29749"/>
                  </a:lnTo>
                  <a:lnTo>
                    <a:pt x="265156" y="62043"/>
                  </a:lnTo>
                  <a:lnTo>
                    <a:pt x="257175" y="101600"/>
                  </a:lnTo>
                  <a:lnTo>
                    <a:pt x="257175" y="508000"/>
                  </a:lnTo>
                  <a:lnTo>
                    <a:pt x="265156" y="547556"/>
                  </a:lnTo>
                  <a:lnTo>
                    <a:pt x="286924" y="579850"/>
                  </a:lnTo>
                  <a:lnTo>
                    <a:pt x="319218" y="601618"/>
                  </a:lnTo>
                  <a:lnTo>
                    <a:pt x="358775" y="609600"/>
                  </a:lnTo>
                  <a:lnTo>
                    <a:pt x="1984375" y="609600"/>
                  </a:lnTo>
                  <a:lnTo>
                    <a:pt x="2023931" y="601618"/>
                  </a:lnTo>
                  <a:lnTo>
                    <a:pt x="2056225" y="579850"/>
                  </a:lnTo>
                  <a:lnTo>
                    <a:pt x="2077993" y="547556"/>
                  </a:lnTo>
                  <a:lnTo>
                    <a:pt x="2085975" y="508000"/>
                  </a:lnTo>
                  <a:lnTo>
                    <a:pt x="2085975" y="101600"/>
                  </a:lnTo>
                  <a:lnTo>
                    <a:pt x="2077993" y="62043"/>
                  </a:lnTo>
                  <a:lnTo>
                    <a:pt x="2056225" y="29749"/>
                  </a:lnTo>
                  <a:lnTo>
                    <a:pt x="2023931" y="7981"/>
                  </a:lnTo>
                  <a:lnTo>
                    <a:pt x="1984375" y="0"/>
                  </a:lnTo>
                  <a:close/>
                </a:path>
              </a:pathLst>
            </a:custGeom>
            <a:grpFill/>
          </p:spPr>
          <p:txBody>
            <a:bodyPr wrap="square" lIns="0" tIns="0" rIns="0" bIns="0" rtlCol="0"/>
            <a:lstStyle/>
            <a:p>
              <a:endParaRPr/>
            </a:p>
          </p:txBody>
        </p:sp>
        <p:sp>
          <p:nvSpPr>
            <p:cNvPr id="11" name="object 21">
              <a:extLst>
                <a:ext uri="{FF2B5EF4-FFF2-40B4-BE49-F238E27FC236}">
                  <a16:creationId xmlns:a16="http://schemas.microsoft.com/office/drawing/2014/main" id="{D3826735-66A9-5C45-AEA8-79BE24805E6B}"/>
                </a:ext>
              </a:extLst>
            </p:cNvPr>
            <p:cNvSpPr/>
            <p:nvPr/>
          </p:nvSpPr>
          <p:spPr>
            <a:xfrm>
              <a:off x="5000625" y="2514600"/>
              <a:ext cx="2085975" cy="1090930"/>
            </a:xfrm>
            <a:custGeom>
              <a:avLst/>
              <a:gdLst/>
              <a:ahLst/>
              <a:cxnLst/>
              <a:rect l="l" t="t" r="r" b="b"/>
              <a:pathLst>
                <a:path w="2085975" h="1090929">
                  <a:moveTo>
                    <a:pt x="257175" y="101600"/>
                  </a:moveTo>
                  <a:lnTo>
                    <a:pt x="265156" y="62043"/>
                  </a:lnTo>
                  <a:lnTo>
                    <a:pt x="286924" y="29749"/>
                  </a:lnTo>
                  <a:lnTo>
                    <a:pt x="319218" y="7981"/>
                  </a:lnTo>
                  <a:lnTo>
                    <a:pt x="358775" y="0"/>
                  </a:lnTo>
                  <a:lnTo>
                    <a:pt x="561975" y="0"/>
                  </a:lnTo>
                  <a:lnTo>
                    <a:pt x="1019175" y="0"/>
                  </a:lnTo>
                  <a:lnTo>
                    <a:pt x="1984375" y="0"/>
                  </a:lnTo>
                  <a:lnTo>
                    <a:pt x="2023931" y="7981"/>
                  </a:lnTo>
                  <a:lnTo>
                    <a:pt x="2056225" y="29749"/>
                  </a:lnTo>
                  <a:lnTo>
                    <a:pt x="2077993" y="62043"/>
                  </a:lnTo>
                  <a:lnTo>
                    <a:pt x="2085975" y="101600"/>
                  </a:lnTo>
                  <a:lnTo>
                    <a:pt x="2085975" y="355600"/>
                  </a:lnTo>
                  <a:lnTo>
                    <a:pt x="2085975" y="508000"/>
                  </a:lnTo>
                  <a:lnTo>
                    <a:pt x="2077993" y="547556"/>
                  </a:lnTo>
                  <a:lnTo>
                    <a:pt x="2056225" y="579850"/>
                  </a:lnTo>
                  <a:lnTo>
                    <a:pt x="2023931" y="601618"/>
                  </a:lnTo>
                  <a:lnTo>
                    <a:pt x="1984375" y="609600"/>
                  </a:lnTo>
                  <a:lnTo>
                    <a:pt x="1019175" y="609600"/>
                  </a:lnTo>
                  <a:lnTo>
                    <a:pt x="0" y="1090676"/>
                  </a:lnTo>
                  <a:lnTo>
                    <a:pt x="561975" y="609600"/>
                  </a:lnTo>
                  <a:lnTo>
                    <a:pt x="358775" y="609600"/>
                  </a:lnTo>
                  <a:lnTo>
                    <a:pt x="319218" y="601618"/>
                  </a:lnTo>
                  <a:lnTo>
                    <a:pt x="286924" y="579850"/>
                  </a:lnTo>
                  <a:lnTo>
                    <a:pt x="265156" y="547556"/>
                  </a:lnTo>
                  <a:lnTo>
                    <a:pt x="257175" y="508000"/>
                  </a:lnTo>
                  <a:lnTo>
                    <a:pt x="257175" y="355600"/>
                  </a:lnTo>
                  <a:lnTo>
                    <a:pt x="257175" y="101600"/>
                  </a:lnTo>
                  <a:close/>
                </a:path>
              </a:pathLst>
            </a:custGeom>
            <a:grpFill/>
            <a:ln w="12700">
              <a:solidFill>
                <a:srgbClr val="000000"/>
              </a:solidFill>
            </a:ln>
          </p:spPr>
          <p:txBody>
            <a:bodyPr wrap="square" lIns="0" tIns="0" rIns="0" bIns="0" rtlCol="0"/>
            <a:lstStyle/>
            <a:p>
              <a:endParaRPr/>
            </a:p>
          </p:txBody>
        </p:sp>
      </p:grpSp>
      <p:sp>
        <p:nvSpPr>
          <p:cNvPr id="12" name="object 18">
            <a:extLst>
              <a:ext uri="{FF2B5EF4-FFF2-40B4-BE49-F238E27FC236}">
                <a16:creationId xmlns:a16="http://schemas.microsoft.com/office/drawing/2014/main" id="{6F4E31B0-003A-291B-EA20-A9FA62CFF5B9}"/>
              </a:ext>
            </a:extLst>
          </p:cNvPr>
          <p:cNvSpPr txBox="1"/>
          <p:nvPr/>
        </p:nvSpPr>
        <p:spPr>
          <a:xfrm>
            <a:off x="1576324" y="1803558"/>
            <a:ext cx="1025525" cy="320601"/>
          </a:xfrm>
          <a:prstGeom prst="rect">
            <a:avLst/>
          </a:prstGeom>
        </p:spPr>
        <p:txBody>
          <a:bodyPr vert="horz" wrap="square" lIns="0" tIns="12700" rIns="0" bIns="0" rtlCol="0">
            <a:spAutoFit/>
          </a:bodyPr>
          <a:lstStyle/>
          <a:p>
            <a:pPr marL="12700">
              <a:lnSpc>
                <a:spcPct val="100000"/>
              </a:lnSpc>
              <a:spcBef>
                <a:spcPts val="100"/>
              </a:spcBef>
            </a:pPr>
            <a:r>
              <a:rPr spc="-10" dirty="0">
                <a:solidFill>
                  <a:srgbClr val="1E2A78"/>
                </a:solidFill>
                <a:latin typeface="+mn-lt"/>
                <a:cs typeface="Times New Roman"/>
              </a:rPr>
              <a:t>Selector</a:t>
            </a:r>
            <a:endParaRPr dirty="0">
              <a:solidFill>
                <a:srgbClr val="1E2A78"/>
              </a:solidFill>
              <a:latin typeface="+mn-lt"/>
              <a:cs typeface="Times New Roman"/>
            </a:endParaRPr>
          </a:p>
        </p:txBody>
      </p:sp>
      <p:sp>
        <p:nvSpPr>
          <p:cNvPr id="13" name="object 22">
            <a:extLst>
              <a:ext uri="{FF2B5EF4-FFF2-40B4-BE49-F238E27FC236}">
                <a16:creationId xmlns:a16="http://schemas.microsoft.com/office/drawing/2014/main" id="{4F1517F3-C0D1-0E8D-F8E5-3E83B541F7E3}"/>
              </a:ext>
            </a:extLst>
          </p:cNvPr>
          <p:cNvSpPr txBox="1"/>
          <p:nvPr/>
        </p:nvSpPr>
        <p:spPr>
          <a:xfrm>
            <a:off x="5441696" y="1574958"/>
            <a:ext cx="1448435" cy="320601"/>
          </a:xfrm>
          <a:prstGeom prst="rect">
            <a:avLst/>
          </a:prstGeom>
        </p:spPr>
        <p:txBody>
          <a:bodyPr vert="horz" wrap="square" lIns="0" tIns="12700" rIns="0" bIns="0" rtlCol="0">
            <a:spAutoFit/>
          </a:bodyPr>
          <a:lstStyle/>
          <a:p>
            <a:pPr marL="12700">
              <a:lnSpc>
                <a:spcPct val="100000"/>
              </a:lnSpc>
              <a:spcBef>
                <a:spcPts val="100"/>
              </a:spcBef>
            </a:pPr>
            <a:r>
              <a:rPr spc="-10" dirty="0">
                <a:solidFill>
                  <a:srgbClr val="1E2A78"/>
                </a:solidFill>
                <a:latin typeface="+mn-lt"/>
                <a:cs typeface="Times New Roman"/>
              </a:rPr>
              <a:t>Declaration</a:t>
            </a:r>
            <a:endParaRPr>
              <a:solidFill>
                <a:srgbClr val="1E2A78"/>
              </a:solidFill>
              <a:latin typeface="+mn-lt"/>
              <a:cs typeface="Times New Roman"/>
            </a:endParaRPr>
          </a:p>
        </p:txBody>
      </p:sp>
      <p:sp>
        <p:nvSpPr>
          <p:cNvPr id="15" name="TextBox 14">
            <a:extLst>
              <a:ext uri="{FF2B5EF4-FFF2-40B4-BE49-F238E27FC236}">
                <a16:creationId xmlns:a16="http://schemas.microsoft.com/office/drawing/2014/main" id="{F4E744AE-BEA1-CFCE-AA65-234AA40A3A33}"/>
              </a:ext>
            </a:extLst>
          </p:cNvPr>
          <p:cNvSpPr txBox="1"/>
          <p:nvPr/>
        </p:nvSpPr>
        <p:spPr bwMode="ltGray">
          <a:xfrm>
            <a:off x="172944" y="2596506"/>
            <a:ext cx="5198914" cy="400110"/>
          </a:xfrm>
          <a:prstGeom prst="rect">
            <a:avLst/>
          </a:prstGeom>
          <a:noFill/>
          <a:ln w="6350">
            <a:noFill/>
            <a:miter lim="800000"/>
            <a:headEnd/>
            <a:tailEnd/>
          </a:ln>
        </p:spPr>
        <p:txBody>
          <a:bodyPr wrap="square">
            <a:spAutoFit/>
          </a:bodyPr>
          <a:lstStyle/>
          <a:p>
            <a:pPr marL="2799080" algn="ctr">
              <a:lnSpc>
                <a:spcPct val="100000"/>
              </a:lnSpc>
              <a:spcBef>
                <a:spcPts val="434"/>
              </a:spcBef>
            </a:pPr>
            <a:r>
              <a:rPr lang="en-US" sz="2000" dirty="0">
                <a:solidFill>
                  <a:schemeClr val="bg1"/>
                </a:solidFill>
                <a:latin typeface="Constantia"/>
                <a:cs typeface="Constantia"/>
              </a:rPr>
              <a:t>TH</a:t>
            </a:r>
            <a:r>
              <a:rPr lang="en-US" sz="2000" spc="-75" dirty="0">
                <a:solidFill>
                  <a:schemeClr val="bg1"/>
                </a:solidFill>
                <a:latin typeface="Constantia"/>
                <a:cs typeface="Constantia"/>
              </a:rPr>
              <a:t> </a:t>
            </a:r>
            <a:r>
              <a:rPr lang="en-US" sz="2000" spc="-10" dirty="0">
                <a:solidFill>
                  <a:schemeClr val="bg1"/>
                </a:solidFill>
                <a:latin typeface="Constantia"/>
                <a:cs typeface="Constantia"/>
              </a:rPr>
              <a:t>{color:</a:t>
            </a:r>
            <a:r>
              <a:rPr lang="en-US" sz="2000" spc="-75" dirty="0">
                <a:solidFill>
                  <a:schemeClr val="bg1"/>
                </a:solidFill>
                <a:latin typeface="Constantia"/>
                <a:cs typeface="Constantia"/>
              </a:rPr>
              <a:t> </a:t>
            </a:r>
            <a:r>
              <a:rPr lang="en-US" sz="2000" spc="-10" dirty="0">
                <a:solidFill>
                  <a:schemeClr val="bg1"/>
                </a:solidFill>
                <a:latin typeface="Constantia"/>
                <a:cs typeface="Constantia"/>
              </a:rPr>
              <a:t>red;}.</a:t>
            </a:r>
            <a:endParaRPr lang="en-US" sz="2000" dirty="0">
              <a:solidFill>
                <a:schemeClr val="bg1"/>
              </a:solidFill>
              <a:latin typeface="Constantia"/>
              <a:cs typeface="Constantia"/>
            </a:endParaRPr>
          </a:p>
        </p:txBody>
      </p:sp>
      <p:grpSp>
        <p:nvGrpSpPr>
          <p:cNvPr id="16" name="object 11">
            <a:extLst>
              <a:ext uri="{FF2B5EF4-FFF2-40B4-BE49-F238E27FC236}">
                <a16:creationId xmlns:a16="http://schemas.microsoft.com/office/drawing/2014/main" id="{4D9CB130-5073-D92A-249C-4D5692DB07C3}"/>
              </a:ext>
            </a:extLst>
          </p:cNvPr>
          <p:cNvGrpSpPr/>
          <p:nvPr/>
        </p:nvGrpSpPr>
        <p:grpSpPr>
          <a:xfrm>
            <a:off x="2515191" y="5358379"/>
            <a:ext cx="1979930" cy="825500"/>
            <a:chOff x="2660650" y="4413250"/>
            <a:chExt cx="1979930" cy="825500"/>
          </a:xfrm>
          <a:solidFill>
            <a:schemeClr val="bg1">
              <a:lumMod val="95000"/>
            </a:schemeClr>
          </a:solidFill>
        </p:grpSpPr>
        <p:sp>
          <p:nvSpPr>
            <p:cNvPr id="17" name="object 12">
              <a:extLst>
                <a:ext uri="{FF2B5EF4-FFF2-40B4-BE49-F238E27FC236}">
                  <a16:creationId xmlns:a16="http://schemas.microsoft.com/office/drawing/2014/main" id="{A62778D6-D7C7-7A14-80CA-AB8682FAB6DF}"/>
                </a:ext>
              </a:extLst>
            </p:cNvPr>
            <p:cNvSpPr/>
            <p:nvPr/>
          </p:nvSpPr>
          <p:spPr>
            <a:xfrm>
              <a:off x="2667000" y="4419600"/>
              <a:ext cx="1967230" cy="812800"/>
            </a:xfrm>
            <a:custGeom>
              <a:avLst/>
              <a:gdLst/>
              <a:ahLst/>
              <a:cxnLst/>
              <a:rect l="l" t="t" r="r" b="b"/>
              <a:pathLst>
                <a:path w="1967229" h="812800">
                  <a:moveTo>
                    <a:pt x="1397000" y="457200"/>
                  </a:moveTo>
                  <a:lnTo>
                    <a:pt x="977900" y="457200"/>
                  </a:lnTo>
                  <a:lnTo>
                    <a:pt x="1966849" y="812800"/>
                  </a:lnTo>
                  <a:lnTo>
                    <a:pt x="1397000" y="457200"/>
                  </a:lnTo>
                  <a:close/>
                </a:path>
                <a:path w="1967229" h="812800">
                  <a:moveTo>
                    <a:pt x="1600200" y="0"/>
                  </a:moveTo>
                  <a:lnTo>
                    <a:pt x="76200" y="0"/>
                  </a:lnTo>
                  <a:lnTo>
                    <a:pt x="46559" y="5994"/>
                  </a:lnTo>
                  <a:lnTo>
                    <a:pt x="22336" y="22336"/>
                  </a:lnTo>
                  <a:lnTo>
                    <a:pt x="5994" y="46559"/>
                  </a:lnTo>
                  <a:lnTo>
                    <a:pt x="0" y="76200"/>
                  </a:lnTo>
                  <a:lnTo>
                    <a:pt x="0" y="381000"/>
                  </a:lnTo>
                  <a:lnTo>
                    <a:pt x="5994" y="410640"/>
                  </a:lnTo>
                  <a:lnTo>
                    <a:pt x="22336" y="434863"/>
                  </a:lnTo>
                  <a:lnTo>
                    <a:pt x="46559" y="451205"/>
                  </a:lnTo>
                  <a:lnTo>
                    <a:pt x="76200" y="457200"/>
                  </a:lnTo>
                  <a:lnTo>
                    <a:pt x="1600200" y="457200"/>
                  </a:lnTo>
                  <a:lnTo>
                    <a:pt x="1629840" y="451205"/>
                  </a:lnTo>
                  <a:lnTo>
                    <a:pt x="1654063" y="434863"/>
                  </a:lnTo>
                  <a:lnTo>
                    <a:pt x="1670405" y="410640"/>
                  </a:lnTo>
                  <a:lnTo>
                    <a:pt x="1676400" y="381000"/>
                  </a:lnTo>
                  <a:lnTo>
                    <a:pt x="1676400" y="76200"/>
                  </a:lnTo>
                  <a:lnTo>
                    <a:pt x="1670405" y="46559"/>
                  </a:lnTo>
                  <a:lnTo>
                    <a:pt x="1654063" y="22336"/>
                  </a:lnTo>
                  <a:lnTo>
                    <a:pt x="1629840" y="5994"/>
                  </a:lnTo>
                  <a:lnTo>
                    <a:pt x="1600200" y="0"/>
                  </a:lnTo>
                  <a:close/>
                </a:path>
              </a:pathLst>
            </a:custGeom>
            <a:grpFill/>
          </p:spPr>
          <p:txBody>
            <a:bodyPr wrap="square" lIns="0" tIns="0" rIns="0" bIns="0" rtlCol="0"/>
            <a:lstStyle/>
            <a:p>
              <a:endParaRPr/>
            </a:p>
          </p:txBody>
        </p:sp>
        <p:sp>
          <p:nvSpPr>
            <p:cNvPr id="18" name="object 13">
              <a:extLst>
                <a:ext uri="{FF2B5EF4-FFF2-40B4-BE49-F238E27FC236}">
                  <a16:creationId xmlns:a16="http://schemas.microsoft.com/office/drawing/2014/main" id="{E91D4859-EE2A-40C4-BC74-761079B808C6}"/>
                </a:ext>
              </a:extLst>
            </p:cNvPr>
            <p:cNvSpPr/>
            <p:nvPr/>
          </p:nvSpPr>
          <p:spPr>
            <a:xfrm>
              <a:off x="2667000" y="4419600"/>
              <a:ext cx="1967230" cy="812800"/>
            </a:xfrm>
            <a:custGeom>
              <a:avLst/>
              <a:gdLst/>
              <a:ahLst/>
              <a:cxnLst/>
              <a:rect l="l" t="t" r="r" b="b"/>
              <a:pathLst>
                <a:path w="1967229" h="812800">
                  <a:moveTo>
                    <a:pt x="0" y="76200"/>
                  </a:moveTo>
                  <a:lnTo>
                    <a:pt x="5994" y="46559"/>
                  </a:lnTo>
                  <a:lnTo>
                    <a:pt x="22336" y="22336"/>
                  </a:lnTo>
                  <a:lnTo>
                    <a:pt x="46559" y="5994"/>
                  </a:lnTo>
                  <a:lnTo>
                    <a:pt x="76200" y="0"/>
                  </a:lnTo>
                  <a:lnTo>
                    <a:pt x="977900" y="0"/>
                  </a:lnTo>
                  <a:lnTo>
                    <a:pt x="1397000" y="0"/>
                  </a:lnTo>
                  <a:lnTo>
                    <a:pt x="1600200" y="0"/>
                  </a:lnTo>
                  <a:lnTo>
                    <a:pt x="1629840" y="5994"/>
                  </a:lnTo>
                  <a:lnTo>
                    <a:pt x="1654063" y="22336"/>
                  </a:lnTo>
                  <a:lnTo>
                    <a:pt x="1670405" y="46559"/>
                  </a:lnTo>
                  <a:lnTo>
                    <a:pt x="1676400" y="76200"/>
                  </a:lnTo>
                  <a:lnTo>
                    <a:pt x="1676400" y="266700"/>
                  </a:lnTo>
                  <a:lnTo>
                    <a:pt x="1676400" y="381000"/>
                  </a:lnTo>
                  <a:lnTo>
                    <a:pt x="1670405" y="410640"/>
                  </a:lnTo>
                  <a:lnTo>
                    <a:pt x="1654063" y="434863"/>
                  </a:lnTo>
                  <a:lnTo>
                    <a:pt x="1629840" y="451205"/>
                  </a:lnTo>
                  <a:lnTo>
                    <a:pt x="1600200" y="457200"/>
                  </a:lnTo>
                  <a:lnTo>
                    <a:pt x="1397000" y="457200"/>
                  </a:lnTo>
                  <a:lnTo>
                    <a:pt x="1966849" y="812800"/>
                  </a:lnTo>
                  <a:lnTo>
                    <a:pt x="977900" y="457200"/>
                  </a:lnTo>
                  <a:lnTo>
                    <a:pt x="76200" y="457200"/>
                  </a:lnTo>
                  <a:lnTo>
                    <a:pt x="46559" y="451205"/>
                  </a:lnTo>
                  <a:lnTo>
                    <a:pt x="22336" y="434863"/>
                  </a:lnTo>
                  <a:lnTo>
                    <a:pt x="5994" y="410640"/>
                  </a:lnTo>
                  <a:lnTo>
                    <a:pt x="0" y="381000"/>
                  </a:lnTo>
                  <a:lnTo>
                    <a:pt x="0" y="266700"/>
                  </a:lnTo>
                  <a:lnTo>
                    <a:pt x="0" y="76200"/>
                  </a:lnTo>
                  <a:close/>
                </a:path>
              </a:pathLst>
            </a:custGeom>
            <a:grpFill/>
            <a:ln w="12700">
              <a:solidFill>
                <a:srgbClr val="000000"/>
              </a:solidFill>
            </a:ln>
          </p:spPr>
          <p:txBody>
            <a:bodyPr wrap="square" lIns="0" tIns="0" rIns="0" bIns="0" rtlCol="0"/>
            <a:lstStyle/>
            <a:p>
              <a:endParaRPr/>
            </a:p>
          </p:txBody>
        </p:sp>
      </p:grpSp>
      <p:sp>
        <p:nvSpPr>
          <p:cNvPr id="19" name="object 14">
            <a:extLst>
              <a:ext uri="{FF2B5EF4-FFF2-40B4-BE49-F238E27FC236}">
                <a16:creationId xmlns:a16="http://schemas.microsoft.com/office/drawing/2014/main" id="{756171AD-4467-442C-2A6D-A6889664FFDE}"/>
              </a:ext>
            </a:extLst>
          </p:cNvPr>
          <p:cNvSpPr txBox="1"/>
          <p:nvPr/>
        </p:nvSpPr>
        <p:spPr>
          <a:xfrm>
            <a:off x="2821895" y="5280523"/>
            <a:ext cx="3265140" cy="1393330"/>
          </a:xfrm>
          <a:prstGeom prst="rect">
            <a:avLst/>
          </a:prstGeom>
        </p:spPr>
        <p:txBody>
          <a:bodyPr vert="horz" wrap="square" lIns="0" tIns="142875" rIns="0" bIns="0" rtlCol="0">
            <a:spAutoFit/>
          </a:bodyPr>
          <a:lstStyle/>
          <a:p>
            <a:pPr marL="12700">
              <a:lnSpc>
                <a:spcPct val="100000"/>
              </a:lnSpc>
              <a:spcBef>
                <a:spcPts val="1125"/>
              </a:spcBef>
            </a:pPr>
            <a:r>
              <a:rPr spc="-10" dirty="0">
                <a:solidFill>
                  <a:srgbClr val="16184E"/>
                </a:solidFill>
                <a:latin typeface="+mn-lt"/>
                <a:cs typeface="Times New Roman"/>
              </a:rPr>
              <a:t>Property</a:t>
            </a:r>
            <a:endParaRPr lang="en-US" spc="-10" dirty="0">
              <a:solidFill>
                <a:srgbClr val="16184E"/>
              </a:solidFill>
              <a:latin typeface="+mn-lt"/>
              <a:cs typeface="Times New Roman"/>
            </a:endParaRPr>
          </a:p>
          <a:p>
            <a:pPr marL="12700">
              <a:lnSpc>
                <a:spcPct val="100000"/>
              </a:lnSpc>
              <a:spcBef>
                <a:spcPts val="1125"/>
              </a:spcBef>
            </a:pPr>
            <a:endParaRPr sz="2400" dirty="0">
              <a:solidFill>
                <a:schemeClr val="bg1"/>
              </a:solidFill>
              <a:latin typeface="+mn-lt"/>
              <a:cs typeface="Times New Roman"/>
            </a:endParaRPr>
          </a:p>
          <a:p>
            <a:pPr marL="103505">
              <a:lnSpc>
                <a:spcPct val="100000"/>
              </a:lnSpc>
              <a:spcBef>
                <a:spcPts val="0"/>
              </a:spcBef>
            </a:pPr>
            <a:r>
              <a:rPr lang="en-US" sz="2800" dirty="0">
                <a:solidFill>
                  <a:schemeClr val="bg1"/>
                </a:solidFill>
                <a:latin typeface="+mn-lt"/>
                <a:cs typeface="Constantia"/>
              </a:rPr>
              <a:t>              </a:t>
            </a:r>
            <a:r>
              <a:rPr dirty="0">
                <a:solidFill>
                  <a:schemeClr val="bg1"/>
                </a:solidFill>
                <a:latin typeface="Constantia"/>
              </a:rPr>
              <a:t>P {color: red;}</a:t>
            </a:r>
          </a:p>
        </p:txBody>
      </p:sp>
      <p:grpSp>
        <p:nvGrpSpPr>
          <p:cNvPr id="20" name="object 15">
            <a:extLst>
              <a:ext uri="{FF2B5EF4-FFF2-40B4-BE49-F238E27FC236}">
                <a16:creationId xmlns:a16="http://schemas.microsoft.com/office/drawing/2014/main" id="{114792C4-9313-3EB5-0277-8E761BFCBDCE}"/>
              </a:ext>
            </a:extLst>
          </p:cNvPr>
          <p:cNvGrpSpPr/>
          <p:nvPr/>
        </p:nvGrpSpPr>
        <p:grpSpPr>
          <a:xfrm>
            <a:off x="5410791" y="5434579"/>
            <a:ext cx="1384300" cy="744855"/>
            <a:chOff x="5556250" y="4489450"/>
            <a:chExt cx="1384300" cy="744855"/>
          </a:xfrm>
          <a:solidFill>
            <a:schemeClr val="bg1">
              <a:lumMod val="95000"/>
            </a:schemeClr>
          </a:solidFill>
        </p:grpSpPr>
        <p:sp>
          <p:nvSpPr>
            <p:cNvPr id="21" name="object 16">
              <a:extLst>
                <a:ext uri="{FF2B5EF4-FFF2-40B4-BE49-F238E27FC236}">
                  <a16:creationId xmlns:a16="http://schemas.microsoft.com/office/drawing/2014/main" id="{98D698D7-1635-B3D5-9D71-D7652DFB0FAC}"/>
                </a:ext>
              </a:extLst>
            </p:cNvPr>
            <p:cNvSpPr/>
            <p:nvPr/>
          </p:nvSpPr>
          <p:spPr>
            <a:xfrm>
              <a:off x="5562600" y="4495800"/>
              <a:ext cx="1371600" cy="732155"/>
            </a:xfrm>
            <a:custGeom>
              <a:avLst/>
              <a:gdLst/>
              <a:ahLst/>
              <a:cxnLst/>
              <a:rect l="l" t="t" r="r" b="b"/>
              <a:pathLst>
                <a:path w="1371600" h="732154">
                  <a:moveTo>
                    <a:pt x="571500" y="457200"/>
                  </a:moveTo>
                  <a:lnTo>
                    <a:pt x="228600" y="457200"/>
                  </a:lnTo>
                  <a:lnTo>
                    <a:pt x="57150" y="731774"/>
                  </a:lnTo>
                  <a:lnTo>
                    <a:pt x="571500" y="457200"/>
                  </a:lnTo>
                  <a:close/>
                </a:path>
                <a:path w="1371600" h="732154">
                  <a:moveTo>
                    <a:pt x="1295400" y="0"/>
                  </a:moveTo>
                  <a:lnTo>
                    <a:pt x="76200" y="0"/>
                  </a:lnTo>
                  <a:lnTo>
                    <a:pt x="46559" y="5994"/>
                  </a:lnTo>
                  <a:lnTo>
                    <a:pt x="22336" y="22336"/>
                  </a:lnTo>
                  <a:lnTo>
                    <a:pt x="5994" y="46559"/>
                  </a:lnTo>
                  <a:lnTo>
                    <a:pt x="0" y="76200"/>
                  </a:lnTo>
                  <a:lnTo>
                    <a:pt x="0" y="381000"/>
                  </a:lnTo>
                  <a:lnTo>
                    <a:pt x="5994" y="410640"/>
                  </a:lnTo>
                  <a:lnTo>
                    <a:pt x="22336" y="434863"/>
                  </a:lnTo>
                  <a:lnTo>
                    <a:pt x="46559" y="451205"/>
                  </a:lnTo>
                  <a:lnTo>
                    <a:pt x="76200" y="457200"/>
                  </a:lnTo>
                  <a:lnTo>
                    <a:pt x="1295400" y="457200"/>
                  </a:lnTo>
                  <a:lnTo>
                    <a:pt x="1325040" y="451205"/>
                  </a:lnTo>
                  <a:lnTo>
                    <a:pt x="1349263" y="434863"/>
                  </a:lnTo>
                  <a:lnTo>
                    <a:pt x="1365605" y="410640"/>
                  </a:lnTo>
                  <a:lnTo>
                    <a:pt x="1371600" y="381000"/>
                  </a:lnTo>
                  <a:lnTo>
                    <a:pt x="1371600" y="76200"/>
                  </a:lnTo>
                  <a:lnTo>
                    <a:pt x="1365605" y="46559"/>
                  </a:lnTo>
                  <a:lnTo>
                    <a:pt x="1349263" y="22336"/>
                  </a:lnTo>
                  <a:lnTo>
                    <a:pt x="1325040" y="5994"/>
                  </a:lnTo>
                  <a:lnTo>
                    <a:pt x="1295400" y="0"/>
                  </a:lnTo>
                  <a:close/>
                </a:path>
              </a:pathLst>
            </a:custGeom>
            <a:grpFill/>
          </p:spPr>
          <p:txBody>
            <a:bodyPr wrap="square" lIns="0" tIns="0" rIns="0" bIns="0" rtlCol="0"/>
            <a:lstStyle/>
            <a:p>
              <a:endParaRPr/>
            </a:p>
          </p:txBody>
        </p:sp>
        <p:sp>
          <p:nvSpPr>
            <p:cNvPr id="22" name="object 17">
              <a:extLst>
                <a:ext uri="{FF2B5EF4-FFF2-40B4-BE49-F238E27FC236}">
                  <a16:creationId xmlns:a16="http://schemas.microsoft.com/office/drawing/2014/main" id="{F095E04E-249A-C837-205F-A171602C4163}"/>
                </a:ext>
              </a:extLst>
            </p:cNvPr>
            <p:cNvSpPr/>
            <p:nvPr/>
          </p:nvSpPr>
          <p:spPr>
            <a:xfrm>
              <a:off x="5562600" y="4495800"/>
              <a:ext cx="1371600" cy="732155"/>
            </a:xfrm>
            <a:custGeom>
              <a:avLst/>
              <a:gdLst/>
              <a:ahLst/>
              <a:cxnLst/>
              <a:rect l="l" t="t" r="r" b="b"/>
              <a:pathLst>
                <a:path w="1371600" h="732154">
                  <a:moveTo>
                    <a:pt x="0" y="76200"/>
                  </a:moveTo>
                  <a:lnTo>
                    <a:pt x="5994" y="46559"/>
                  </a:lnTo>
                  <a:lnTo>
                    <a:pt x="22336" y="22336"/>
                  </a:lnTo>
                  <a:lnTo>
                    <a:pt x="46559" y="5994"/>
                  </a:lnTo>
                  <a:lnTo>
                    <a:pt x="76200" y="0"/>
                  </a:lnTo>
                  <a:lnTo>
                    <a:pt x="228600" y="0"/>
                  </a:lnTo>
                  <a:lnTo>
                    <a:pt x="571500" y="0"/>
                  </a:lnTo>
                  <a:lnTo>
                    <a:pt x="1295400" y="0"/>
                  </a:lnTo>
                  <a:lnTo>
                    <a:pt x="1325040" y="5994"/>
                  </a:lnTo>
                  <a:lnTo>
                    <a:pt x="1349263" y="22336"/>
                  </a:lnTo>
                  <a:lnTo>
                    <a:pt x="1365605" y="46559"/>
                  </a:lnTo>
                  <a:lnTo>
                    <a:pt x="1371600" y="76200"/>
                  </a:lnTo>
                  <a:lnTo>
                    <a:pt x="1371600" y="266700"/>
                  </a:lnTo>
                  <a:lnTo>
                    <a:pt x="1371600" y="381000"/>
                  </a:lnTo>
                  <a:lnTo>
                    <a:pt x="1365605" y="410640"/>
                  </a:lnTo>
                  <a:lnTo>
                    <a:pt x="1349263" y="434863"/>
                  </a:lnTo>
                  <a:lnTo>
                    <a:pt x="1325040" y="451205"/>
                  </a:lnTo>
                  <a:lnTo>
                    <a:pt x="1295400" y="457200"/>
                  </a:lnTo>
                  <a:lnTo>
                    <a:pt x="571500" y="457200"/>
                  </a:lnTo>
                  <a:lnTo>
                    <a:pt x="57150" y="731774"/>
                  </a:lnTo>
                  <a:lnTo>
                    <a:pt x="228600" y="457200"/>
                  </a:lnTo>
                  <a:lnTo>
                    <a:pt x="76200" y="457200"/>
                  </a:lnTo>
                  <a:lnTo>
                    <a:pt x="46559" y="451205"/>
                  </a:lnTo>
                  <a:lnTo>
                    <a:pt x="22336" y="434863"/>
                  </a:lnTo>
                  <a:lnTo>
                    <a:pt x="5994" y="410640"/>
                  </a:lnTo>
                  <a:lnTo>
                    <a:pt x="0" y="381000"/>
                  </a:lnTo>
                  <a:lnTo>
                    <a:pt x="0" y="266700"/>
                  </a:lnTo>
                  <a:lnTo>
                    <a:pt x="0" y="76200"/>
                  </a:lnTo>
                  <a:close/>
                </a:path>
              </a:pathLst>
            </a:custGeom>
            <a:grpFill/>
            <a:ln w="12700">
              <a:solidFill>
                <a:srgbClr val="000000"/>
              </a:solidFill>
            </a:ln>
          </p:spPr>
          <p:txBody>
            <a:bodyPr wrap="square" lIns="0" tIns="0" rIns="0" bIns="0" rtlCol="0"/>
            <a:lstStyle/>
            <a:p>
              <a:endParaRPr/>
            </a:p>
          </p:txBody>
        </p:sp>
      </p:grpSp>
      <p:sp>
        <p:nvSpPr>
          <p:cNvPr id="23" name="object 18">
            <a:extLst>
              <a:ext uri="{FF2B5EF4-FFF2-40B4-BE49-F238E27FC236}">
                <a16:creationId xmlns:a16="http://schemas.microsoft.com/office/drawing/2014/main" id="{029AFAE5-A85F-A999-64A3-B20CB1D25651}"/>
              </a:ext>
            </a:extLst>
          </p:cNvPr>
          <p:cNvSpPr txBox="1"/>
          <p:nvPr/>
        </p:nvSpPr>
        <p:spPr>
          <a:xfrm>
            <a:off x="5744038" y="5486775"/>
            <a:ext cx="720725" cy="320601"/>
          </a:xfrm>
          <a:prstGeom prst="rect">
            <a:avLst/>
          </a:prstGeom>
        </p:spPr>
        <p:txBody>
          <a:bodyPr vert="horz" wrap="square" lIns="0" tIns="12700" rIns="0" bIns="0" rtlCol="0">
            <a:spAutoFit/>
          </a:bodyPr>
          <a:lstStyle/>
          <a:p>
            <a:pPr marL="12700">
              <a:lnSpc>
                <a:spcPct val="100000"/>
              </a:lnSpc>
              <a:spcBef>
                <a:spcPts val="100"/>
              </a:spcBef>
            </a:pPr>
            <a:r>
              <a:rPr spc="-40" dirty="0">
                <a:solidFill>
                  <a:srgbClr val="16184E"/>
                </a:solidFill>
                <a:latin typeface="+mn-lt"/>
                <a:cs typeface="Times New Roman"/>
              </a:rPr>
              <a:t>Value</a:t>
            </a:r>
            <a:endParaRPr dirty="0">
              <a:solidFill>
                <a:srgbClr val="16184E"/>
              </a:solidFill>
              <a:latin typeface="+mn-lt"/>
              <a:cs typeface="Times New Roman"/>
            </a:endParaRPr>
          </a:p>
        </p:txBody>
      </p:sp>
    </p:spTree>
    <p:extLst>
      <p:ext uri="{BB962C8B-B14F-4D97-AF65-F5344CB8AC3E}">
        <p14:creationId xmlns:p14="http://schemas.microsoft.com/office/powerpoint/2010/main" val="1485019250"/>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60363" y="1079500"/>
            <a:ext cx="9360262" cy="5761038"/>
          </a:xfrm>
        </p:spPr>
        <p:txBody>
          <a:bodyPr/>
          <a:lstStyle/>
          <a:p>
            <a:pPr marL="383090" marR="82550" lvl="2">
              <a:lnSpc>
                <a:spcPct val="150000"/>
              </a:lnSpc>
              <a:spcBef>
                <a:spcPts val="660"/>
              </a:spcBef>
            </a:pPr>
            <a:r>
              <a:rPr lang="en-US" dirty="0">
                <a:cs typeface="Constantia"/>
              </a:rPr>
              <a:t>CSS declarations always ends with a semicolon, and declaration groups are surrounded by curly brackets:</a:t>
            </a:r>
          </a:p>
          <a:p>
            <a:pPr marL="383090" marR="82550" lvl="2">
              <a:lnSpc>
                <a:spcPct val="150000"/>
              </a:lnSpc>
              <a:spcBef>
                <a:spcPts val="660"/>
              </a:spcBef>
            </a:pPr>
            <a:r>
              <a:rPr lang="en-US" dirty="0">
                <a:cs typeface="Constantia"/>
              </a:rPr>
              <a:t>p {</a:t>
            </a:r>
            <a:r>
              <a:rPr lang="en-US" dirty="0" err="1">
                <a:cs typeface="Constantia"/>
              </a:rPr>
              <a:t>color:red;text-align:center</a:t>
            </a:r>
            <a:r>
              <a:rPr lang="en-US" dirty="0">
                <a:cs typeface="Constantia"/>
              </a:rPr>
              <a:t>;}To make the CSS more readable, you can put one declaration on each line, like this:</a:t>
            </a:r>
          </a:p>
          <a:p>
            <a:pPr marL="383090" marR="82550" lvl="2">
              <a:lnSpc>
                <a:spcPct val="150000"/>
              </a:lnSpc>
              <a:spcBef>
                <a:spcPts val="660"/>
              </a:spcBef>
            </a:pPr>
            <a:r>
              <a:rPr lang="en-US" dirty="0">
                <a:cs typeface="Constantia"/>
              </a:rPr>
              <a:t>Example</a:t>
            </a:r>
          </a:p>
          <a:p>
            <a:pPr marL="330176" marR="82550" lvl="3" indent="0">
              <a:spcBef>
                <a:spcPts val="660"/>
              </a:spcBef>
              <a:buNone/>
            </a:pPr>
            <a:r>
              <a:rPr lang="en-US" dirty="0">
                <a:cs typeface="Constantia"/>
              </a:rPr>
              <a:t>p</a:t>
            </a:r>
          </a:p>
          <a:p>
            <a:pPr marL="330176" marR="82550" lvl="3" indent="0">
              <a:spcBef>
                <a:spcPts val="660"/>
              </a:spcBef>
              <a:buNone/>
            </a:pPr>
            <a:r>
              <a:rPr lang="en-US" dirty="0">
                <a:cs typeface="Constantia"/>
              </a:rPr>
              <a:t>{</a:t>
            </a:r>
          </a:p>
          <a:p>
            <a:pPr marL="330176" marR="82550" lvl="3" indent="0">
              <a:spcBef>
                <a:spcPts val="660"/>
              </a:spcBef>
              <a:buNone/>
            </a:pPr>
            <a:r>
              <a:rPr lang="en-US" dirty="0" err="1">
                <a:cs typeface="Constantia"/>
              </a:rPr>
              <a:t>color:red</a:t>
            </a:r>
            <a:r>
              <a:rPr lang="en-US" dirty="0">
                <a:cs typeface="Constantia"/>
              </a:rPr>
              <a:t>;</a:t>
            </a:r>
          </a:p>
          <a:p>
            <a:pPr marL="330176" marR="82550" lvl="3" indent="0">
              <a:spcBef>
                <a:spcPts val="660"/>
              </a:spcBef>
              <a:buNone/>
            </a:pPr>
            <a:r>
              <a:rPr lang="en-US" dirty="0" err="1">
                <a:cs typeface="Constantia"/>
              </a:rPr>
              <a:t>text-align:center</a:t>
            </a:r>
            <a:r>
              <a:rPr lang="en-US" dirty="0">
                <a:cs typeface="Constantia"/>
              </a:rPr>
              <a:t>;</a:t>
            </a:r>
          </a:p>
          <a:p>
            <a:pPr marL="330176" marR="82550" lvl="3" indent="0">
              <a:spcBef>
                <a:spcPts val="660"/>
              </a:spcBef>
              <a:buNone/>
            </a:pPr>
            <a:r>
              <a:rPr lang="en-US" dirty="0">
                <a:cs typeface="Constantia"/>
              </a:rPr>
              <a:t>}</a:t>
            </a:r>
          </a:p>
          <a:p>
            <a:pPr marL="383090" marR="82550" lvl="2">
              <a:lnSpc>
                <a:spcPct val="150000"/>
              </a:lnSpc>
              <a:spcBef>
                <a:spcPts val="660"/>
              </a:spcBef>
            </a:pPr>
            <a:r>
              <a:rPr lang="en-US" dirty="0">
                <a:cs typeface="Constantia"/>
              </a:rPr>
              <a:t>CSS Comments</a:t>
            </a:r>
          </a:p>
          <a:p>
            <a:pPr marL="330176" marR="82550" lvl="3" indent="0">
              <a:spcBef>
                <a:spcPts val="660"/>
              </a:spcBef>
              <a:buNone/>
            </a:pPr>
            <a:r>
              <a:rPr lang="en-US" dirty="0">
                <a:cs typeface="Constantia"/>
              </a:rPr>
              <a:t>A CSS comment begins with "/*", and ends with "*/", like this:</a:t>
            </a:r>
          </a:p>
          <a:p>
            <a:pPr marL="330176" marR="82550" lvl="3" indent="0">
              <a:spcBef>
                <a:spcPts val="660"/>
              </a:spcBef>
              <a:buNone/>
            </a:pPr>
            <a:r>
              <a:rPr lang="en-US" dirty="0">
                <a:cs typeface="Constantia"/>
              </a:rPr>
              <a:t>/*This is a comment*/ p</a:t>
            </a:r>
          </a:p>
          <a:p>
            <a:pPr marL="330176" marR="82550" lvl="3" indent="0">
              <a:spcBef>
                <a:spcPts val="660"/>
              </a:spcBef>
              <a:buNone/>
            </a:pPr>
            <a:r>
              <a:rPr lang="en-US" dirty="0">
                <a:cs typeface="Constantia"/>
              </a:rPr>
              <a:t>{</a:t>
            </a:r>
          </a:p>
          <a:p>
            <a:pPr marL="330176" marR="82550" lvl="3" indent="0">
              <a:spcBef>
                <a:spcPts val="660"/>
              </a:spcBef>
              <a:buNone/>
            </a:pPr>
            <a:r>
              <a:rPr lang="en-US" dirty="0" err="1">
                <a:cs typeface="Constantia"/>
              </a:rPr>
              <a:t>text-align:center</a:t>
            </a:r>
            <a:r>
              <a:rPr lang="en-US" dirty="0">
                <a:cs typeface="Constantia"/>
              </a:rPr>
              <a:t>;</a:t>
            </a:r>
          </a:p>
          <a:p>
            <a:pPr marL="330176" marR="82550" lvl="3" indent="0">
              <a:spcBef>
                <a:spcPts val="660"/>
              </a:spcBef>
              <a:buNone/>
            </a:pPr>
            <a:r>
              <a:rPr lang="en-US" dirty="0">
                <a:cs typeface="Constantia"/>
              </a:rPr>
              <a:t>/*This is another comment*/</a:t>
            </a:r>
          </a:p>
          <a:p>
            <a:pPr marL="330176" marR="82550" lvl="3" indent="0">
              <a:spcBef>
                <a:spcPts val="660"/>
              </a:spcBef>
              <a:buNone/>
            </a:pPr>
            <a:r>
              <a:rPr lang="en-US" dirty="0" err="1">
                <a:cs typeface="Constantia"/>
              </a:rPr>
              <a:t>color:black</a:t>
            </a:r>
            <a:r>
              <a:rPr lang="en-US" dirty="0">
                <a:cs typeface="Constantia"/>
              </a:rPr>
              <a:t>;</a:t>
            </a:r>
          </a:p>
          <a:p>
            <a:pPr marL="330176" marR="82550" lvl="3" indent="0">
              <a:spcBef>
                <a:spcPts val="660"/>
              </a:spcBef>
              <a:buNone/>
            </a:pPr>
            <a:r>
              <a:rPr lang="en-US" dirty="0" err="1">
                <a:cs typeface="Constantia"/>
              </a:rPr>
              <a:t>font-family:arial</a:t>
            </a:r>
            <a:r>
              <a:rPr lang="en-US" dirty="0">
                <a:cs typeface="Constantia"/>
              </a:rPr>
              <a:t>;</a:t>
            </a:r>
          </a:p>
          <a:p>
            <a:pPr marL="330176" marR="82550" lvl="3" indent="0">
              <a:spcBef>
                <a:spcPts val="660"/>
              </a:spcBef>
              <a:buNone/>
            </a:pPr>
            <a:r>
              <a:rPr lang="en-US" dirty="0">
                <a:cs typeface="Constantia"/>
              </a:rPr>
              <a:t>}</a:t>
            </a: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42</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3" name="Title 2">
            <a:extLst>
              <a:ext uri="{FF2B5EF4-FFF2-40B4-BE49-F238E27FC236}">
                <a16:creationId xmlns:a16="http://schemas.microsoft.com/office/drawing/2014/main" id="{E6A1980A-CCE3-D297-39EB-14C86842E2F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433897115"/>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D491D0B5-3B8C-74E3-6F69-0BA924855A2C}"/>
              </a:ext>
            </a:extLst>
          </p:cNvPr>
          <p:cNvSpPr>
            <a:spLocks noGrp="1"/>
          </p:cNvSpPr>
          <p:nvPr>
            <p:ph type="body" sz="quarter" idx="11"/>
          </p:nvPr>
        </p:nvSpPr>
        <p:spPr>
          <a:xfrm>
            <a:off x="947738" y="1961026"/>
            <a:ext cx="7559675" cy="1707966"/>
          </a:xfrm>
        </p:spPr>
        <p:txBody>
          <a:bodyPr/>
          <a:lstStyle/>
          <a:p>
            <a:pPr marL="12700">
              <a:lnSpc>
                <a:spcPct val="100000"/>
              </a:lnSpc>
              <a:spcBef>
                <a:spcPts val="100"/>
              </a:spcBef>
              <a:buClr>
                <a:srgbClr val="0AD0D9"/>
              </a:buClr>
              <a:buSzPct val="93750"/>
              <a:tabLst>
                <a:tab pos="284480" algn="l"/>
              </a:tabLst>
            </a:pPr>
            <a:r>
              <a:rPr lang="en-US" sz="4000" dirty="0">
                <a:uFill>
                  <a:solidFill>
                    <a:srgbClr val="000000"/>
                  </a:solidFill>
                </a:uFill>
                <a:latin typeface="+mj-lt"/>
                <a:cs typeface="Constantia"/>
              </a:rPr>
              <a:t>The</a:t>
            </a:r>
            <a:r>
              <a:rPr lang="en-US" sz="4000" spc="-114" dirty="0">
                <a:uFill>
                  <a:solidFill>
                    <a:srgbClr val="000000"/>
                  </a:solidFill>
                </a:uFill>
                <a:latin typeface="+mj-lt"/>
                <a:cs typeface="Constantia"/>
              </a:rPr>
              <a:t> </a:t>
            </a:r>
            <a:r>
              <a:rPr lang="en-US" sz="4000" dirty="0">
                <a:uFill>
                  <a:solidFill>
                    <a:srgbClr val="000000"/>
                  </a:solidFill>
                </a:uFill>
                <a:latin typeface="+mj-lt"/>
                <a:cs typeface="Constantia"/>
              </a:rPr>
              <a:t>ID</a:t>
            </a:r>
            <a:r>
              <a:rPr lang="en-US" sz="4000" spc="-95" dirty="0">
                <a:uFill>
                  <a:solidFill>
                    <a:srgbClr val="000000"/>
                  </a:solidFill>
                </a:uFill>
                <a:latin typeface="+mj-lt"/>
                <a:cs typeface="Constantia"/>
              </a:rPr>
              <a:t> </a:t>
            </a:r>
            <a:r>
              <a:rPr lang="en-US" sz="4000" dirty="0">
                <a:uFill>
                  <a:solidFill>
                    <a:srgbClr val="000000"/>
                  </a:solidFill>
                </a:uFill>
                <a:latin typeface="+mj-lt"/>
                <a:cs typeface="Constantia"/>
              </a:rPr>
              <a:t>And</a:t>
            </a:r>
            <a:r>
              <a:rPr lang="en-US" sz="4000" spc="-85" dirty="0">
                <a:uFill>
                  <a:solidFill>
                    <a:srgbClr val="000000"/>
                  </a:solidFill>
                </a:uFill>
                <a:latin typeface="+mj-lt"/>
                <a:cs typeface="Constantia"/>
              </a:rPr>
              <a:t> </a:t>
            </a:r>
            <a:r>
              <a:rPr lang="en-US" sz="4000" dirty="0">
                <a:uFill>
                  <a:solidFill>
                    <a:srgbClr val="000000"/>
                  </a:solidFill>
                </a:uFill>
                <a:latin typeface="+mj-lt"/>
                <a:cs typeface="Constantia"/>
              </a:rPr>
              <a:t>Class</a:t>
            </a:r>
            <a:r>
              <a:rPr lang="en-US" sz="4000" spc="-75" dirty="0">
                <a:uFill>
                  <a:solidFill>
                    <a:srgbClr val="000000"/>
                  </a:solidFill>
                </a:uFill>
                <a:latin typeface="+mj-lt"/>
                <a:cs typeface="Constantia"/>
              </a:rPr>
              <a:t> </a:t>
            </a:r>
            <a:r>
              <a:rPr lang="en-US" sz="4000" spc="-10" dirty="0">
                <a:uFill>
                  <a:solidFill>
                    <a:srgbClr val="000000"/>
                  </a:solidFill>
                </a:uFill>
                <a:latin typeface="+mj-lt"/>
                <a:cs typeface="Constantia"/>
              </a:rPr>
              <a:t>Selectors</a:t>
            </a:r>
            <a:endParaRPr lang="en-US" sz="4000" dirty="0">
              <a:latin typeface="+mj-lt"/>
              <a:cs typeface="Constantia"/>
            </a:endParaRPr>
          </a:p>
        </p:txBody>
      </p:sp>
      <p:sp>
        <p:nvSpPr>
          <p:cNvPr id="6" name="Textplatzhalter 5">
            <a:extLst>
              <a:ext uri="{FF2B5EF4-FFF2-40B4-BE49-F238E27FC236}">
                <a16:creationId xmlns:a16="http://schemas.microsoft.com/office/drawing/2014/main" id="{FD186113-C121-1E64-7082-36DAC777501A}"/>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7" name="Textplatzhalter 6">
            <a:extLst>
              <a:ext uri="{FF2B5EF4-FFF2-40B4-BE49-F238E27FC236}">
                <a16:creationId xmlns:a16="http://schemas.microsoft.com/office/drawing/2014/main" id="{298A0183-E99A-6EDA-E0ED-B818A71AFD89}"/>
              </a:ext>
            </a:extLst>
          </p:cNvPr>
          <p:cNvSpPr>
            <a:spLocks noGrp="1"/>
          </p:cNvSpPr>
          <p:nvPr>
            <p:ph type="body" sz="quarter" idx="10"/>
          </p:nvPr>
        </p:nvSpPr>
        <p:spPr>
          <a:xfrm>
            <a:off x="947739" y="3903030"/>
            <a:ext cx="7021886" cy="2212019"/>
          </a:xfrm>
        </p:spPr>
        <p:txBody>
          <a:bodyPr/>
          <a:lstStyle/>
          <a:p>
            <a:pPr marL="12065" marR="5080">
              <a:lnSpc>
                <a:spcPct val="150000"/>
              </a:lnSpc>
              <a:buClr>
                <a:srgbClr val="0AD0D9"/>
              </a:buClr>
              <a:buSzPct val="95000"/>
              <a:tabLst>
                <a:tab pos="285115" algn="l"/>
              </a:tabLst>
            </a:pPr>
            <a:r>
              <a:rPr lang="en-US" sz="2000" dirty="0">
                <a:latin typeface="+mn-lt"/>
                <a:cs typeface="Constantia"/>
              </a:rPr>
              <a:t>In</a:t>
            </a:r>
            <a:r>
              <a:rPr lang="en-US" sz="2000" spc="-125" dirty="0">
                <a:latin typeface="+mn-lt"/>
                <a:cs typeface="Constantia"/>
              </a:rPr>
              <a:t> </a:t>
            </a:r>
            <a:r>
              <a:rPr lang="en-US" sz="2000" dirty="0">
                <a:latin typeface="+mn-lt"/>
                <a:cs typeface="Constantia"/>
              </a:rPr>
              <a:t>addition</a:t>
            </a:r>
            <a:r>
              <a:rPr lang="en-US" sz="2000" spc="-125" dirty="0">
                <a:latin typeface="+mn-lt"/>
                <a:cs typeface="Constantia"/>
              </a:rPr>
              <a:t> </a:t>
            </a:r>
            <a:r>
              <a:rPr lang="en-US" sz="2000" spc="-10" dirty="0">
                <a:latin typeface="+mn-lt"/>
                <a:cs typeface="Constantia"/>
              </a:rPr>
              <a:t>to</a:t>
            </a:r>
            <a:r>
              <a:rPr lang="en-US" sz="2000" spc="-114" dirty="0">
                <a:latin typeface="+mn-lt"/>
                <a:cs typeface="Constantia"/>
              </a:rPr>
              <a:t> </a:t>
            </a:r>
            <a:r>
              <a:rPr lang="en-US" sz="2000" dirty="0">
                <a:latin typeface="+mn-lt"/>
                <a:cs typeface="Constantia"/>
              </a:rPr>
              <a:t>setting</a:t>
            </a:r>
            <a:r>
              <a:rPr lang="en-US" sz="2000" spc="-114" dirty="0">
                <a:latin typeface="+mn-lt"/>
                <a:cs typeface="Constantia"/>
              </a:rPr>
              <a:t> </a:t>
            </a:r>
            <a:r>
              <a:rPr lang="en-US" sz="2000" dirty="0">
                <a:latin typeface="+mn-lt"/>
                <a:cs typeface="Constantia"/>
              </a:rPr>
              <a:t>a</a:t>
            </a:r>
            <a:r>
              <a:rPr lang="en-US" sz="2000" spc="-114" dirty="0">
                <a:latin typeface="+mn-lt"/>
                <a:cs typeface="Constantia"/>
              </a:rPr>
              <a:t> </a:t>
            </a:r>
            <a:r>
              <a:rPr lang="en-US" sz="2000" dirty="0">
                <a:latin typeface="+mn-lt"/>
                <a:cs typeface="Constantia"/>
              </a:rPr>
              <a:t>style</a:t>
            </a:r>
            <a:r>
              <a:rPr lang="en-US" sz="2000" spc="-80" dirty="0">
                <a:latin typeface="+mn-lt"/>
                <a:cs typeface="Constantia"/>
              </a:rPr>
              <a:t> </a:t>
            </a:r>
            <a:r>
              <a:rPr lang="en-US" sz="2000" spc="-10" dirty="0">
                <a:latin typeface="+mn-lt"/>
                <a:cs typeface="Constantia"/>
              </a:rPr>
              <a:t>for</a:t>
            </a:r>
            <a:r>
              <a:rPr lang="en-US" sz="2000" spc="-135" dirty="0">
                <a:latin typeface="+mn-lt"/>
                <a:cs typeface="Constantia"/>
              </a:rPr>
              <a:t> </a:t>
            </a:r>
            <a:r>
              <a:rPr lang="en-US" sz="2000" dirty="0">
                <a:latin typeface="+mn-lt"/>
                <a:cs typeface="Constantia"/>
              </a:rPr>
              <a:t>a</a:t>
            </a:r>
            <a:r>
              <a:rPr lang="en-US" sz="2000" spc="-75" dirty="0">
                <a:latin typeface="+mn-lt"/>
                <a:cs typeface="Constantia"/>
              </a:rPr>
              <a:t> </a:t>
            </a:r>
            <a:r>
              <a:rPr lang="en-US" sz="2000" dirty="0">
                <a:latin typeface="+mn-lt"/>
                <a:cs typeface="Constantia"/>
              </a:rPr>
              <a:t>HTML</a:t>
            </a:r>
            <a:r>
              <a:rPr lang="en-US" sz="2000" spc="-85" dirty="0">
                <a:latin typeface="+mn-lt"/>
                <a:cs typeface="Constantia"/>
              </a:rPr>
              <a:t> </a:t>
            </a:r>
            <a:r>
              <a:rPr lang="en-US" sz="2000" dirty="0">
                <a:latin typeface="+mn-lt"/>
                <a:cs typeface="Constantia"/>
              </a:rPr>
              <a:t>element,</a:t>
            </a:r>
            <a:r>
              <a:rPr lang="en-US" sz="2000" spc="-25" dirty="0">
                <a:latin typeface="+mn-lt"/>
                <a:cs typeface="Constantia"/>
              </a:rPr>
              <a:t> </a:t>
            </a:r>
            <a:r>
              <a:rPr lang="en-US" sz="2000" dirty="0">
                <a:latin typeface="+mn-lt"/>
                <a:cs typeface="Constantia"/>
              </a:rPr>
              <a:t>CSS</a:t>
            </a:r>
            <a:r>
              <a:rPr lang="en-US" sz="2000" spc="-75" dirty="0">
                <a:latin typeface="+mn-lt"/>
                <a:cs typeface="Constantia"/>
              </a:rPr>
              <a:t> </a:t>
            </a:r>
            <a:r>
              <a:rPr lang="en-US" sz="2000" spc="-10" dirty="0">
                <a:latin typeface="+mn-lt"/>
                <a:cs typeface="Constantia"/>
              </a:rPr>
              <a:t>allows</a:t>
            </a:r>
            <a:r>
              <a:rPr lang="en-US" sz="2000" spc="-114" dirty="0">
                <a:latin typeface="+mn-lt"/>
                <a:cs typeface="Constantia"/>
              </a:rPr>
              <a:t> </a:t>
            </a:r>
            <a:r>
              <a:rPr lang="en-US" sz="2000" dirty="0">
                <a:latin typeface="+mn-lt"/>
                <a:cs typeface="Constantia"/>
              </a:rPr>
              <a:t>you</a:t>
            </a:r>
            <a:r>
              <a:rPr lang="en-US" sz="2000" spc="-70" dirty="0">
                <a:latin typeface="+mn-lt"/>
                <a:cs typeface="Constantia"/>
              </a:rPr>
              <a:t> </a:t>
            </a:r>
            <a:r>
              <a:rPr lang="en-US" sz="2000" spc="-10" dirty="0">
                <a:latin typeface="+mn-lt"/>
                <a:cs typeface="Constantia"/>
              </a:rPr>
              <a:t>to</a:t>
            </a:r>
            <a:r>
              <a:rPr lang="en-US" sz="2000" spc="-125" dirty="0">
                <a:latin typeface="+mn-lt"/>
                <a:cs typeface="Constantia"/>
              </a:rPr>
              <a:t> </a:t>
            </a:r>
            <a:r>
              <a:rPr lang="en-US" sz="2000" spc="-10" dirty="0">
                <a:latin typeface="+mn-lt"/>
                <a:cs typeface="Constantia"/>
              </a:rPr>
              <a:t>specify </a:t>
            </a:r>
            <a:r>
              <a:rPr lang="en-US" sz="2000" spc="-25" dirty="0">
                <a:latin typeface="+mn-lt"/>
                <a:cs typeface="Constantia"/>
              </a:rPr>
              <a:t>your</a:t>
            </a:r>
            <a:r>
              <a:rPr lang="en-US" sz="2000" spc="-150" dirty="0">
                <a:latin typeface="+mn-lt"/>
                <a:cs typeface="Constantia"/>
              </a:rPr>
              <a:t> </a:t>
            </a:r>
            <a:r>
              <a:rPr lang="en-US" sz="2000" spc="-10" dirty="0">
                <a:latin typeface="+mn-lt"/>
                <a:cs typeface="Constantia"/>
              </a:rPr>
              <a:t>own</a:t>
            </a:r>
            <a:r>
              <a:rPr lang="en-US" sz="2000" spc="-114" dirty="0">
                <a:latin typeface="+mn-lt"/>
                <a:cs typeface="Constantia"/>
              </a:rPr>
              <a:t> </a:t>
            </a:r>
            <a:r>
              <a:rPr lang="en-US" sz="2000" spc="-10" dirty="0">
                <a:latin typeface="+mn-lt"/>
                <a:cs typeface="Constantia"/>
              </a:rPr>
              <a:t>selectors</a:t>
            </a:r>
            <a:r>
              <a:rPr lang="en-US" sz="2000" spc="-120" dirty="0">
                <a:latin typeface="+mn-lt"/>
                <a:cs typeface="Constantia"/>
              </a:rPr>
              <a:t> </a:t>
            </a:r>
            <a:r>
              <a:rPr lang="en-US" sz="2000" dirty="0">
                <a:latin typeface="+mn-lt"/>
                <a:cs typeface="Constantia"/>
              </a:rPr>
              <a:t>called</a:t>
            </a:r>
            <a:r>
              <a:rPr lang="en-US" sz="2000" spc="-20" dirty="0">
                <a:latin typeface="+mn-lt"/>
                <a:cs typeface="Constantia"/>
              </a:rPr>
              <a:t> </a:t>
            </a:r>
            <a:r>
              <a:rPr lang="en-US" sz="2000" dirty="0">
                <a:latin typeface="+mn-lt"/>
                <a:cs typeface="Constantia"/>
              </a:rPr>
              <a:t>"id"</a:t>
            </a:r>
            <a:r>
              <a:rPr lang="en-US" sz="2000" spc="-55" dirty="0">
                <a:latin typeface="+mn-lt"/>
                <a:cs typeface="Constantia"/>
              </a:rPr>
              <a:t> </a:t>
            </a:r>
            <a:r>
              <a:rPr lang="en-US" sz="2000" dirty="0">
                <a:latin typeface="+mn-lt"/>
                <a:cs typeface="Constantia"/>
              </a:rPr>
              <a:t>and</a:t>
            </a:r>
            <a:r>
              <a:rPr lang="en-US" sz="2000" spc="-30" dirty="0">
                <a:latin typeface="+mn-lt"/>
                <a:cs typeface="Constantia"/>
              </a:rPr>
              <a:t> </a:t>
            </a:r>
            <a:r>
              <a:rPr lang="en-US" sz="2000" spc="-10" dirty="0">
                <a:latin typeface="+mn-lt"/>
                <a:cs typeface="Constantia"/>
              </a:rPr>
              <a:t>"class".</a:t>
            </a:r>
            <a:endParaRPr lang="en-US" sz="2000" dirty="0">
              <a:latin typeface="+mn-lt"/>
              <a:cs typeface="Constantia"/>
            </a:endParaRPr>
          </a:p>
        </p:txBody>
      </p:sp>
    </p:spTree>
    <p:extLst>
      <p:ext uri="{BB962C8B-B14F-4D97-AF65-F5344CB8AC3E}">
        <p14:creationId xmlns:p14="http://schemas.microsoft.com/office/powerpoint/2010/main" val="3675225650"/>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81A0F2-84F0-9EDC-3246-3FCE4AC2A383}"/>
              </a:ext>
            </a:extLst>
          </p:cNvPr>
          <p:cNvSpPr>
            <a:spLocks noGrp="1"/>
          </p:cNvSpPr>
          <p:nvPr>
            <p:ph type="sldNum" sz="quarter" idx="4"/>
          </p:nvPr>
        </p:nvSpPr>
        <p:spPr/>
        <p:txBody>
          <a:bodyPr/>
          <a:lstStyle/>
          <a:p>
            <a:fld id="{D71DA9FD-6EF8-4CC5-AF9B-B6159B5B937C}" type="slidenum">
              <a:rPr lang="en-GB" noProof="1" smtClean="0"/>
              <a:pPr/>
              <a:t>44</a:t>
            </a:fld>
            <a:endParaRPr lang="en-GB" noProof="1"/>
          </a:p>
        </p:txBody>
      </p:sp>
      <p:sp>
        <p:nvSpPr>
          <p:cNvPr id="3" name="Footer Placeholder 2">
            <a:extLst>
              <a:ext uri="{FF2B5EF4-FFF2-40B4-BE49-F238E27FC236}">
                <a16:creationId xmlns:a16="http://schemas.microsoft.com/office/drawing/2014/main" id="{5E9057CE-FF99-00B9-7EFD-AD4326631E42}"/>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ext Placeholder 3">
            <a:extLst>
              <a:ext uri="{FF2B5EF4-FFF2-40B4-BE49-F238E27FC236}">
                <a16:creationId xmlns:a16="http://schemas.microsoft.com/office/drawing/2014/main" id="{BFDF32B3-BD91-BB5D-9A52-AEA166D9D056}"/>
              </a:ext>
            </a:extLst>
          </p:cNvPr>
          <p:cNvSpPr>
            <a:spLocks noGrp="1"/>
          </p:cNvSpPr>
          <p:nvPr>
            <p:ph type="body" sz="quarter" idx="10"/>
          </p:nvPr>
        </p:nvSpPr>
        <p:spPr/>
        <p:txBody>
          <a:bodyPr/>
          <a:lstStyle/>
          <a:p>
            <a:pPr marL="285750" indent="-285750">
              <a:lnSpc>
                <a:spcPct val="150000"/>
              </a:lnSpc>
              <a:buFont typeface="Arial" panose="020B0604020202020204" pitchFamily="34" charset="0"/>
              <a:buChar char="•"/>
            </a:pPr>
            <a:r>
              <a:rPr lang="en-US" dirty="0"/>
              <a:t>The id selector is used to specify a style for a single, unique element.</a:t>
            </a:r>
          </a:p>
          <a:p>
            <a:pPr marL="285750" indent="-285750">
              <a:lnSpc>
                <a:spcPct val="150000"/>
              </a:lnSpc>
              <a:buFont typeface="Arial" panose="020B0604020202020204" pitchFamily="34" charset="0"/>
              <a:buChar char="•"/>
            </a:pPr>
            <a:r>
              <a:rPr lang="en-US" dirty="0"/>
              <a:t>The id selector uses the id attribute of the HTML element, and is defined with a "#".</a:t>
            </a:r>
          </a:p>
          <a:p>
            <a:pPr marL="285750" indent="-285750">
              <a:lnSpc>
                <a:spcPct val="150000"/>
              </a:lnSpc>
              <a:buFont typeface="Arial" panose="020B0604020202020204" pitchFamily="34" charset="0"/>
              <a:buChar char="•"/>
            </a:pPr>
            <a:r>
              <a:rPr lang="en-US" dirty="0"/>
              <a:t>The style rule below will be applied to the element with id="para1":</a:t>
            </a:r>
          </a:p>
          <a:p>
            <a:pPr lvl="2">
              <a:lnSpc>
                <a:spcPct val="150000"/>
              </a:lnSpc>
            </a:pPr>
            <a:r>
              <a:rPr lang="en-US" dirty="0"/>
              <a:t>Example</a:t>
            </a:r>
          </a:p>
          <a:p>
            <a:pPr marL="317476" lvl="3" indent="0">
              <a:lnSpc>
                <a:spcPct val="200000"/>
              </a:lnSpc>
              <a:buNone/>
            </a:pPr>
            <a:r>
              <a:rPr lang="en-US" dirty="0"/>
              <a:t>#para1</a:t>
            </a:r>
          </a:p>
          <a:p>
            <a:pPr marL="317476" lvl="3" indent="0">
              <a:lnSpc>
                <a:spcPct val="200000"/>
              </a:lnSpc>
              <a:buNone/>
            </a:pPr>
            <a:r>
              <a:rPr lang="en-US" dirty="0"/>
              <a:t>{</a:t>
            </a:r>
          </a:p>
          <a:p>
            <a:pPr marL="317476" lvl="3" indent="0">
              <a:lnSpc>
                <a:spcPct val="200000"/>
              </a:lnSpc>
              <a:buNone/>
            </a:pPr>
            <a:r>
              <a:rPr lang="en-US" dirty="0" err="1"/>
              <a:t>text-align:center</a:t>
            </a:r>
            <a:r>
              <a:rPr lang="en-US" dirty="0"/>
              <a:t>; </a:t>
            </a:r>
            <a:r>
              <a:rPr lang="en-US" dirty="0" err="1"/>
              <a:t>color:red</a:t>
            </a:r>
            <a:r>
              <a:rPr lang="en-US" dirty="0"/>
              <a:t>;</a:t>
            </a:r>
          </a:p>
          <a:p>
            <a:pPr marL="317476" lvl="3" indent="0">
              <a:lnSpc>
                <a:spcPct val="200000"/>
              </a:lnSpc>
              <a:buNone/>
            </a:pPr>
            <a:r>
              <a:rPr lang="en-US" dirty="0"/>
              <a:t>}</a:t>
            </a:r>
          </a:p>
          <a:p>
            <a:endParaRPr lang="en-US" dirty="0"/>
          </a:p>
        </p:txBody>
      </p:sp>
      <p:sp>
        <p:nvSpPr>
          <p:cNvPr id="5" name="Title 4">
            <a:extLst>
              <a:ext uri="{FF2B5EF4-FFF2-40B4-BE49-F238E27FC236}">
                <a16:creationId xmlns:a16="http://schemas.microsoft.com/office/drawing/2014/main" id="{2EABE89F-9D0C-432A-8E16-ECD3847329B2}"/>
              </a:ext>
            </a:extLst>
          </p:cNvPr>
          <p:cNvSpPr>
            <a:spLocks noGrp="1"/>
          </p:cNvSpPr>
          <p:nvPr>
            <p:ph type="title"/>
          </p:nvPr>
        </p:nvSpPr>
        <p:spPr>
          <a:xfrm>
            <a:off x="359999" y="623677"/>
            <a:ext cx="8661082" cy="560071"/>
          </a:xfrm>
        </p:spPr>
        <p:txBody>
          <a:bodyPr/>
          <a:lstStyle/>
          <a:p>
            <a:r>
              <a:rPr lang="en-US" sz="1600" u="sng" dirty="0">
                <a:uFill>
                  <a:solidFill>
                    <a:srgbClr val="000000"/>
                  </a:solidFill>
                </a:uFill>
                <a:cs typeface="Constantia"/>
              </a:rPr>
              <a:t>THE</a:t>
            </a:r>
            <a:r>
              <a:rPr lang="en-US" sz="1600" u="sng" spc="-130" dirty="0">
                <a:uFill>
                  <a:solidFill>
                    <a:srgbClr val="000000"/>
                  </a:solidFill>
                </a:uFill>
                <a:cs typeface="Constantia"/>
              </a:rPr>
              <a:t> </a:t>
            </a:r>
            <a:r>
              <a:rPr lang="en-US" sz="1600" u="sng" dirty="0">
                <a:uFill>
                  <a:solidFill>
                    <a:srgbClr val="000000"/>
                  </a:solidFill>
                </a:uFill>
                <a:cs typeface="Constantia"/>
              </a:rPr>
              <a:t>ID</a:t>
            </a:r>
            <a:r>
              <a:rPr lang="en-US" sz="1600" u="sng" spc="-35" dirty="0">
                <a:uFill>
                  <a:solidFill>
                    <a:srgbClr val="000000"/>
                  </a:solidFill>
                </a:uFill>
                <a:cs typeface="Constantia"/>
              </a:rPr>
              <a:t> </a:t>
            </a:r>
            <a:r>
              <a:rPr lang="en-US" sz="1600" u="sng" spc="-10" dirty="0">
                <a:uFill>
                  <a:solidFill>
                    <a:srgbClr val="000000"/>
                  </a:solidFill>
                </a:uFill>
                <a:cs typeface="Constantia"/>
              </a:rPr>
              <a:t>SELECTOR</a:t>
            </a:r>
            <a:endParaRPr lang="en-US" dirty="0"/>
          </a:p>
        </p:txBody>
      </p:sp>
    </p:spTree>
    <p:extLst>
      <p:ext uri="{BB962C8B-B14F-4D97-AF65-F5344CB8AC3E}">
        <p14:creationId xmlns:p14="http://schemas.microsoft.com/office/powerpoint/2010/main" val="620000295"/>
      </p:ext>
    </p:extLst>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81A0F2-84F0-9EDC-3246-3FCE4AC2A383}"/>
              </a:ext>
            </a:extLst>
          </p:cNvPr>
          <p:cNvSpPr>
            <a:spLocks noGrp="1"/>
          </p:cNvSpPr>
          <p:nvPr>
            <p:ph type="sldNum" sz="quarter" idx="4"/>
          </p:nvPr>
        </p:nvSpPr>
        <p:spPr/>
        <p:txBody>
          <a:bodyPr/>
          <a:lstStyle/>
          <a:p>
            <a:fld id="{D71DA9FD-6EF8-4CC5-AF9B-B6159B5B937C}" type="slidenum">
              <a:rPr lang="en-GB" noProof="1" smtClean="0"/>
              <a:pPr/>
              <a:t>45</a:t>
            </a:fld>
            <a:endParaRPr lang="en-GB" noProof="1"/>
          </a:p>
        </p:txBody>
      </p:sp>
      <p:sp>
        <p:nvSpPr>
          <p:cNvPr id="3" name="Footer Placeholder 2">
            <a:extLst>
              <a:ext uri="{FF2B5EF4-FFF2-40B4-BE49-F238E27FC236}">
                <a16:creationId xmlns:a16="http://schemas.microsoft.com/office/drawing/2014/main" id="{5E9057CE-FF99-00B9-7EFD-AD4326631E42}"/>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ext Placeholder 3">
            <a:extLst>
              <a:ext uri="{FF2B5EF4-FFF2-40B4-BE49-F238E27FC236}">
                <a16:creationId xmlns:a16="http://schemas.microsoft.com/office/drawing/2014/main" id="{BFDF32B3-BD91-BB5D-9A52-AEA166D9D056}"/>
              </a:ext>
            </a:extLst>
          </p:cNvPr>
          <p:cNvSpPr>
            <a:spLocks noGrp="1"/>
          </p:cNvSpPr>
          <p:nvPr>
            <p:ph type="body" sz="quarter" idx="10"/>
          </p:nvPr>
        </p:nvSpPr>
        <p:spPr/>
        <p:txBody>
          <a:bodyPr/>
          <a:lstStyle/>
          <a:p>
            <a:pPr marL="285750" indent="-285750">
              <a:lnSpc>
                <a:spcPct val="150000"/>
              </a:lnSpc>
              <a:buFont typeface="Arial" panose="020B0604020202020204" pitchFamily="34" charset="0"/>
              <a:buChar char="•"/>
            </a:pPr>
            <a:r>
              <a:rPr lang="en-US" dirty="0"/>
              <a:t>The class selector is used to specify a style for a group of elements. Unlike the id selector, the class selector is most often used on several elements.</a:t>
            </a:r>
          </a:p>
          <a:p>
            <a:pPr marL="285750" indent="-285750">
              <a:lnSpc>
                <a:spcPct val="150000"/>
              </a:lnSpc>
              <a:buFont typeface="Arial" panose="020B0604020202020204" pitchFamily="34" charset="0"/>
              <a:buChar char="•"/>
            </a:pPr>
            <a:r>
              <a:rPr lang="en-US" dirty="0"/>
              <a:t>This allows you to set a particular style for any HTML elements with the same</a:t>
            </a:r>
          </a:p>
          <a:p>
            <a:pPr marL="285750" indent="-285750">
              <a:lnSpc>
                <a:spcPct val="150000"/>
              </a:lnSpc>
              <a:buFont typeface="Arial" panose="020B0604020202020204" pitchFamily="34" charset="0"/>
              <a:buChar char="•"/>
            </a:pPr>
            <a:r>
              <a:rPr lang="en-US" dirty="0"/>
              <a:t>class.</a:t>
            </a:r>
          </a:p>
          <a:p>
            <a:pPr marL="285750" indent="-285750">
              <a:lnSpc>
                <a:spcPct val="150000"/>
              </a:lnSpc>
              <a:buFont typeface="Arial" panose="020B0604020202020204" pitchFamily="34" charset="0"/>
              <a:buChar char="•"/>
            </a:pPr>
            <a:r>
              <a:rPr lang="en-US" dirty="0"/>
              <a:t>The class selector uses the HTML class attribute, and is defined with a "."</a:t>
            </a:r>
          </a:p>
          <a:p>
            <a:pPr marL="285750" indent="-285750">
              <a:lnSpc>
                <a:spcPct val="150000"/>
              </a:lnSpc>
              <a:buFont typeface="Arial" panose="020B0604020202020204" pitchFamily="34" charset="0"/>
              <a:buChar char="•"/>
            </a:pPr>
            <a:r>
              <a:rPr lang="en-US" dirty="0"/>
              <a:t>In the example below, all HTML elements with class="center" will be center- aligned:</a:t>
            </a:r>
          </a:p>
          <a:p>
            <a:pPr lvl="2">
              <a:lnSpc>
                <a:spcPct val="150000"/>
              </a:lnSpc>
            </a:pPr>
            <a:r>
              <a:rPr lang="en-US" dirty="0"/>
              <a:t>Example</a:t>
            </a:r>
          </a:p>
          <a:p>
            <a:pPr marL="317476" lvl="3" indent="0">
              <a:lnSpc>
                <a:spcPct val="150000"/>
              </a:lnSpc>
              <a:buNone/>
            </a:pPr>
            <a:r>
              <a:rPr lang="en-US" dirty="0"/>
              <a:t>.center</a:t>
            </a:r>
          </a:p>
          <a:p>
            <a:pPr marL="317476" lvl="3" indent="0">
              <a:lnSpc>
                <a:spcPct val="150000"/>
              </a:lnSpc>
              <a:buNone/>
            </a:pPr>
            <a:r>
              <a:rPr lang="en-US" dirty="0"/>
              <a:t>{</a:t>
            </a:r>
          </a:p>
          <a:p>
            <a:pPr marL="317476" lvl="3" indent="0">
              <a:lnSpc>
                <a:spcPct val="150000"/>
              </a:lnSpc>
              <a:buNone/>
            </a:pPr>
            <a:r>
              <a:rPr lang="en-US" dirty="0" err="1"/>
              <a:t>text-align:center</a:t>
            </a:r>
            <a:r>
              <a:rPr lang="en-US" dirty="0"/>
              <a:t>;</a:t>
            </a:r>
          </a:p>
          <a:p>
            <a:pPr marL="317476" lvl="3" indent="0">
              <a:lnSpc>
                <a:spcPct val="150000"/>
              </a:lnSpc>
              <a:buNone/>
            </a:pPr>
            <a:r>
              <a:rPr lang="en-US" dirty="0"/>
              <a:t>}</a:t>
            </a:r>
          </a:p>
          <a:p>
            <a:pPr marL="285750" indent="-285750">
              <a:lnSpc>
                <a:spcPct val="150000"/>
              </a:lnSpc>
              <a:buFont typeface="Arial" panose="020B0604020202020204" pitchFamily="34" charset="0"/>
              <a:buChar char="•"/>
            </a:pPr>
            <a:r>
              <a:rPr lang="en-US" dirty="0"/>
              <a:t>In the example below, all p elements with class="center" will be center- aligned:</a:t>
            </a:r>
          </a:p>
          <a:p>
            <a:pPr lvl="2">
              <a:lnSpc>
                <a:spcPct val="150000"/>
              </a:lnSpc>
            </a:pPr>
            <a:r>
              <a:rPr lang="en-US" dirty="0"/>
              <a:t>Example</a:t>
            </a:r>
          </a:p>
          <a:p>
            <a:pPr marL="370389" lvl="3" indent="0">
              <a:lnSpc>
                <a:spcPct val="150000"/>
              </a:lnSpc>
              <a:buNone/>
            </a:pPr>
            <a:r>
              <a:rPr lang="en-US" dirty="0" err="1"/>
              <a:t>p.center</a:t>
            </a:r>
            <a:r>
              <a:rPr lang="en-US" dirty="0"/>
              <a:t> {</a:t>
            </a:r>
            <a:r>
              <a:rPr lang="en-US" dirty="0" err="1"/>
              <a:t>text-align:center</a:t>
            </a:r>
            <a:r>
              <a:rPr lang="en-US" dirty="0"/>
              <a:t>;}</a:t>
            </a:r>
          </a:p>
        </p:txBody>
      </p:sp>
      <p:sp>
        <p:nvSpPr>
          <p:cNvPr id="5" name="Title 4">
            <a:extLst>
              <a:ext uri="{FF2B5EF4-FFF2-40B4-BE49-F238E27FC236}">
                <a16:creationId xmlns:a16="http://schemas.microsoft.com/office/drawing/2014/main" id="{2EABE89F-9D0C-432A-8E16-ECD3847329B2}"/>
              </a:ext>
            </a:extLst>
          </p:cNvPr>
          <p:cNvSpPr>
            <a:spLocks noGrp="1"/>
          </p:cNvSpPr>
          <p:nvPr>
            <p:ph type="title"/>
          </p:nvPr>
        </p:nvSpPr>
        <p:spPr>
          <a:xfrm>
            <a:off x="359999" y="623677"/>
            <a:ext cx="8661082" cy="560071"/>
          </a:xfrm>
        </p:spPr>
        <p:txBody>
          <a:bodyPr/>
          <a:lstStyle/>
          <a:p>
            <a:r>
              <a:rPr lang="en-US" sz="1600" u="sng" dirty="0">
                <a:uFill>
                  <a:solidFill>
                    <a:srgbClr val="000000"/>
                  </a:solidFill>
                </a:uFill>
                <a:cs typeface="Constantia"/>
              </a:rPr>
              <a:t>THE CLASS SELECTOR</a:t>
            </a:r>
            <a:endParaRPr lang="en-US" dirty="0"/>
          </a:p>
        </p:txBody>
      </p:sp>
    </p:spTree>
    <p:extLst>
      <p:ext uri="{BB962C8B-B14F-4D97-AF65-F5344CB8AC3E}">
        <p14:creationId xmlns:p14="http://schemas.microsoft.com/office/powerpoint/2010/main" val="3820457573"/>
      </p:ext>
    </p:extLst>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7EC1E6-69DD-EF9B-8C41-CD3F844D134E}"/>
              </a:ext>
            </a:extLst>
          </p:cNvPr>
          <p:cNvSpPr>
            <a:spLocks noGrp="1"/>
          </p:cNvSpPr>
          <p:nvPr>
            <p:ph type="sldNum" sz="quarter" idx="4"/>
          </p:nvPr>
        </p:nvSpPr>
        <p:spPr/>
        <p:txBody>
          <a:bodyPr/>
          <a:lstStyle/>
          <a:p>
            <a:fld id="{D71DA9FD-6EF8-4CC5-AF9B-B6159B5B937C}" type="slidenum">
              <a:rPr lang="en-GB" noProof="1" smtClean="0"/>
              <a:pPr/>
              <a:t>46</a:t>
            </a:fld>
            <a:endParaRPr lang="en-GB" noProof="1"/>
          </a:p>
        </p:txBody>
      </p:sp>
      <p:sp>
        <p:nvSpPr>
          <p:cNvPr id="3" name="Footer Placeholder 2">
            <a:extLst>
              <a:ext uri="{FF2B5EF4-FFF2-40B4-BE49-F238E27FC236}">
                <a16:creationId xmlns:a16="http://schemas.microsoft.com/office/drawing/2014/main" id="{2314776D-288A-6895-C319-906E6391CF0E}"/>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itle 3">
            <a:extLst>
              <a:ext uri="{FF2B5EF4-FFF2-40B4-BE49-F238E27FC236}">
                <a16:creationId xmlns:a16="http://schemas.microsoft.com/office/drawing/2014/main" id="{C491F10D-9BD5-BEDA-305A-BA194E07E42D}"/>
              </a:ext>
            </a:extLst>
          </p:cNvPr>
          <p:cNvSpPr>
            <a:spLocks noGrp="1"/>
          </p:cNvSpPr>
          <p:nvPr>
            <p:ph type="title"/>
          </p:nvPr>
        </p:nvSpPr>
        <p:spPr>
          <a:xfrm>
            <a:off x="340044" y="569595"/>
            <a:ext cx="8661082" cy="560071"/>
          </a:xfrm>
        </p:spPr>
        <p:txBody>
          <a:bodyPr/>
          <a:lstStyle/>
          <a:p>
            <a:r>
              <a:rPr lang="en-US" dirty="0"/>
              <a:t>THREE WAYS TO INSERT CSS</a:t>
            </a:r>
          </a:p>
        </p:txBody>
      </p:sp>
      <p:sp>
        <p:nvSpPr>
          <p:cNvPr id="5" name="TextBox 4">
            <a:extLst>
              <a:ext uri="{FF2B5EF4-FFF2-40B4-BE49-F238E27FC236}">
                <a16:creationId xmlns:a16="http://schemas.microsoft.com/office/drawing/2014/main" id="{E02D00B8-6DF4-5C2A-6E6B-E1B6630DB3A0}"/>
              </a:ext>
            </a:extLst>
          </p:cNvPr>
          <p:cNvSpPr txBox="1"/>
          <p:nvPr/>
        </p:nvSpPr>
        <p:spPr bwMode="ltGray">
          <a:xfrm>
            <a:off x="439271" y="1434353"/>
            <a:ext cx="7862047" cy="4626215"/>
          </a:xfrm>
          <a:prstGeom prst="rect">
            <a:avLst/>
          </a:prstGeom>
          <a:noFill/>
          <a:ln w="6350">
            <a:noFill/>
            <a:miter lim="800000"/>
            <a:headEnd/>
            <a:tailEnd/>
          </a:ln>
        </p:spPr>
        <p:txBody>
          <a:bodyPr wrap="square" lIns="100913" tIns="50457" rIns="100913" bIns="50457" rtlCol="0" anchor="t" anchorCtr="0">
            <a:spAutoFit/>
          </a:bodyPr>
          <a:lstStyle/>
          <a:p>
            <a:pPr marL="285750" indent="-285750" eaLnBrk="0" hangingPunct="0">
              <a:buFont typeface="Arial" panose="020B0604020202020204" pitchFamily="34" charset="0"/>
              <a:buChar char="•"/>
            </a:pPr>
            <a:r>
              <a:rPr lang="en-US" sz="1400" b="1" dirty="0">
                <a:solidFill>
                  <a:srgbClr val="00A3E0"/>
                </a:solidFill>
                <a:latin typeface="+mn-lt"/>
              </a:rPr>
              <a:t>External style sheet </a:t>
            </a:r>
          </a:p>
          <a:p>
            <a:pPr marL="285750" indent="-285750" eaLnBrk="0" hangingPunct="0">
              <a:buFont typeface="Arial" panose="020B0604020202020204" pitchFamily="34" charset="0"/>
              <a:buChar char="•"/>
            </a:pPr>
            <a:r>
              <a:rPr lang="en-US" sz="1400" dirty="0">
                <a:solidFill>
                  <a:srgbClr val="00A3E0"/>
                </a:solidFill>
                <a:latin typeface="+mn-lt"/>
              </a:rPr>
              <a:t>Internal style sheet </a:t>
            </a:r>
          </a:p>
          <a:p>
            <a:pPr marL="285750" indent="-285750" eaLnBrk="0" hangingPunct="0">
              <a:buFont typeface="Arial" panose="020B0604020202020204" pitchFamily="34" charset="0"/>
              <a:buChar char="•"/>
            </a:pPr>
            <a:r>
              <a:rPr lang="en-US" sz="1400" dirty="0">
                <a:solidFill>
                  <a:srgbClr val="00A3E0"/>
                </a:solidFill>
                <a:latin typeface="+mn-lt"/>
              </a:rPr>
              <a:t>Inline style</a:t>
            </a:r>
          </a:p>
          <a:p>
            <a:pPr eaLnBrk="0" hangingPunct="0"/>
            <a:endParaRPr lang="en-US" sz="1400" dirty="0">
              <a:latin typeface="+mn-lt"/>
            </a:endParaRPr>
          </a:p>
          <a:p>
            <a:pPr eaLnBrk="0" hangingPunct="0"/>
            <a:r>
              <a:rPr lang="en-US" sz="1400" u="sng" dirty="0">
                <a:latin typeface="+mn-lt"/>
              </a:rPr>
              <a:t>External Style Sheet</a:t>
            </a:r>
          </a:p>
          <a:p>
            <a:pPr eaLnBrk="0" hangingPunct="0"/>
            <a:endParaRPr lang="en-US" sz="1400" dirty="0">
              <a:latin typeface="+mn-lt"/>
            </a:endParaRPr>
          </a:p>
          <a:p>
            <a:pPr marL="285750" indent="-285750" eaLnBrk="0" hangingPunct="0">
              <a:buFont typeface="Arial" panose="020B0604020202020204" pitchFamily="34" charset="0"/>
              <a:buChar char="•"/>
            </a:pPr>
            <a:r>
              <a:rPr lang="en-US" sz="1400" dirty="0">
                <a:latin typeface="+mn-lt"/>
              </a:rPr>
              <a:t>An external style sheet is ideal when the style is applied to many pages. With an external style sheet, you can change the look of an entire Web site by changing one file. Each page must link to the style sheet using the &lt;link&gt; tag. The &lt;link&gt; tag goes inside the head section:</a:t>
            </a:r>
          </a:p>
          <a:p>
            <a:pPr lvl="1" eaLnBrk="0" hangingPunct="0"/>
            <a:r>
              <a:rPr lang="en-US" sz="1400" dirty="0">
                <a:latin typeface="+mn-lt"/>
              </a:rPr>
              <a:t>&lt;head&gt;</a:t>
            </a:r>
          </a:p>
          <a:p>
            <a:pPr lvl="1" eaLnBrk="0" hangingPunct="0"/>
            <a:r>
              <a:rPr lang="en-US" sz="1400" dirty="0">
                <a:latin typeface="+mn-lt"/>
              </a:rPr>
              <a:t>&lt;link </a:t>
            </a:r>
            <a:r>
              <a:rPr lang="en-US" sz="1400" dirty="0" err="1">
                <a:latin typeface="+mn-lt"/>
              </a:rPr>
              <a:t>rel</a:t>
            </a:r>
            <a:r>
              <a:rPr lang="en-US" sz="1400" dirty="0">
                <a:latin typeface="+mn-lt"/>
              </a:rPr>
              <a:t>="stylesheet" type="text/</a:t>
            </a:r>
            <a:r>
              <a:rPr lang="en-US" sz="1400" dirty="0" err="1">
                <a:latin typeface="+mn-lt"/>
              </a:rPr>
              <a:t>css</a:t>
            </a:r>
            <a:r>
              <a:rPr lang="en-US" sz="1400" dirty="0">
                <a:latin typeface="+mn-lt"/>
              </a:rPr>
              <a:t>" </a:t>
            </a:r>
            <a:r>
              <a:rPr lang="en-US" sz="1400" dirty="0" err="1">
                <a:latin typeface="+mn-lt"/>
              </a:rPr>
              <a:t>href</a:t>
            </a:r>
            <a:r>
              <a:rPr lang="en-US" sz="1400" dirty="0">
                <a:latin typeface="+mn-lt"/>
              </a:rPr>
              <a:t>="mystyle.css" /&gt;</a:t>
            </a:r>
          </a:p>
          <a:p>
            <a:pPr lvl="1" eaLnBrk="0" hangingPunct="0"/>
            <a:r>
              <a:rPr lang="en-US" sz="1400" dirty="0">
                <a:latin typeface="+mn-lt"/>
              </a:rPr>
              <a:t>&lt;/head&gt;</a:t>
            </a:r>
          </a:p>
          <a:p>
            <a:pPr marL="285750" indent="-285750" eaLnBrk="0" hangingPunct="0">
              <a:buFont typeface="Arial" panose="020B0604020202020204" pitchFamily="34" charset="0"/>
              <a:buChar char="•"/>
            </a:pPr>
            <a:r>
              <a:rPr lang="en-US" sz="1400" dirty="0">
                <a:latin typeface="+mn-lt"/>
              </a:rPr>
              <a:t>An external style sheet can be written in any text editor. The file should not contain any html tags. Your style sheet should be saved with a .</a:t>
            </a:r>
            <a:r>
              <a:rPr lang="en-US" sz="1400" dirty="0" err="1">
                <a:latin typeface="+mn-lt"/>
              </a:rPr>
              <a:t>css</a:t>
            </a:r>
            <a:r>
              <a:rPr lang="en-US" sz="1400" dirty="0">
                <a:latin typeface="+mn-lt"/>
              </a:rPr>
              <a:t> extension. An example of a style sheet file is shown below:</a:t>
            </a:r>
          </a:p>
          <a:p>
            <a:pPr eaLnBrk="0" hangingPunct="0"/>
            <a:endParaRPr lang="en-US" sz="1400" dirty="0">
              <a:latin typeface="+mn-lt"/>
            </a:endParaRPr>
          </a:p>
          <a:p>
            <a:pPr lvl="1" eaLnBrk="0" hangingPunct="0"/>
            <a:r>
              <a:rPr lang="en-US" sz="1400" dirty="0" err="1">
                <a:latin typeface="+mn-lt"/>
              </a:rPr>
              <a:t>hr</a:t>
            </a:r>
            <a:r>
              <a:rPr lang="en-US" sz="1400" dirty="0">
                <a:latin typeface="+mn-lt"/>
              </a:rPr>
              <a:t> {</a:t>
            </a:r>
            <a:r>
              <a:rPr lang="en-US" sz="1400" dirty="0" err="1">
                <a:latin typeface="+mn-lt"/>
              </a:rPr>
              <a:t>color:red</a:t>
            </a:r>
            <a:r>
              <a:rPr lang="en-US" sz="1400" dirty="0">
                <a:latin typeface="+mn-lt"/>
              </a:rPr>
              <a:t>;}</a:t>
            </a:r>
          </a:p>
          <a:p>
            <a:pPr lvl="1" eaLnBrk="0" hangingPunct="0"/>
            <a:r>
              <a:rPr lang="en-US" sz="1400" dirty="0">
                <a:latin typeface="+mn-lt"/>
              </a:rPr>
              <a:t>p {margin-left:20px;}</a:t>
            </a:r>
          </a:p>
          <a:p>
            <a:pPr lvl="1" eaLnBrk="0" hangingPunct="0"/>
            <a:r>
              <a:rPr lang="en-US" sz="1400" dirty="0">
                <a:latin typeface="+mn-lt"/>
              </a:rPr>
              <a:t>body {</a:t>
            </a:r>
            <a:r>
              <a:rPr lang="en-US" sz="1400" dirty="0" err="1">
                <a:latin typeface="+mn-lt"/>
              </a:rPr>
              <a:t>background-image:url</a:t>
            </a:r>
            <a:r>
              <a:rPr lang="en-US" sz="1400" dirty="0">
                <a:latin typeface="+mn-lt"/>
              </a:rPr>
              <a:t>("images/back40.gif");}</a:t>
            </a:r>
          </a:p>
          <a:p>
            <a:pPr eaLnBrk="0" hangingPunct="0"/>
            <a:endParaRPr lang="en-US" sz="1400" dirty="0" err="1">
              <a:latin typeface="+mn-lt"/>
            </a:endParaRPr>
          </a:p>
        </p:txBody>
      </p:sp>
    </p:spTree>
    <p:extLst>
      <p:ext uri="{BB962C8B-B14F-4D97-AF65-F5344CB8AC3E}">
        <p14:creationId xmlns:p14="http://schemas.microsoft.com/office/powerpoint/2010/main" val="225555683"/>
      </p:ext>
    </p:extLst>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7EC1E6-69DD-EF9B-8C41-CD3F844D134E}"/>
              </a:ext>
            </a:extLst>
          </p:cNvPr>
          <p:cNvSpPr>
            <a:spLocks noGrp="1"/>
          </p:cNvSpPr>
          <p:nvPr>
            <p:ph type="sldNum" sz="quarter" idx="4"/>
          </p:nvPr>
        </p:nvSpPr>
        <p:spPr/>
        <p:txBody>
          <a:bodyPr/>
          <a:lstStyle/>
          <a:p>
            <a:fld id="{D71DA9FD-6EF8-4CC5-AF9B-B6159B5B937C}" type="slidenum">
              <a:rPr lang="en-GB" noProof="1" smtClean="0"/>
              <a:pPr/>
              <a:t>47</a:t>
            </a:fld>
            <a:endParaRPr lang="en-GB" noProof="1"/>
          </a:p>
        </p:txBody>
      </p:sp>
      <p:sp>
        <p:nvSpPr>
          <p:cNvPr id="3" name="Footer Placeholder 2">
            <a:extLst>
              <a:ext uri="{FF2B5EF4-FFF2-40B4-BE49-F238E27FC236}">
                <a16:creationId xmlns:a16="http://schemas.microsoft.com/office/drawing/2014/main" id="{2314776D-288A-6895-C319-906E6391CF0E}"/>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itle 3">
            <a:extLst>
              <a:ext uri="{FF2B5EF4-FFF2-40B4-BE49-F238E27FC236}">
                <a16:creationId xmlns:a16="http://schemas.microsoft.com/office/drawing/2014/main" id="{C491F10D-9BD5-BEDA-305A-BA194E07E42D}"/>
              </a:ext>
            </a:extLst>
          </p:cNvPr>
          <p:cNvSpPr>
            <a:spLocks noGrp="1"/>
          </p:cNvSpPr>
          <p:nvPr>
            <p:ph type="title"/>
          </p:nvPr>
        </p:nvSpPr>
        <p:spPr>
          <a:xfrm>
            <a:off x="340044" y="569595"/>
            <a:ext cx="8661082" cy="560071"/>
          </a:xfrm>
        </p:spPr>
        <p:txBody>
          <a:bodyPr/>
          <a:lstStyle/>
          <a:p>
            <a:r>
              <a:rPr lang="en-US" dirty="0"/>
              <a:t>THREE WAYS TO INSERT CSS</a:t>
            </a:r>
          </a:p>
        </p:txBody>
      </p:sp>
      <p:sp>
        <p:nvSpPr>
          <p:cNvPr id="5" name="TextBox 4">
            <a:extLst>
              <a:ext uri="{FF2B5EF4-FFF2-40B4-BE49-F238E27FC236}">
                <a16:creationId xmlns:a16="http://schemas.microsoft.com/office/drawing/2014/main" id="{E02D00B8-6DF4-5C2A-6E6B-E1B6630DB3A0}"/>
              </a:ext>
            </a:extLst>
          </p:cNvPr>
          <p:cNvSpPr txBox="1"/>
          <p:nvPr/>
        </p:nvSpPr>
        <p:spPr bwMode="ltGray">
          <a:xfrm>
            <a:off x="439271" y="1434353"/>
            <a:ext cx="7862047" cy="3872162"/>
          </a:xfrm>
          <a:prstGeom prst="rect">
            <a:avLst/>
          </a:prstGeom>
          <a:noFill/>
          <a:ln w="6350">
            <a:noFill/>
            <a:miter lim="800000"/>
            <a:headEnd/>
            <a:tailEnd/>
          </a:ln>
        </p:spPr>
        <p:txBody>
          <a:bodyPr wrap="square" lIns="100913" tIns="50457" rIns="100913" bIns="50457" rtlCol="0" anchor="t" anchorCtr="0">
            <a:spAutoFit/>
          </a:bodyPr>
          <a:lstStyle/>
          <a:p>
            <a:pPr marL="285750" indent="-285750" eaLnBrk="0" hangingPunct="0">
              <a:buFont typeface="Arial" panose="020B0604020202020204" pitchFamily="34" charset="0"/>
              <a:buChar char="•"/>
            </a:pPr>
            <a:r>
              <a:rPr lang="en-US" sz="1400" dirty="0">
                <a:solidFill>
                  <a:srgbClr val="00A3E0"/>
                </a:solidFill>
                <a:latin typeface="+mn-lt"/>
              </a:rPr>
              <a:t>External style sheet </a:t>
            </a:r>
          </a:p>
          <a:p>
            <a:pPr marL="285750" indent="-285750" eaLnBrk="0" hangingPunct="0">
              <a:buFont typeface="Arial" panose="020B0604020202020204" pitchFamily="34" charset="0"/>
              <a:buChar char="•"/>
            </a:pPr>
            <a:r>
              <a:rPr lang="en-US" sz="1400" b="1" dirty="0">
                <a:solidFill>
                  <a:srgbClr val="00A3E0"/>
                </a:solidFill>
                <a:latin typeface="+mn-lt"/>
              </a:rPr>
              <a:t>Internal style sheet </a:t>
            </a:r>
          </a:p>
          <a:p>
            <a:pPr marL="285750" indent="-285750" eaLnBrk="0" hangingPunct="0">
              <a:buFont typeface="Arial" panose="020B0604020202020204" pitchFamily="34" charset="0"/>
              <a:buChar char="•"/>
            </a:pPr>
            <a:r>
              <a:rPr lang="en-US" sz="1400" dirty="0">
                <a:solidFill>
                  <a:srgbClr val="00A3E0"/>
                </a:solidFill>
                <a:latin typeface="+mn-lt"/>
              </a:rPr>
              <a:t>Inline style</a:t>
            </a:r>
          </a:p>
          <a:p>
            <a:pPr eaLnBrk="0" hangingPunct="0"/>
            <a:endParaRPr lang="en-US" sz="1400" dirty="0">
              <a:latin typeface="+mn-lt"/>
            </a:endParaRPr>
          </a:p>
          <a:p>
            <a:pPr eaLnBrk="0" hangingPunct="0"/>
            <a:r>
              <a:rPr lang="en-US" sz="1400" u="sng" dirty="0">
                <a:latin typeface="+mn-lt"/>
              </a:rPr>
              <a:t>Internal Style Sheet</a:t>
            </a:r>
          </a:p>
          <a:p>
            <a:pPr eaLnBrk="0" hangingPunct="0"/>
            <a:endParaRPr lang="en-US" sz="1400" u="sng" dirty="0">
              <a:latin typeface="+mn-lt"/>
            </a:endParaRPr>
          </a:p>
          <a:p>
            <a:pPr marL="285750" indent="-285750" eaLnBrk="0" hangingPunct="0">
              <a:lnSpc>
                <a:spcPct val="150000"/>
              </a:lnSpc>
              <a:buFont typeface="Arial" panose="020B0604020202020204" pitchFamily="34" charset="0"/>
              <a:buChar char="•"/>
            </a:pPr>
            <a:r>
              <a:rPr lang="en-US" sz="1400" dirty="0">
                <a:latin typeface="+mn-lt"/>
              </a:rPr>
              <a:t>An internal style sheet should be used when a single document has a unique style.</a:t>
            </a:r>
          </a:p>
          <a:p>
            <a:pPr lvl="1" eaLnBrk="0" hangingPunct="0">
              <a:lnSpc>
                <a:spcPct val="150000"/>
              </a:lnSpc>
            </a:pPr>
            <a:r>
              <a:rPr lang="en-US" sz="1400" dirty="0">
                <a:latin typeface="+mn-lt"/>
              </a:rPr>
              <a:t>&lt;head&gt;</a:t>
            </a:r>
          </a:p>
          <a:p>
            <a:pPr lvl="1" eaLnBrk="0" hangingPunct="0">
              <a:lnSpc>
                <a:spcPct val="150000"/>
              </a:lnSpc>
            </a:pPr>
            <a:r>
              <a:rPr lang="en-US" sz="1400" dirty="0">
                <a:latin typeface="+mn-lt"/>
              </a:rPr>
              <a:t>&lt;style type="text/</a:t>
            </a:r>
            <a:r>
              <a:rPr lang="en-US" sz="1400" dirty="0" err="1">
                <a:latin typeface="+mn-lt"/>
              </a:rPr>
              <a:t>css</a:t>
            </a:r>
            <a:r>
              <a:rPr lang="en-US" sz="1400" dirty="0">
                <a:latin typeface="+mn-lt"/>
              </a:rPr>
              <a:t>"&gt; </a:t>
            </a:r>
            <a:r>
              <a:rPr lang="en-US" sz="1400" dirty="0" err="1">
                <a:latin typeface="+mn-lt"/>
              </a:rPr>
              <a:t>hr</a:t>
            </a:r>
            <a:r>
              <a:rPr lang="en-US" sz="1400" dirty="0">
                <a:latin typeface="+mn-lt"/>
              </a:rPr>
              <a:t> {</a:t>
            </a:r>
            <a:r>
              <a:rPr lang="en-US" sz="1400" dirty="0" err="1">
                <a:latin typeface="+mn-lt"/>
              </a:rPr>
              <a:t>color:red</a:t>
            </a:r>
            <a:r>
              <a:rPr lang="en-US" sz="1400" dirty="0">
                <a:latin typeface="+mn-lt"/>
              </a:rPr>
              <a:t>;}</a:t>
            </a:r>
          </a:p>
          <a:p>
            <a:pPr lvl="1" eaLnBrk="0" hangingPunct="0">
              <a:lnSpc>
                <a:spcPct val="150000"/>
              </a:lnSpc>
            </a:pPr>
            <a:r>
              <a:rPr lang="en-US" sz="1400" dirty="0">
                <a:latin typeface="+mn-lt"/>
              </a:rPr>
              <a:t>p {margin-left:20px;}</a:t>
            </a:r>
          </a:p>
          <a:p>
            <a:pPr lvl="1" eaLnBrk="0" hangingPunct="0">
              <a:lnSpc>
                <a:spcPct val="150000"/>
              </a:lnSpc>
            </a:pPr>
            <a:r>
              <a:rPr lang="en-US" sz="1400" dirty="0">
                <a:latin typeface="+mn-lt"/>
              </a:rPr>
              <a:t>body {</a:t>
            </a:r>
            <a:r>
              <a:rPr lang="en-US" sz="1400" dirty="0" err="1">
                <a:latin typeface="+mn-lt"/>
              </a:rPr>
              <a:t>background-image:url</a:t>
            </a:r>
            <a:r>
              <a:rPr lang="en-US" sz="1400" dirty="0">
                <a:latin typeface="+mn-lt"/>
              </a:rPr>
              <a:t>("images/back40.gif");}</a:t>
            </a:r>
          </a:p>
          <a:p>
            <a:pPr lvl="1" eaLnBrk="0" hangingPunct="0">
              <a:lnSpc>
                <a:spcPct val="150000"/>
              </a:lnSpc>
            </a:pPr>
            <a:r>
              <a:rPr lang="en-US" sz="1400" dirty="0">
                <a:latin typeface="+mn-lt"/>
              </a:rPr>
              <a:t>&lt;/style&gt;</a:t>
            </a:r>
          </a:p>
          <a:p>
            <a:pPr lvl="1" eaLnBrk="0" hangingPunct="0">
              <a:lnSpc>
                <a:spcPct val="150000"/>
              </a:lnSpc>
            </a:pPr>
            <a:r>
              <a:rPr lang="en-US" sz="1400" dirty="0">
                <a:latin typeface="+mn-lt"/>
              </a:rPr>
              <a:t>&lt;/head&gt;</a:t>
            </a:r>
          </a:p>
          <a:p>
            <a:pPr eaLnBrk="0" hangingPunct="0"/>
            <a:endParaRPr lang="en-US" sz="1400" dirty="0" err="1">
              <a:latin typeface="+mn-lt"/>
            </a:endParaRPr>
          </a:p>
        </p:txBody>
      </p:sp>
    </p:spTree>
    <p:extLst>
      <p:ext uri="{BB962C8B-B14F-4D97-AF65-F5344CB8AC3E}">
        <p14:creationId xmlns:p14="http://schemas.microsoft.com/office/powerpoint/2010/main" val="4249386798"/>
      </p:ext>
    </p:extLst>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7EC1E6-69DD-EF9B-8C41-CD3F844D134E}"/>
              </a:ext>
            </a:extLst>
          </p:cNvPr>
          <p:cNvSpPr>
            <a:spLocks noGrp="1"/>
          </p:cNvSpPr>
          <p:nvPr>
            <p:ph type="sldNum" sz="quarter" idx="4"/>
          </p:nvPr>
        </p:nvSpPr>
        <p:spPr/>
        <p:txBody>
          <a:bodyPr/>
          <a:lstStyle/>
          <a:p>
            <a:fld id="{D71DA9FD-6EF8-4CC5-AF9B-B6159B5B937C}" type="slidenum">
              <a:rPr lang="en-GB" noProof="1" smtClean="0"/>
              <a:pPr/>
              <a:t>48</a:t>
            </a:fld>
            <a:endParaRPr lang="en-GB" noProof="1"/>
          </a:p>
        </p:txBody>
      </p:sp>
      <p:sp>
        <p:nvSpPr>
          <p:cNvPr id="3" name="Footer Placeholder 2">
            <a:extLst>
              <a:ext uri="{FF2B5EF4-FFF2-40B4-BE49-F238E27FC236}">
                <a16:creationId xmlns:a16="http://schemas.microsoft.com/office/drawing/2014/main" id="{2314776D-288A-6895-C319-906E6391CF0E}"/>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itle 3">
            <a:extLst>
              <a:ext uri="{FF2B5EF4-FFF2-40B4-BE49-F238E27FC236}">
                <a16:creationId xmlns:a16="http://schemas.microsoft.com/office/drawing/2014/main" id="{C491F10D-9BD5-BEDA-305A-BA194E07E42D}"/>
              </a:ext>
            </a:extLst>
          </p:cNvPr>
          <p:cNvSpPr>
            <a:spLocks noGrp="1"/>
          </p:cNvSpPr>
          <p:nvPr>
            <p:ph type="title"/>
          </p:nvPr>
        </p:nvSpPr>
        <p:spPr>
          <a:xfrm>
            <a:off x="340044" y="569595"/>
            <a:ext cx="8661082" cy="560071"/>
          </a:xfrm>
        </p:spPr>
        <p:txBody>
          <a:bodyPr/>
          <a:lstStyle/>
          <a:p>
            <a:r>
              <a:rPr lang="en-US" dirty="0"/>
              <a:t>THREE WAYS TO INSERT CSS</a:t>
            </a:r>
          </a:p>
        </p:txBody>
      </p:sp>
      <p:sp>
        <p:nvSpPr>
          <p:cNvPr id="5" name="TextBox 4">
            <a:extLst>
              <a:ext uri="{FF2B5EF4-FFF2-40B4-BE49-F238E27FC236}">
                <a16:creationId xmlns:a16="http://schemas.microsoft.com/office/drawing/2014/main" id="{E02D00B8-6DF4-5C2A-6E6B-E1B6630DB3A0}"/>
              </a:ext>
            </a:extLst>
          </p:cNvPr>
          <p:cNvSpPr txBox="1"/>
          <p:nvPr/>
        </p:nvSpPr>
        <p:spPr bwMode="ltGray">
          <a:xfrm>
            <a:off x="439271" y="950259"/>
            <a:ext cx="9099176" cy="6349764"/>
          </a:xfrm>
          <a:prstGeom prst="rect">
            <a:avLst/>
          </a:prstGeom>
          <a:noFill/>
          <a:ln w="6350">
            <a:noFill/>
            <a:miter lim="800000"/>
            <a:headEnd/>
            <a:tailEnd/>
          </a:ln>
        </p:spPr>
        <p:txBody>
          <a:bodyPr wrap="square" lIns="100913" tIns="50457" rIns="100913" bIns="50457" rtlCol="0" anchor="t" anchorCtr="0">
            <a:spAutoFit/>
          </a:bodyPr>
          <a:lstStyle/>
          <a:p>
            <a:pPr marL="285750" indent="-285750" eaLnBrk="0" hangingPunct="0">
              <a:buFont typeface="Arial" panose="020B0604020202020204" pitchFamily="34" charset="0"/>
              <a:buChar char="•"/>
            </a:pPr>
            <a:r>
              <a:rPr lang="en-US" sz="1400" dirty="0">
                <a:solidFill>
                  <a:srgbClr val="00A3E0"/>
                </a:solidFill>
                <a:latin typeface="+mn-lt"/>
              </a:rPr>
              <a:t>External style sheet </a:t>
            </a:r>
          </a:p>
          <a:p>
            <a:pPr marL="285750" indent="-285750" eaLnBrk="0" hangingPunct="0">
              <a:buFont typeface="Arial" panose="020B0604020202020204" pitchFamily="34" charset="0"/>
              <a:buChar char="•"/>
            </a:pPr>
            <a:r>
              <a:rPr lang="en-US" sz="1400" dirty="0">
                <a:solidFill>
                  <a:srgbClr val="00A3E0"/>
                </a:solidFill>
                <a:latin typeface="+mn-lt"/>
              </a:rPr>
              <a:t>Internal style sheet </a:t>
            </a:r>
          </a:p>
          <a:p>
            <a:pPr marL="285750" indent="-285750" eaLnBrk="0" hangingPunct="0">
              <a:buFont typeface="Arial" panose="020B0604020202020204" pitchFamily="34" charset="0"/>
              <a:buChar char="•"/>
            </a:pPr>
            <a:r>
              <a:rPr lang="en-US" sz="1400" b="1" dirty="0">
                <a:solidFill>
                  <a:srgbClr val="00A3E0"/>
                </a:solidFill>
                <a:latin typeface="+mn-lt"/>
              </a:rPr>
              <a:t>Inline style</a:t>
            </a:r>
          </a:p>
          <a:p>
            <a:pPr eaLnBrk="0" hangingPunct="0"/>
            <a:endParaRPr lang="en-US" sz="1400" dirty="0">
              <a:latin typeface="+mn-lt"/>
            </a:endParaRPr>
          </a:p>
          <a:p>
            <a:pPr eaLnBrk="0" hangingPunct="0"/>
            <a:r>
              <a:rPr lang="en-US" sz="1400" u="sng" dirty="0">
                <a:latin typeface="+mn-lt"/>
              </a:rPr>
              <a:t>Inline Style</a:t>
            </a:r>
          </a:p>
          <a:p>
            <a:pPr eaLnBrk="0" hangingPunct="0"/>
            <a:endParaRPr lang="en-US" sz="1400" u="sng" dirty="0">
              <a:latin typeface="+mn-lt"/>
            </a:endParaRPr>
          </a:p>
          <a:p>
            <a:pPr marL="285750" indent="-285750" eaLnBrk="0" hangingPunct="0">
              <a:buFont typeface="Arial" panose="020B0604020202020204" pitchFamily="34" charset="0"/>
              <a:buChar char="•"/>
            </a:pPr>
            <a:r>
              <a:rPr lang="en-US" sz="1400" dirty="0">
                <a:latin typeface="+mn-lt"/>
              </a:rPr>
              <a:t>&lt;p style="color:red;margin-left:20px"&gt;This is a paragraph.&lt;/p&gt;</a:t>
            </a:r>
          </a:p>
          <a:p>
            <a:pPr marL="285750" indent="-285750" eaLnBrk="0" hangingPunct="0">
              <a:buFont typeface="Arial" panose="020B0604020202020204" pitchFamily="34" charset="0"/>
              <a:buChar char="•"/>
            </a:pPr>
            <a:r>
              <a:rPr lang="en-US" sz="1400" dirty="0">
                <a:latin typeface="+mn-lt"/>
              </a:rPr>
              <a:t>Multiple Style Sheets: If some properties have been set for the same selector in different style sheets, the values will be inherited from the more specific style sheet.</a:t>
            </a:r>
          </a:p>
          <a:p>
            <a:pPr marL="285750" indent="-285750" eaLnBrk="0" hangingPunct="0">
              <a:buFont typeface="Arial" panose="020B0604020202020204" pitchFamily="34" charset="0"/>
              <a:buChar char="•"/>
            </a:pPr>
            <a:r>
              <a:rPr lang="en-US" sz="1400" dirty="0">
                <a:latin typeface="+mn-lt"/>
              </a:rPr>
              <a:t>For example, an external style sheet has these properties for the h3 selector: h3</a:t>
            </a:r>
          </a:p>
          <a:p>
            <a:pPr lvl="1" eaLnBrk="0" hangingPunct="0"/>
            <a:r>
              <a:rPr lang="en-US" sz="1400" dirty="0">
                <a:latin typeface="+mn-lt"/>
              </a:rPr>
              <a:t>{</a:t>
            </a:r>
          </a:p>
          <a:p>
            <a:pPr lvl="1" eaLnBrk="0" hangingPunct="0"/>
            <a:r>
              <a:rPr lang="en-US" sz="1400" dirty="0" err="1">
                <a:latin typeface="+mn-lt"/>
              </a:rPr>
              <a:t>color:red</a:t>
            </a:r>
            <a:r>
              <a:rPr lang="en-US" sz="1400" dirty="0">
                <a:latin typeface="+mn-lt"/>
              </a:rPr>
              <a:t>;</a:t>
            </a:r>
          </a:p>
          <a:p>
            <a:pPr lvl="1" eaLnBrk="0" hangingPunct="0"/>
            <a:r>
              <a:rPr lang="en-US" sz="1400" dirty="0" err="1">
                <a:latin typeface="+mn-lt"/>
              </a:rPr>
              <a:t>text-align:left</a:t>
            </a:r>
            <a:r>
              <a:rPr lang="en-US" sz="1400" dirty="0">
                <a:latin typeface="+mn-lt"/>
              </a:rPr>
              <a:t>;</a:t>
            </a:r>
          </a:p>
          <a:p>
            <a:pPr lvl="1" eaLnBrk="0" hangingPunct="0"/>
            <a:r>
              <a:rPr lang="en-US" sz="1400" dirty="0">
                <a:latin typeface="+mn-lt"/>
              </a:rPr>
              <a:t>font-size:8pt;</a:t>
            </a:r>
          </a:p>
          <a:p>
            <a:pPr lvl="1" eaLnBrk="0" hangingPunct="0"/>
            <a:r>
              <a:rPr lang="en-US" sz="1400" dirty="0">
                <a:latin typeface="+mn-lt"/>
              </a:rPr>
              <a:t>}</a:t>
            </a:r>
          </a:p>
          <a:p>
            <a:pPr marL="285750" indent="-285750" eaLnBrk="0" hangingPunct="0">
              <a:buFont typeface="Arial" panose="020B0604020202020204" pitchFamily="34" charset="0"/>
              <a:buChar char="•"/>
            </a:pPr>
            <a:r>
              <a:rPr lang="en-US" sz="1400" dirty="0">
                <a:latin typeface="+mn-lt"/>
              </a:rPr>
              <a:t>And an internal style sheet has these properties for the h3 selector:</a:t>
            </a:r>
          </a:p>
          <a:p>
            <a:pPr lvl="1" eaLnBrk="0" hangingPunct="0"/>
            <a:r>
              <a:rPr lang="en-US" sz="1400" dirty="0">
                <a:latin typeface="+mn-lt"/>
              </a:rPr>
              <a:t>h3</a:t>
            </a:r>
          </a:p>
          <a:p>
            <a:pPr lvl="1" eaLnBrk="0" hangingPunct="0"/>
            <a:r>
              <a:rPr lang="en-US" sz="1400" dirty="0">
                <a:latin typeface="+mn-lt"/>
              </a:rPr>
              <a:t>{</a:t>
            </a:r>
          </a:p>
          <a:p>
            <a:pPr lvl="1" eaLnBrk="0" hangingPunct="0"/>
            <a:r>
              <a:rPr lang="en-US" sz="1400" dirty="0" err="1">
                <a:latin typeface="+mn-lt"/>
              </a:rPr>
              <a:t>text-align:right</a:t>
            </a:r>
            <a:r>
              <a:rPr lang="en-US" sz="1400" dirty="0">
                <a:latin typeface="+mn-lt"/>
              </a:rPr>
              <a:t>;</a:t>
            </a:r>
          </a:p>
          <a:p>
            <a:pPr lvl="1" eaLnBrk="0" hangingPunct="0"/>
            <a:r>
              <a:rPr lang="en-US" sz="1400" dirty="0">
                <a:latin typeface="+mn-lt"/>
              </a:rPr>
              <a:t>font-size:20pt;</a:t>
            </a:r>
          </a:p>
          <a:p>
            <a:pPr lvl="1" eaLnBrk="0" hangingPunct="0"/>
            <a:r>
              <a:rPr lang="en-US" sz="1400" dirty="0">
                <a:latin typeface="+mn-lt"/>
              </a:rPr>
              <a:t>}</a:t>
            </a:r>
          </a:p>
          <a:p>
            <a:pPr marL="285750" indent="-285750" eaLnBrk="0" hangingPunct="0">
              <a:buFont typeface="Arial" panose="020B0604020202020204" pitchFamily="34" charset="0"/>
              <a:buChar char="•"/>
            </a:pPr>
            <a:r>
              <a:rPr lang="en-US" sz="1400" dirty="0">
                <a:latin typeface="+mn-lt"/>
              </a:rPr>
              <a:t>If the page with the internal style sheet also links to the external style sheet the properties for h3 will be:</a:t>
            </a:r>
          </a:p>
          <a:p>
            <a:pPr marL="788940" lvl="1" indent="-285750" eaLnBrk="0" hangingPunct="0">
              <a:buFont typeface="Courier New" panose="02070309020205020404" pitchFamily="49" charset="0"/>
              <a:buChar char="o"/>
            </a:pPr>
            <a:r>
              <a:rPr lang="en-US" sz="1400" dirty="0" err="1">
                <a:latin typeface="+mn-lt"/>
              </a:rPr>
              <a:t>color:red</a:t>
            </a:r>
            <a:r>
              <a:rPr lang="en-US" sz="1400" dirty="0">
                <a:latin typeface="+mn-lt"/>
              </a:rPr>
              <a:t>;</a:t>
            </a:r>
          </a:p>
          <a:p>
            <a:pPr marL="788940" lvl="1" indent="-285750" eaLnBrk="0" hangingPunct="0">
              <a:buFont typeface="Courier New" panose="02070309020205020404" pitchFamily="49" charset="0"/>
              <a:buChar char="o"/>
            </a:pPr>
            <a:r>
              <a:rPr lang="en-US" sz="1400" dirty="0" err="1">
                <a:latin typeface="+mn-lt"/>
              </a:rPr>
              <a:t>text-align:right</a:t>
            </a:r>
            <a:r>
              <a:rPr lang="en-US" sz="1400" dirty="0">
                <a:latin typeface="+mn-lt"/>
              </a:rPr>
              <a:t>;</a:t>
            </a:r>
          </a:p>
          <a:p>
            <a:pPr marL="788940" lvl="1" indent="-285750" eaLnBrk="0" hangingPunct="0">
              <a:buFont typeface="Courier New" panose="02070309020205020404" pitchFamily="49" charset="0"/>
              <a:buChar char="o"/>
            </a:pPr>
            <a:r>
              <a:rPr lang="en-US" sz="1400" dirty="0">
                <a:latin typeface="+mn-lt"/>
              </a:rPr>
              <a:t>font-size:20pt;</a:t>
            </a:r>
          </a:p>
          <a:p>
            <a:pPr marL="285750" indent="-285750" eaLnBrk="0" hangingPunct="0">
              <a:buFont typeface="Arial" panose="020B0604020202020204" pitchFamily="34" charset="0"/>
              <a:buChar char="•"/>
            </a:pPr>
            <a:r>
              <a:rPr lang="en-US" sz="1400" dirty="0">
                <a:latin typeface="+mn-lt"/>
              </a:rPr>
              <a:t>The color is inherited from the external style sheet and the text-alignment and the font-size is replaced by the internal style sheet.</a:t>
            </a:r>
          </a:p>
          <a:p>
            <a:pPr eaLnBrk="0" hangingPunct="0"/>
            <a:endParaRPr lang="en-US" sz="1400" dirty="0" err="1">
              <a:latin typeface="+mn-lt"/>
            </a:endParaRPr>
          </a:p>
        </p:txBody>
      </p:sp>
    </p:spTree>
    <p:extLst>
      <p:ext uri="{BB962C8B-B14F-4D97-AF65-F5344CB8AC3E}">
        <p14:creationId xmlns:p14="http://schemas.microsoft.com/office/powerpoint/2010/main" val="226705867"/>
      </p:ext>
    </p:extLst>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BA4CBA6C-5276-7AF9-74AC-3E94F3DFE095}"/>
              </a:ext>
            </a:extLst>
          </p:cNvPr>
          <p:cNvSpPr>
            <a:spLocks noGrp="1"/>
          </p:cNvSpPr>
          <p:nvPr>
            <p:ph type="body" sz="quarter" idx="11"/>
          </p:nvPr>
        </p:nvSpPr>
        <p:spPr>
          <a:xfrm>
            <a:off x="947737" y="956777"/>
            <a:ext cx="7559675" cy="1707966"/>
          </a:xfrm>
        </p:spPr>
        <p:txBody>
          <a:bodyPr/>
          <a:lstStyle/>
          <a:p>
            <a:r>
              <a:rPr lang="en-GB" dirty="0"/>
              <a:t>Examples</a:t>
            </a:r>
          </a:p>
        </p:txBody>
      </p:sp>
      <p:sp>
        <p:nvSpPr>
          <p:cNvPr id="2" name="Textplatzhalter 7">
            <a:extLst>
              <a:ext uri="{FF2B5EF4-FFF2-40B4-BE49-F238E27FC236}">
                <a16:creationId xmlns:a16="http://schemas.microsoft.com/office/drawing/2014/main" id="{8467CFD9-6B40-2254-26FB-7D167CE99241}"/>
              </a:ext>
            </a:extLst>
          </p:cNvPr>
          <p:cNvSpPr>
            <a:spLocks noGrp="1"/>
          </p:cNvSpPr>
          <p:nvPr>
            <p:ph type="body" sz="quarter" idx="10"/>
          </p:nvPr>
        </p:nvSpPr>
        <p:spPr>
          <a:xfrm>
            <a:off x="947736" y="2682913"/>
            <a:ext cx="7559675" cy="3928242"/>
          </a:xfrm>
        </p:spPr>
        <p:txBody>
          <a:bodyPr/>
          <a:lstStyle/>
          <a:p>
            <a:pPr marL="297815" marR="643255" indent="-285750">
              <a:lnSpc>
                <a:spcPct val="150000"/>
              </a:lnSpc>
              <a:buClr>
                <a:srgbClr val="0AD0D9"/>
              </a:buClr>
              <a:buSzPct val="94444"/>
              <a:buFont typeface="Arial" panose="020B0604020202020204" pitchFamily="34" charset="0"/>
              <a:buChar char="•"/>
              <a:tabLst>
                <a:tab pos="286385" algn="l"/>
              </a:tabLst>
            </a:pPr>
            <a:r>
              <a:rPr lang="en-US" sz="1400" spc="-10" dirty="0">
                <a:latin typeface="+mn-lt"/>
                <a:cs typeface="Constantia"/>
              </a:rPr>
              <a:t>body</a:t>
            </a:r>
            <a:r>
              <a:rPr lang="en-US" sz="1400" spc="-70" dirty="0">
                <a:latin typeface="+mn-lt"/>
                <a:cs typeface="Constantia"/>
              </a:rPr>
              <a:t> </a:t>
            </a:r>
            <a:r>
              <a:rPr lang="en-US" sz="1400" spc="-10" dirty="0">
                <a:latin typeface="+mn-lt"/>
                <a:cs typeface="Constantia"/>
              </a:rPr>
              <a:t>{background-color:#b0c4de;} </a:t>
            </a:r>
            <a:r>
              <a:rPr lang="en-US" sz="1400" dirty="0">
                <a:latin typeface="+mn-lt"/>
                <a:cs typeface="Constantia"/>
              </a:rPr>
              <a:t>h1</a:t>
            </a:r>
            <a:r>
              <a:rPr lang="en-US" sz="1400" spc="-15" dirty="0">
                <a:latin typeface="+mn-lt"/>
                <a:cs typeface="Constantia"/>
              </a:rPr>
              <a:t> </a:t>
            </a:r>
            <a:r>
              <a:rPr lang="en-US" sz="1400" spc="-10" dirty="0">
                <a:latin typeface="+mn-lt"/>
                <a:cs typeface="Constantia"/>
              </a:rPr>
              <a:t>{background-color:#6495ed;}</a:t>
            </a:r>
            <a:endParaRPr lang="en-US" sz="1400" dirty="0">
              <a:latin typeface="+mn-lt"/>
              <a:cs typeface="Constantia"/>
            </a:endParaRPr>
          </a:p>
          <a:p>
            <a:pPr marL="286385">
              <a:lnSpc>
                <a:spcPct val="150000"/>
              </a:lnSpc>
            </a:pPr>
            <a:r>
              <a:rPr lang="en-US" sz="1400" dirty="0">
                <a:latin typeface="+mn-lt"/>
                <a:cs typeface="Constantia"/>
              </a:rPr>
              <a:t>p</a:t>
            </a:r>
            <a:r>
              <a:rPr lang="en-US" sz="1400" spc="-60" dirty="0">
                <a:latin typeface="+mn-lt"/>
                <a:cs typeface="Constantia"/>
              </a:rPr>
              <a:t> </a:t>
            </a:r>
            <a:r>
              <a:rPr lang="en-US" sz="1400" spc="-10" dirty="0">
                <a:latin typeface="+mn-lt"/>
                <a:cs typeface="Constantia"/>
              </a:rPr>
              <a:t>{background-color:#e0ffff;}</a:t>
            </a:r>
            <a:endParaRPr lang="en-US" sz="1400" dirty="0">
              <a:latin typeface="+mn-lt"/>
              <a:cs typeface="Constantia"/>
            </a:endParaRPr>
          </a:p>
          <a:p>
            <a:pPr marL="286385">
              <a:lnSpc>
                <a:spcPct val="150000"/>
              </a:lnSpc>
            </a:pPr>
            <a:r>
              <a:rPr lang="en-US" sz="1400" dirty="0">
                <a:latin typeface="+mn-lt"/>
                <a:cs typeface="Constantia"/>
              </a:rPr>
              <a:t>div</a:t>
            </a:r>
            <a:r>
              <a:rPr lang="en-US" sz="1400" spc="-85" dirty="0">
                <a:latin typeface="+mn-lt"/>
                <a:cs typeface="Constantia"/>
              </a:rPr>
              <a:t> </a:t>
            </a:r>
            <a:r>
              <a:rPr lang="en-US" sz="1400" spc="-10" dirty="0">
                <a:latin typeface="+mn-lt"/>
                <a:cs typeface="Constantia"/>
              </a:rPr>
              <a:t>{background-color:#b0c4de;}</a:t>
            </a:r>
            <a:endParaRPr lang="en-US" sz="1400" dirty="0">
              <a:latin typeface="+mn-lt"/>
              <a:cs typeface="Constantia"/>
            </a:endParaRPr>
          </a:p>
          <a:p>
            <a:pPr marL="298450" indent="-285750">
              <a:lnSpc>
                <a:spcPct val="150000"/>
              </a:lnSpc>
              <a:buClr>
                <a:srgbClr val="0AD0D9"/>
              </a:buClr>
              <a:buSzPct val="94444"/>
              <a:buFont typeface="Arial" panose="020B0604020202020204" pitchFamily="34" charset="0"/>
              <a:buChar char="•"/>
              <a:tabLst>
                <a:tab pos="286385" algn="l"/>
              </a:tabLst>
            </a:pPr>
            <a:r>
              <a:rPr lang="en-US" sz="1400" spc="-10" dirty="0">
                <a:latin typeface="+mn-lt"/>
                <a:cs typeface="Constantia"/>
              </a:rPr>
              <a:t>body</a:t>
            </a:r>
            <a:r>
              <a:rPr lang="en-US" sz="1400" spc="-70" dirty="0">
                <a:latin typeface="+mn-lt"/>
                <a:cs typeface="Constantia"/>
              </a:rPr>
              <a:t> </a:t>
            </a:r>
            <a:r>
              <a:rPr lang="en-US" sz="1400" spc="-10" dirty="0">
                <a:latin typeface="+mn-lt"/>
                <a:cs typeface="Constantia"/>
              </a:rPr>
              <a:t>{</a:t>
            </a:r>
            <a:r>
              <a:rPr lang="en-US" sz="1400" spc="-10" dirty="0" err="1">
                <a:latin typeface="+mn-lt"/>
                <a:cs typeface="Constantia"/>
              </a:rPr>
              <a:t>background-image:url</a:t>
            </a:r>
            <a:r>
              <a:rPr lang="en-US" sz="1400" spc="-10" dirty="0">
                <a:latin typeface="+mn-lt"/>
                <a:cs typeface="Constantia"/>
              </a:rPr>
              <a:t>('paper.gif');}</a:t>
            </a:r>
            <a:endParaRPr lang="en-US" sz="1400" dirty="0">
              <a:latin typeface="+mn-lt"/>
              <a:cs typeface="Constantia"/>
            </a:endParaRPr>
          </a:p>
          <a:p>
            <a:pPr marL="298450" indent="-285750">
              <a:lnSpc>
                <a:spcPct val="150000"/>
              </a:lnSpc>
              <a:buClr>
                <a:srgbClr val="0AD0D9"/>
              </a:buClr>
              <a:buSzPct val="94444"/>
              <a:buFont typeface="Arial" panose="020B0604020202020204" pitchFamily="34" charset="0"/>
              <a:buChar char="•"/>
              <a:tabLst>
                <a:tab pos="286385" algn="l"/>
              </a:tabLst>
            </a:pPr>
            <a:r>
              <a:rPr lang="en-US" sz="1400" spc="-20" dirty="0">
                <a:latin typeface="+mn-lt"/>
                <a:cs typeface="Constantia"/>
              </a:rPr>
              <a:t>body</a:t>
            </a:r>
            <a:endParaRPr lang="en-US" sz="1400" dirty="0">
              <a:latin typeface="+mn-lt"/>
              <a:cs typeface="Constantia"/>
            </a:endParaRPr>
          </a:p>
          <a:p>
            <a:pPr marL="286385">
              <a:lnSpc>
                <a:spcPct val="150000"/>
              </a:lnSpc>
            </a:pPr>
            <a:r>
              <a:rPr lang="en-US" sz="1200" spc="-50" dirty="0">
                <a:latin typeface="+mn-lt"/>
                <a:cs typeface="Constantia"/>
              </a:rPr>
              <a:t>{</a:t>
            </a:r>
            <a:endParaRPr lang="en-US" sz="1200" dirty="0">
              <a:latin typeface="+mn-lt"/>
              <a:cs typeface="Constantia"/>
            </a:endParaRPr>
          </a:p>
          <a:p>
            <a:pPr marL="286385" marR="184150">
              <a:lnSpc>
                <a:spcPct val="150000"/>
              </a:lnSpc>
              <a:spcBef>
                <a:spcPts val="215"/>
              </a:spcBef>
            </a:pPr>
            <a:r>
              <a:rPr lang="en-US" sz="1200" spc="-10" dirty="0" err="1">
                <a:latin typeface="+mn-lt"/>
                <a:cs typeface="Constantia"/>
              </a:rPr>
              <a:t>background-image:url</a:t>
            </a:r>
            <a:r>
              <a:rPr lang="en-US" sz="1200" spc="-10" dirty="0">
                <a:latin typeface="+mn-lt"/>
                <a:cs typeface="Constantia"/>
              </a:rPr>
              <a:t>('gradient2.png'); </a:t>
            </a:r>
            <a:r>
              <a:rPr lang="en-US" sz="1200" spc="-10" dirty="0" err="1">
                <a:latin typeface="+mn-lt"/>
                <a:cs typeface="Constantia"/>
              </a:rPr>
              <a:t>background-</a:t>
            </a:r>
            <a:r>
              <a:rPr lang="en-US" sz="1200" spc="-20" dirty="0" err="1">
                <a:latin typeface="+mn-lt"/>
                <a:cs typeface="Constantia"/>
              </a:rPr>
              <a:t>repeat:repeat-</a:t>
            </a:r>
            <a:r>
              <a:rPr lang="en-US" sz="1200" spc="-25" dirty="0" err="1">
                <a:latin typeface="+mn-lt"/>
                <a:cs typeface="Constantia"/>
              </a:rPr>
              <a:t>x</a:t>
            </a:r>
            <a:r>
              <a:rPr lang="en-US" sz="1200" spc="-25" dirty="0">
                <a:latin typeface="+mn-lt"/>
                <a:cs typeface="Constantia"/>
              </a:rPr>
              <a:t>;</a:t>
            </a:r>
            <a:endParaRPr lang="en-US" sz="1200" dirty="0">
              <a:latin typeface="+mn-lt"/>
              <a:cs typeface="Constantia"/>
            </a:endParaRPr>
          </a:p>
          <a:p>
            <a:pPr marL="286385">
              <a:lnSpc>
                <a:spcPct val="150000"/>
              </a:lnSpc>
            </a:pPr>
            <a:r>
              <a:rPr lang="en-US" sz="1200" spc="-50" dirty="0">
                <a:latin typeface="+mn-lt"/>
                <a:cs typeface="Constantia"/>
              </a:rPr>
              <a:t>}</a:t>
            </a:r>
            <a:endParaRPr lang="en-US" sz="1200" dirty="0">
              <a:latin typeface="+mn-lt"/>
              <a:cs typeface="Constantia"/>
            </a:endParaRPr>
          </a:p>
          <a:p>
            <a:pPr marL="298450" indent="-285750">
              <a:lnSpc>
                <a:spcPct val="150000"/>
              </a:lnSpc>
              <a:buClr>
                <a:srgbClr val="0AD0D9"/>
              </a:buClr>
              <a:buSzPct val="94444"/>
              <a:buFont typeface="Arial" panose="020B0604020202020204" pitchFamily="34" charset="0"/>
              <a:buChar char="•"/>
              <a:tabLst>
                <a:tab pos="286385" algn="l"/>
              </a:tabLst>
            </a:pPr>
            <a:r>
              <a:rPr lang="en-US" sz="1400" spc="-20" dirty="0">
                <a:latin typeface="+mn-lt"/>
              </a:rPr>
              <a:t>body</a:t>
            </a:r>
          </a:p>
          <a:p>
            <a:pPr marL="286385">
              <a:lnSpc>
                <a:spcPct val="150000"/>
              </a:lnSpc>
            </a:pPr>
            <a:r>
              <a:rPr lang="en-US" sz="1200" spc="-50" dirty="0">
                <a:latin typeface="+mn-lt"/>
                <a:cs typeface="Constantia"/>
              </a:rPr>
              <a:t>{</a:t>
            </a:r>
            <a:endParaRPr lang="en-US" sz="1200" dirty="0">
              <a:latin typeface="+mn-lt"/>
              <a:cs typeface="Constantia"/>
            </a:endParaRPr>
          </a:p>
          <a:p>
            <a:pPr marL="286385" marR="243840">
              <a:lnSpc>
                <a:spcPct val="150000"/>
              </a:lnSpc>
              <a:spcBef>
                <a:spcPts val="215"/>
              </a:spcBef>
            </a:pPr>
            <a:r>
              <a:rPr lang="en-US" sz="1200" spc="-10" dirty="0" err="1">
                <a:latin typeface="+mn-lt"/>
                <a:cs typeface="Constantia"/>
              </a:rPr>
              <a:t>background-image:url</a:t>
            </a:r>
            <a:r>
              <a:rPr lang="en-US" sz="1200" spc="-10" dirty="0">
                <a:latin typeface="+mn-lt"/>
                <a:cs typeface="Constantia"/>
              </a:rPr>
              <a:t>('img_tree.png'); </a:t>
            </a:r>
            <a:r>
              <a:rPr lang="en-US" sz="1200" spc="-10" dirty="0" err="1">
                <a:latin typeface="+mn-lt"/>
                <a:cs typeface="Constantia"/>
              </a:rPr>
              <a:t>background-</a:t>
            </a:r>
            <a:r>
              <a:rPr lang="en-US" sz="1200" spc="-20" dirty="0" err="1">
                <a:latin typeface="+mn-lt"/>
                <a:cs typeface="Constantia"/>
              </a:rPr>
              <a:t>repeat:no-</a:t>
            </a:r>
            <a:r>
              <a:rPr lang="en-US" sz="1200" spc="-10" dirty="0" err="1">
                <a:latin typeface="+mn-lt"/>
                <a:cs typeface="Constantia"/>
              </a:rPr>
              <a:t>repeat</a:t>
            </a:r>
            <a:r>
              <a:rPr lang="en-US" sz="1200" spc="-10" dirty="0">
                <a:latin typeface="+mn-lt"/>
                <a:cs typeface="Constantia"/>
              </a:rPr>
              <a:t>;</a:t>
            </a:r>
            <a:endParaRPr lang="en-US" sz="1200" dirty="0">
              <a:latin typeface="+mn-lt"/>
              <a:cs typeface="Constantia"/>
            </a:endParaRPr>
          </a:p>
          <a:p>
            <a:pPr marL="286385">
              <a:lnSpc>
                <a:spcPct val="150000"/>
              </a:lnSpc>
            </a:pPr>
            <a:r>
              <a:rPr lang="en-US" sz="1200" spc="-50" dirty="0">
                <a:latin typeface="+mn-lt"/>
                <a:cs typeface="Constantia"/>
              </a:rPr>
              <a:t>}</a:t>
            </a:r>
            <a:endParaRPr lang="en-US" sz="1200" dirty="0">
              <a:latin typeface="+mn-lt"/>
              <a:cs typeface="Constantia"/>
            </a:endParaRPr>
          </a:p>
        </p:txBody>
      </p:sp>
      <p:sp>
        <p:nvSpPr>
          <p:cNvPr id="6" name="Text Placeholder 5">
            <a:extLst>
              <a:ext uri="{FF2B5EF4-FFF2-40B4-BE49-F238E27FC236}">
                <a16:creationId xmlns:a16="http://schemas.microsoft.com/office/drawing/2014/main" id="{193E3BAB-77C7-8625-1C11-F067AFC8AAEC}"/>
              </a:ext>
            </a:extLst>
          </p:cNvPr>
          <p:cNvSpPr>
            <a:spLocks noGrp="1"/>
          </p:cNvSpPr>
          <p:nvPr>
            <p:ph type="body" sz="quarter" idx="13"/>
          </p:nvPr>
        </p:nvSpPr>
        <p:spPr>
          <a:xfrm>
            <a:off x="732585" y="6611155"/>
            <a:ext cx="7559675" cy="491231"/>
          </a:xfrm>
        </p:spPr>
        <p:txBody>
          <a:bodyPr/>
          <a:lstStyle/>
          <a:p>
            <a:endParaRPr lang="en-US" dirty="0"/>
          </a:p>
        </p:txBody>
      </p:sp>
    </p:spTree>
    <p:extLst>
      <p:ext uri="{BB962C8B-B14F-4D97-AF65-F5344CB8AC3E}">
        <p14:creationId xmlns:p14="http://schemas.microsoft.com/office/powerpoint/2010/main" val="2441112353"/>
      </p:ext>
    </p:extLst>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16EADE-8AA2-01CA-4A3C-5F348C0D2B72}"/>
              </a:ext>
            </a:extLst>
          </p:cNvPr>
          <p:cNvSpPr>
            <a:spLocks noGrp="1"/>
          </p:cNvSpPr>
          <p:nvPr>
            <p:ph type="body" sz="quarter" idx="11"/>
          </p:nvPr>
        </p:nvSpPr>
        <p:spPr/>
        <p:txBody>
          <a:bodyPr/>
          <a:lstStyle/>
          <a:p>
            <a:pPr marL="285750" indent="-285750">
              <a:lnSpc>
                <a:spcPct val="150000"/>
              </a:lnSpc>
              <a:buFont typeface="Arial" panose="020B0604020202020204" pitchFamily="34" charset="0"/>
              <a:buChar char="•"/>
            </a:pPr>
            <a:r>
              <a:rPr lang="en-US" sz="1600" dirty="0">
                <a:solidFill>
                  <a:schemeClr val="bg1"/>
                </a:solidFill>
              </a:rPr>
              <a:t>body</a:t>
            </a:r>
          </a:p>
          <a:p>
            <a:pPr marL="317476" lvl="3" indent="0">
              <a:lnSpc>
                <a:spcPct val="150000"/>
              </a:lnSpc>
              <a:buNone/>
            </a:pPr>
            <a:r>
              <a:rPr lang="en-US" sz="1400" dirty="0">
                <a:solidFill>
                  <a:schemeClr val="bg1"/>
                </a:solidFill>
              </a:rPr>
              <a:t>{</a:t>
            </a:r>
          </a:p>
          <a:p>
            <a:pPr marL="317476" lvl="3" indent="0">
              <a:lnSpc>
                <a:spcPct val="150000"/>
              </a:lnSpc>
              <a:buNone/>
            </a:pPr>
            <a:r>
              <a:rPr lang="en-US" sz="1400" dirty="0" err="1">
                <a:solidFill>
                  <a:schemeClr val="bg1"/>
                </a:solidFill>
              </a:rPr>
              <a:t>background-image:url</a:t>
            </a:r>
            <a:r>
              <a:rPr lang="en-US" sz="1400" dirty="0">
                <a:solidFill>
                  <a:schemeClr val="bg1"/>
                </a:solidFill>
              </a:rPr>
              <a:t>('img_tree.png'); </a:t>
            </a:r>
            <a:r>
              <a:rPr lang="en-US" sz="1400" dirty="0" err="1">
                <a:solidFill>
                  <a:schemeClr val="bg1"/>
                </a:solidFill>
              </a:rPr>
              <a:t>background-repeat:no-repeat</a:t>
            </a:r>
            <a:r>
              <a:rPr lang="en-US" sz="1400" dirty="0">
                <a:solidFill>
                  <a:schemeClr val="bg1"/>
                </a:solidFill>
              </a:rPr>
              <a:t>; </a:t>
            </a:r>
            <a:r>
              <a:rPr lang="en-US" sz="1400" dirty="0" err="1">
                <a:solidFill>
                  <a:schemeClr val="bg1"/>
                </a:solidFill>
              </a:rPr>
              <a:t>background-position:top</a:t>
            </a:r>
            <a:r>
              <a:rPr lang="en-US" sz="1400" dirty="0">
                <a:solidFill>
                  <a:schemeClr val="bg1"/>
                </a:solidFill>
              </a:rPr>
              <a:t> right;</a:t>
            </a:r>
          </a:p>
          <a:p>
            <a:pPr marL="317476" lvl="3" indent="0">
              <a:lnSpc>
                <a:spcPct val="150000"/>
              </a:lnSpc>
              <a:buNone/>
            </a:pPr>
            <a:r>
              <a:rPr lang="en-US" sz="1400" dirty="0">
                <a:solidFill>
                  <a:schemeClr val="bg1"/>
                </a:solidFill>
              </a:rPr>
              <a:t>}</a:t>
            </a:r>
          </a:p>
          <a:p>
            <a:pPr marL="285750" indent="-285750">
              <a:lnSpc>
                <a:spcPct val="150000"/>
              </a:lnSpc>
              <a:buFont typeface="Arial" panose="020B0604020202020204" pitchFamily="34" charset="0"/>
              <a:buChar char="•"/>
            </a:pPr>
            <a:r>
              <a:rPr lang="en-US" sz="1600" dirty="0">
                <a:solidFill>
                  <a:schemeClr val="bg1"/>
                </a:solidFill>
              </a:rPr>
              <a:t>in short it can be written as:</a:t>
            </a:r>
          </a:p>
          <a:p>
            <a:pPr>
              <a:lnSpc>
                <a:spcPct val="150000"/>
              </a:lnSpc>
            </a:pPr>
            <a:r>
              <a:rPr lang="en-US" sz="1600" dirty="0">
                <a:solidFill>
                  <a:schemeClr val="bg1"/>
                </a:solidFill>
              </a:rPr>
              <a:t>body {background:#</a:t>
            </a:r>
            <a:r>
              <a:rPr lang="en-US" sz="1600" dirty="0" err="1">
                <a:solidFill>
                  <a:schemeClr val="bg1"/>
                </a:solidFill>
              </a:rPr>
              <a:t>ffffff</a:t>
            </a:r>
            <a:r>
              <a:rPr lang="en-US" sz="1600" dirty="0">
                <a:solidFill>
                  <a:schemeClr val="bg1"/>
                </a:solidFill>
              </a:rPr>
              <a:t> </a:t>
            </a:r>
            <a:r>
              <a:rPr lang="en-US" sz="1600" dirty="0" err="1">
                <a:solidFill>
                  <a:schemeClr val="bg1"/>
                </a:solidFill>
              </a:rPr>
              <a:t>url</a:t>
            </a:r>
            <a:r>
              <a:rPr lang="en-US" sz="1600" dirty="0">
                <a:solidFill>
                  <a:schemeClr val="bg1"/>
                </a:solidFill>
              </a:rPr>
              <a:t>('img_tree.png') no-repeat top right;}</a:t>
            </a:r>
          </a:p>
        </p:txBody>
      </p:sp>
    </p:spTree>
    <p:extLst>
      <p:ext uri="{BB962C8B-B14F-4D97-AF65-F5344CB8AC3E}">
        <p14:creationId xmlns:p14="http://schemas.microsoft.com/office/powerpoint/2010/main" val="3100296459"/>
      </p:ext>
    </p:extLst>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16EADE-8AA2-01CA-4A3C-5F348C0D2B72}"/>
              </a:ext>
            </a:extLst>
          </p:cNvPr>
          <p:cNvSpPr>
            <a:spLocks noGrp="1"/>
          </p:cNvSpPr>
          <p:nvPr>
            <p:ph type="body" sz="quarter" idx="11"/>
          </p:nvPr>
        </p:nvSpPr>
        <p:spPr>
          <a:xfrm>
            <a:off x="1055315" y="3925141"/>
            <a:ext cx="7559675" cy="2876892"/>
          </a:xfrm>
        </p:spPr>
        <p:txBody>
          <a:bodyPr/>
          <a:lstStyle/>
          <a:p>
            <a:pPr>
              <a:lnSpc>
                <a:spcPct val="150000"/>
              </a:lnSpc>
            </a:pPr>
            <a:r>
              <a:rPr lang="en-US" sz="1600" dirty="0">
                <a:solidFill>
                  <a:schemeClr val="bg1"/>
                </a:solidFill>
              </a:rPr>
              <a:t>body {</a:t>
            </a:r>
            <a:r>
              <a:rPr lang="en-US" sz="1600" dirty="0" err="1">
                <a:solidFill>
                  <a:schemeClr val="bg1"/>
                </a:solidFill>
              </a:rPr>
              <a:t>color:blue</a:t>
            </a:r>
            <a:r>
              <a:rPr lang="en-US" sz="1600" dirty="0">
                <a:solidFill>
                  <a:schemeClr val="bg1"/>
                </a:solidFill>
              </a:rPr>
              <a:t>;} </a:t>
            </a:r>
          </a:p>
          <a:p>
            <a:pPr marL="317476" lvl="3" indent="0">
              <a:lnSpc>
                <a:spcPct val="150000"/>
              </a:lnSpc>
              <a:buNone/>
            </a:pPr>
            <a:r>
              <a:rPr lang="en-US" sz="1600" dirty="0">
                <a:solidFill>
                  <a:schemeClr val="bg1"/>
                </a:solidFill>
              </a:rPr>
              <a:t>h1 {color:#00ff00;}</a:t>
            </a:r>
          </a:p>
          <a:p>
            <a:pPr marL="317476" lvl="3" indent="0">
              <a:lnSpc>
                <a:spcPct val="150000"/>
              </a:lnSpc>
              <a:buNone/>
            </a:pPr>
            <a:r>
              <a:rPr lang="en-US" sz="1600" dirty="0">
                <a:solidFill>
                  <a:schemeClr val="bg1"/>
                </a:solidFill>
              </a:rPr>
              <a:t>h2 {</a:t>
            </a:r>
            <a:r>
              <a:rPr lang="en-US" sz="1600" dirty="0" err="1">
                <a:solidFill>
                  <a:schemeClr val="bg1"/>
                </a:solidFill>
              </a:rPr>
              <a:t>color:rgb</a:t>
            </a:r>
            <a:r>
              <a:rPr lang="en-US" sz="1600" dirty="0">
                <a:solidFill>
                  <a:schemeClr val="bg1"/>
                </a:solidFill>
              </a:rPr>
              <a:t>(255,0,0);}</a:t>
            </a:r>
          </a:p>
          <a:p>
            <a:pPr>
              <a:lnSpc>
                <a:spcPct val="150000"/>
              </a:lnSpc>
            </a:pPr>
            <a:r>
              <a:rPr lang="en-US" sz="1600" dirty="0">
                <a:solidFill>
                  <a:schemeClr val="bg1"/>
                </a:solidFill>
              </a:rPr>
              <a:t>h1 {</a:t>
            </a:r>
            <a:r>
              <a:rPr lang="en-US" sz="1600" dirty="0" err="1">
                <a:solidFill>
                  <a:schemeClr val="bg1"/>
                </a:solidFill>
              </a:rPr>
              <a:t>text-align:center</a:t>
            </a:r>
            <a:r>
              <a:rPr lang="en-US" sz="1600" dirty="0">
                <a:solidFill>
                  <a:schemeClr val="bg1"/>
                </a:solidFill>
              </a:rPr>
              <a:t>;} </a:t>
            </a:r>
          </a:p>
          <a:p>
            <a:pPr marL="317476" lvl="3" indent="0">
              <a:lnSpc>
                <a:spcPct val="150000"/>
              </a:lnSpc>
              <a:buNone/>
            </a:pPr>
            <a:r>
              <a:rPr lang="en-US" sz="1600" dirty="0" err="1">
                <a:solidFill>
                  <a:schemeClr val="bg1"/>
                </a:solidFill>
              </a:rPr>
              <a:t>p.date</a:t>
            </a:r>
            <a:r>
              <a:rPr lang="en-US" sz="1600" dirty="0">
                <a:solidFill>
                  <a:schemeClr val="bg1"/>
                </a:solidFill>
              </a:rPr>
              <a:t> {</a:t>
            </a:r>
            <a:r>
              <a:rPr lang="en-US" sz="1600" dirty="0" err="1">
                <a:solidFill>
                  <a:schemeClr val="bg1"/>
                </a:solidFill>
              </a:rPr>
              <a:t>text-align:right</a:t>
            </a:r>
            <a:r>
              <a:rPr lang="en-US" sz="1600" dirty="0">
                <a:solidFill>
                  <a:schemeClr val="bg1"/>
                </a:solidFill>
              </a:rPr>
              <a:t>;}</a:t>
            </a:r>
          </a:p>
          <a:p>
            <a:pPr marL="317476" lvl="3" indent="0">
              <a:lnSpc>
                <a:spcPct val="150000"/>
              </a:lnSpc>
              <a:buNone/>
            </a:pPr>
            <a:r>
              <a:rPr lang="en-US" sz="1600" dirty="0" err="1">
                <a:solidFill>
                  <a:schemeClr val="bg1"/>
                </a:solidFill>
              </a:rPr>
              <a:t>p.main</a:t>
            </a:r>
            <a:r>
              <a:rPr lang="en-US" sz="1600" dirty="0">
                <a:solidFill>
                  <a:schemeClr val="bg1"/>
                </a:solidFill>
              </a:rPr>
              <a:t> {</a:t>
            </a:r>
            <a:r>
              <a:rPr lang="en-US" sz="1600" dirty="0" err="1">
                <a:solidFill>
                  <a:schemeClr val="bg1"/>
                </a:solidFill>
              </a:rPr>
              <a:t>text-align:justify</a:t>
            </a:r>
            <a:r>
              <a:rPr lang="en-US" sz="1600" dirty="0">
                <a:solidFill>
                  <a:schemeClr val="bg1"/>
                </a:solidFill>
              </a:rPr>
              <a:t>;}</a:t>
            </a:r>
          </a:p>
          <a:p>
            <a:pPr>
              <a:lnSpc>
                <a:spcPct val="150000"/>
              </a:lnSpc>
            </a:pPr>
            <a:r>
              <a:rPr lang="en-US" sz="1600" dirty="0">
                <a:solidFill>
                  <a:schemeClr val="bg1"/>
                </a:solidFill>
              </a:rPr>
              <a:t>A</a:t>
            </a:r>
          </a:p>
          <a:p>
            <a:pPr>
              <a:lnSpc>
                <a:spcPct val="150000"/>
              </a:lnSpc>
            </a:pPr>
            <a:r>
              <a:rPr lang="en-US" sz="1600" dirty="0">
                <a:solidFill>
                  <a:schemeClr val="bg1"/>
                </a:solidFill>
              </a:rPr>
              <a:t>{</a:t>
            </a:r>
          </a:p>
          <a:p>
            <a:pPr>
              <a:lnSpc>
                <a:spcPct val="150000"/>
              </a:lnSpc>
            </a:pPr>
            <a:r>
              <a:rPr lang="en-US" sz="1600" dirty="0" err="1">
                <a:solidFill>
                  <a:schemeClr val="bg1"/>
                </a:solidFill>
              </a:rPr>
              <a:t>text-decoration:none</a:t>
            </a:r>
            <a:r>
              <a:rPr lang="en-US" sz="1600" dirty="0">
                <a:solidFill>
                  <a:schemeClr val="bg1"/>
                </a:solidFill>
              </a:rPr>
              <a:t>;</a:t>
            </a:r>
          </a:p>
          <a:p>
            <a:pPr>
              <a:lnSpc>
                <a:spcPct val="150000"/>
              </a:lnSpc>
            </a:pPr>
            <a:r>
              <a:rPr lang="en-US" sz="1600" dirty="0">
                <a:solidFill>
                  <a:schemeClr val="bg1"/>
                </a:solidFill>
              </a:rPr>
              <a:t>}</a:t>
            </a:r>
          </a:p>
          <a:p>
            <a:pPr>
              <a:lnSpc>
                <a:spcPct val="150000"/>
              </a:lnSpc>
            </a:pPr>
            <a:r>
              <a:rPr lang="en-US" sz="1600" dirty="0" err="1">
                <a:solidFill>
                  <a:schemeClr val="bg1"/>
                </a:solidFill>
              </a:rPr>
              <a:t>p.uppercase</a:t>
            </a:r>
            <a:r>
              <a:rPr lang="en-US" sz="1600" dirty="0">
                <a:solidFill>
                  <a:schemeClr val="bg1"/>
                </a:solidFill>
              </a:rPr>
              <a:t> {</a:t>
            </a:r>
            <a:r>
              <a:rPr lang="en-US" sz="1600" dirty="0" err="1">
                <a:solidFill>
                  <a:schemeClr val="bg1"/>
                </a:solidFill>
              </a:rPr>
              <a:t>text-transform:uppercase</a:t>
            </a:r>
            <a:r>
              <a:rPr lang="en-US" sz="1600" dirty="0">
                <a:solidFill>
                  <a:schemeClr val="bg1"/>
                </a:solidFill>
              </a:rPr>
              <a:t>;} </a:t>
            </a:r>
          </a:p>
          <a:p>
            <a:pPr marL="317476" lvl="3" indent="0">
              <a:lnSpc>
                <a:spcPct val="150000"/>
              </a:lnSpc>
              <a:buNone/>
            </a:pPr>
            <a:r>
              <a:rPr lang="en-US" sz="1600" dirty="0" err="1">
                <a:solidFill>
                  <a:schemeClr val="bg1"/>
                </a:solidFill>
              </a:rPr>
              <a:t>p.lowercase</a:t>
            </a:r>
            <a:r>
              <a:rPr lang="en-US" sz="1600" dirty="0">
                <a:solidFill>
                  <a:schemeClr val="bg1"/>
                </a:solidFill>
              </a:rPr>
              <a:t> {</a:t>
            </a:r>
            <a:r>
              <a:rPr lang="en-US" sz="1600" dirty="0" err="1">
                <a:solidFill>
                  <a:schemeClr val="bg1"/>
                </a:solidFill>
              </a:rPr>
              <a:t>text-transform:lowercase</a:t>
            </a:r>
            <a:r>
              <a:rPr lang="en-US" sz="1600" dirty="0">
                <a:solidFill>
                  <a:schemeClr val="bg1"/>
                </a:solidFill>
              </a:rPr>
              <a:t>;} </a:t>
            </a:r>
          </a:p>
          <a:p>
            <a:pPr marL="317476" lvl="3" indent="0">
              <a:lnSpc>
                <a:spcPct val="150000"/>
              </a:lnSpc>
              <a:buNone/>
            </a:pPr>
            <a:r>
              <a:rPr lang="en-US" sz="1600" dirty="0" err="1">
                <a:solidFill>
                  <a:schemeClr val="bg1"/>
                </a:solidFill>
              </a:rPr>
              <a:t>p.capitalize</a:t>
            </a:r>
            <a:r>
              <a:rPr lang="en-US" sz="1600" dirty="0">
                <a:solidFill>
                  <a:schemeClr val="bg1"/>
                </a:solidFill>
              </a:rPr>
              <a:t> {</a:t>
            </a:r>
            <a:r>
              <a:rPr lang="en-US" sz="1600" dirty="0" err="1">
                <a:solidFill>
                  <a:schemeClr val="bg1"/>
                </a:solidFill>
              </a:rPr>
              <a:t>text-transform:capitalize</a:t>
            </a:r>
            <a:r>
              <a:rPr lang="en-US" sz="1600" dirty="0">
                <a:solidFill>
                  <a:schemeClr val="bg1"/>
                </a:solidFill>
              </a:rPr>
              <a:t>;}</a:t>
            </a:r>
          </a:p>
          <a:p>
            <a:pPr>
              <a:lnSpc>
                <a:spcPct val="150000"/>
              </a:lnSpc>
            </a:pPr>
            <a:r>
              <a:rPr lang="en-US" sz="1600" dirty="0">
                <a:solidFill>
                  <a:schemeClr val="bg1"/>
                </a:solidFill>
              </a:rPr>
              <a:t>p {</a:t>
            </a:r>
          </a:p>
          <a:p>
            <a:pPr>
              <a:lnSpc>
                <a:spcPct val="150000"/>
              </a:lnSpc>
            </a:pPr>
            <a:r>
              <a:rPr lang="en-US" sz="1600" dirty="0">
                <a:solidFill>
                  <a:schemeClr val="bg1"/>
                </a:solidFill>
              </a:rPr>
              <a:t>text-indent:50px;}</a:t>
            </a:r>
          </a:p>
        </p:txBody>
      </p:sp>
    </p:spTree>
    <p:extLst>
      <p:ext uri="{BB962C8B-B14F-4D97-AF65-F5344CB8AC3E}">
        <p14:creationId xmlns:p14="http://schemas.microsoft.com/office/powerpoint/2010/main" val="3916436931"/>
      </p:ext>
    </p:extLst>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705DDF4F-4D7D-C5EF-D1B6-43FAC2DEB25F}"/>
              </a:ext>
            </a:extLst>
          </p:cNvPr>
          <p:cNvSpPr>
            <a:spLocks noGrp="1"/>
          </p:cNvSpPr>
          <p:nvPr>
            <p:ph type="body" sz="quarter" idx="11"/>
          </p:nvPr>
        </p:nvSpPr>
        <p:spPr>
          <a:xfrm>
            <a:off x="947738" y="1119300"/>
            <a:ext cx="7559675" cy="1707966"/>
          </a:xfrm>
        </p:spPr>
        <p:txBody>
          <a:bodyPr/>
          <a:lstStyle/>
          <a:p>
            <a:r>
              <a:rPr lang="de-DE" dirty="0"/>
              <a:t>Font Family</a:t>
            </a:r>
          </a:p>
        </p:txBody>
      </p:sp>
      <p:sp>
        <p:nvSpPr>
          <p:cNvPr id="11" name="Text Placeholder 10">
            <a:extLst>
              <a:ext uri="{FF2B5EF4-FFF2-40B4-BE49-F238E27FC236}">
                <a16:creationId xmlns:a16="http://schemas.microsoft.com/office/drawing/2014/main" id="{FD30F1E9-0FB1-2C80-627C-53917BFE3716}"/>
              </a:ext>
            </a:extLst>
          </p:cNvPr>
          <p:cNvSpPr>
            <a:spLocks noGrp="1"/>
          </p:cNvSpPr>
          <p:nvPr>
            <p:ph type="body" sz="quarter" idx="13"/>
          </p:nvPr>
        </p:nvSpPr>
        <p:spPr/>
        <p:txBody>
          <a:bodyPr/>
          <a:lstStyle/>
          <a:p>
            <a:r>
              <a:rPr lang="de-DE" dirty="0"/>
              <a:t>8 May 2024, Speaker </a:t>
            </a:r>
            <a:r>
              <a:rPr lang="de-DE" dirty="0" err="1"/>
              <a:t>name</a:t>
            </a:r>
            <a:endParaRPr lang="de-DE" dirty="0"/>
          </a:p>
        </p:txBody>
      </p:sp>
      <p:sp>
        <p:nvSpPr>
          <p:cNvPr id="13" name="Text Placeholder 12">
            <a:extLst>
              <a:ext uri="{FF2B5EF4-FFF2-40B4-BE49-F238E27FC236}">
                <a16:creationId xmlns:a16="http://schemas.microsoft.com/office/drawing/2014/main" id="{D5108DE9-2D53-5CDD-A9EF-EF3ACC02EC3E}"/>
              </a:ext>
            </a:extLst>
          </p:cNvPr>
          <p:cNvSpPr>
            <a:spLocks noGrp="1"/>
          </p:cNvSpPr>
          <p:nvPr>
            <p:ph type="body" sz="quarter" idx="10"/>
          </p:nvPr>
        </p:nvSpPr>
        <p:spPr>
          <a:xfrm>
            <a:off x="1144962" y="3033453"/>
            <a:ext cx="7093603" cy="2212019"/>
          </a:xfrm>
        </p:spPr>
        <p:txBody>
          <a:bodyPr/>
          <a:lstStyle/>
          <a:p>
            <a:pPr marL="342900" indent="-342900">
              <a:lnSpc>
                <a:spcPct val="150000"/>
              </a:lnSpc>
              <a:buFont typeface="Arial" panose="020B0604020202020204" pitchFamily="34" charset="0"/>
              <a:buChar char="•"/>
            </a:pPr>
            <a:r>
              <a:rPr lang="en-US" dirty="0"/>
              <a:t>The font family of a text is set with the font-family property.</a:t>
            </a:r>
          </a:p>
          <a:p>
            <a:pPr marL="342900" indent="-342900">
              <a:lnSpc>
                <a:spcPct val="150000"/>
              </a:lnSpc>
              <a:buFont typeface="Arial" panose="020B0604020202020204" pitchFamily="34" charset="0"/>
              <a:buChar char="•"/>
            </a:pPr>
            <a:r>
              <a:rPr lang="en-US" dirty="0"/>
              <a:t>The font-family property should hold several font names as a "fallback" system. If the browser does not support the first font, it tries the next font.</a:t>
            </a:r>
          </a:p>
          <a:p>
            <a:pPr marL="342900" indent="-342900">
              <a:lnSpc>
                <a:spcPct val="150000"/>
              </a:lnSpc>
              <a:buFont typeface="Arial" panose="020B0604020202020204" pitchFamily="34" charset="0"/>
              <a:buChar char="•"/>
            </a:pPr>
            <a:r>
              <a:rPr lang="en-US" dirty="0"/>
              <a:t>p{</a:t>
            </a:r>
            <a:r>
              <a:rPr lang="en-US" dirty="0" err="1"/>
              <a:t>font-family:"Times</a:t>
            </a:r>
            <a:r>
              <a:rPr lang="en-US" dirty="0"/>
              <a:t> New Roman", Times, serif;}</a:t>
            </a:r>
          </a:p>
        </p:txBody>
      </p:sp>
    </p:spTree>
    <p:extLst>
      <p:ext uri="{BB962C8B-B14F-4D97-AF65-F5344CB8AC3E}">
        <p14:creationId xmlns:p14="http://schemas.microsoft.com/office/powerpoint/2010/main" val="4090435353"/>
      </p:ext>
    </p:extLst>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1CC18E-2025-C140-F902-84433DD86B19}"/>
              </a:ext>
            </a:extLst>
          </p:cNvPr>
          <p:cNvSpPr>
            <a:spLocks noGrp="1"/>
          </p:cNvSpPr>
          <p:nvPr>
            <p:ph type="body" sz="quarter" idx="11"/>
          </p:nvPr>
        </p:nvSpPr>
        <p:spPr>
          <a:xfrm>
            <a:off x="3090302" y="3672196"/>
            <a:ext cx="5901297" cy="2326957"/>
          </a:xfrm>
        </p:spPr>
        <p:txBody>
          <a:bodyPr/>
          <a:lstStyle/>
          <a:p>
            <a:pPr marL="342900" indent="-342900">
              <a:lnSpc>
                <a:spcPct val="150000"/>
              </a:lnSpc>
              <a:buFont typeface="Arial" panose="020B0604020202020204" pitchFamily="34" charset="0"/>
              <a:buChar char="•"/>
            </a:pPr>
            <a:r>
              <a:rPr lang="en-US" dirty="0" err="1"/>
              <a:t>p.normal</a:t>
            </a:r>
            <a:r>
              <a:rPr lang="en-US" dirty="0"/>
              <a:t> {</a:t>
            </a:r>
            <a:r>
              <a:rPr lang="en-US" dirty="0" err="1"/>
              <a:t>font-style:normal</a:t>
            </a:r>
            <a:r>
              <a:rPr lang="en-US" dirty="0"/>
              <a:t>;} </a:t>
            </a:r>
          </a:p>
          <a:p>
            <a:pPr marL="342900" indent="-342900">
              <a:lnSpc>
                <a:spcPct val="150000"/>
              </a:lnSpc>
              <a:buFont typeface="Arial" panose="020B0604020202020204" pitchFamily="34" charset="0"/>
              <a:buChar char="•"/>
            </a:pPr>
            <a:r>
              <a:rPr lang="en-US" dirty="0" err="1"/>
              <a:t>p.italic</a:t>
            </a:r>
            <a:r>
              <a:rPr lang="en-US" dirty="0"/>
              <a:t> {</a:t>
            </a:r>
            <a:r>
              <a:rPr lang="en-US" dirty="0" err="1"/>
              <a:t>font-style:italic</a:t>
            </a:r>
            <a:r>
              <a:rPr lang="en-US" dirty="0"/>
              <a:t>;} </a:t>
            </a:r>
          </a:p>
          <a:p>
            <a:pPr marL="342900" indent="-342900">
              <a:lnSpc>
                <a:spcPct val="150000"/>
              </a:lnSpc>
              <a:buFont typeface="Arial" panose="020B0604020202020204" pitchFamily="34" charset="0"/>
              <a:buChar char="•"/>
            </a:pPr>
            <a:r>
              <a:rPr lang="en-US" dirty="0" err="1"/>
              <a:t>p.oblique</a:t>
            </a:r>
            <a:r>
              <a:rPr lang="en-US" dirty="0"/>
              <a:t> {</a:t>
            </a:r>
            <a:r>
              <a:rPr lang="en-US" dirty="0" err="1"/>
              <a:t>font-style:oblique</a:t>
            </a:r>
            <a:r>
              <a:rPr lang="en-US" dirty="0"/>
              <a:t>;}</a:t>
            </a:r>
          </a:p>
          <a:p>
            <a:pPr marL="342900" indent="-342900">
              <a:lnSpc>
                <a:spcPct val="150000"/>
              </a:lnSpc>
              <a:buFont typeface="Arial" panose="020B0604020202020204" pitchFamily="34" charset="0"/>
              <a:buChar char="•"/>
            </a:pPr>
            <a:endParaRPr lang="en-US" dirty="0"/>
          </a:p>
          <a:p>
            <a:pPr marL="342900" indent="-342900">
              <a:lnSpc>
                <a:spcPct val="150000"/>
              </a:lnSpc>
              <a:buFont typeface="Arial" panose="020B0604020202020204" pitchFamily="34" charset="0"/>
              <a:buChar char="•"/>
            </a:pPr>
            <a:r>
              <a:rPr lang="en-US" dirty="0"/>
              <a:t>h1 {font-size:40px;} </a:t>
            </a:r>
          </a:p>
          <a:p>
            <a:pPr marL="342900" indent="-342900">
              <a:lnSpc>
                <a:spcPct val="150000"/>
              </a:lnSpc>
              <a:buFont typeface="Arial" panose="020B0604020202020204" pitchFamily="34" charset="0"/>
              <a:buChar char="•"/>
            </a:pPr>
            <a:r>
              <a:rPr lang="en-US" dirty="0"/>
              <a:t>h2 {font-size:30px;} </a:t>
            </a:r>
          </a:p>
          <a:p>
            <a:pPr marL="342900" indent="-342900">
              <a:lnSpc>
                <a:spcPct val="150000"/>
              </a:lnSpc>
              <a:buFont typeface="Arial" panose="020B0604020202020204" pitchFamily="34" charset="0"/>
              <a:buChar char="•"/>
            </a:pPr>
            <a:r>
              <a:rPr lang="en-US" dirty="0"/>
              <a:t>p {font-size:14px;}</a:t>
            </a:r>
          </a:p>
          <a:p>
            <a:pPr marL="342900" indent="-342900">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2265727607"/>
      </p:ext>
    </p:extLst>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AFD627-3772-79CB-A0A7-B16D767D888E}"/>
              </a:ext>
            </a:extLst>
          </p:cNvPr>
          <p:cNvSpPr>
            <a:spLocks noGrp="1"/>
          </p:cNvSpPr>
          <p:nvPr>
            <p:ph type="body" sz="quarter" idx="11"/>
          </p:nvPr>
        </p:nvSpPr>
        <p:spPr>
          <a:xfrm>
            <a:off x="947738" y="3548623"/>
            <a:ext cx="7559675" cy="2876892"/>
          </a:xfrm>
        </p:spPr>
        <p:txBody>
          <a:bodyPr/>
          <a:lstStyle/>
          <a:p>
            <a:pPr marL="285750" indent="-285750">
              <a:lnSpc>
                <a:spcPct val="150000"/>
              </a:lnSpc>
              <a:buFont typeface="Arial" panose="020B0604020202020204" pitchFamily="34" charset="0"/>
              <a:buChar char="•"/>
            </a:pPr>
            <a:r>
              <a:rPr lang="en-US" sz="1600" dirty="0"/>
              <a:t>Set Font Size With Em</a:t>
            </a:r>
          </a:p>
          <a:p>
            <a:pPr marL="285750" indent="-285750">
              <a:lnSpc>
                <a:spcPct val="150000"/>
              </a:lnSpc>
              <a:buFont typeface="Arial" panose="020B0604020202020204" pitchFamily="34" charset="0"/>
              <a:buChar char="•"/>
            </a:pPr>
            <a:r>
              <a:rPr lang="en-US" sz="1600" dirty="0"/>
              <a:t>To avoid the resizing problem with Internet Explorer, many developers use </a:t>
            </a:r>
            <a:r>
              <a:rPr lang="en-US" sz="1600" dirty="0" err="1"/>
              <a:t>em</a:t>
            </a:r>
            <a:r>
              <a:rPr lang="en-US" sz="1600" dirty="0"/>
              <a:t> instead of pixels.</a:t>
            </a:r>
          </a:p>
          <a:p>
            <a:pPr marL="285750" indent="-285750">
              <a:lnSpc>
                <a:spcPct val="150000"/>
              </a:lnSpc>
              <a:buFont typeface="Arial" panose="020B0604020202020204" pitchFamily="34" charset="0"/>
              <a:buChar char="•"/>
            </a:pPr>
            <a:r>
              <a:rPr lang="en-US" sz="1600" dirty="0"/>
              <a:t>The </a:t>
            </a:r>
            <a:r>
              <a:rPr lang="en-US" sz="1600" dirty="0" err="1"/>
              <a:t>em</a:t>
            </a:r>
            <a:r>
              <a:rPr lang="en-US" sz="1600" dirty="0"/>
              <a:t> size unit is recommended by the W3C.</a:t>
            </a:r>
          </a:p>
          <a:p>
            <a:pPr marL="285750" indent="-285750">
              <a:lnSpc>
                <a:spcPct val="150000"/>
              </a:lnSpc>
              <a:buFont typeface="Arial" panose="020B0604020202020204" pitchFamily="34" charset="0"/>
              <a:buChar char="•"/>
            </a:pPr>
            <a:r>
              <a:rPr lang="en-US" sz="1600" dirty="0"/>
              <a:t>1em is equal to the current font size. The default text size in browsers is 16px. So, the default size of 1em is 16px.</a:t>
            </a:r>
          </a:p>
          <a:p>
            <a:pPr marL="285750" indent="-285750">
              <a:lnSpc>
                <a:spcPct val="150000"/>
              </a:lnSpc>
              <a:buFont typeface="Arial" panose="020B0604020202020204" pitchFamily="34" charset="0"/>
              <a:buChar char="•"/>
            </a:pPr>
            <a:r>
              <a:rPr lang="en-US" sz="1600" dirty="0"/>
              <a:t>The size can be calculated from pixels to </a:t>
            </a:r>
            <a:r>
              <a:rPr lang="en-US" sz="1600" dirty="0" err="1"/>
              <a:t>em</a:t>
            </a:r>
            <a:r>
              <a:rPr lang="en-US" sz="1600" dirty="0"/>
              <a:t> using this formula: pixels/16=</a:t>
            </a:r>
            <a:r>
              <a:rPr lang="en-US" sz="1600" dirty="0" err="1"/>
              <a:t>em</a:t>
            </a:r>
            <a:endParaRPr lang="en-US" sz="1600" dirty="0"/>
          </a:p>
          <a:p>
            <a:pPr marL="285750" indent="-285750">
              <a:lnSpc>
                <a:spcPct val="150000"/>
              </a:lnSpc>
              <a:buFont typeface="Arial" panose="020B0604020202020204" pitchFamily="34" charset="0"/>
              <a:buChar char="•"/>
            </a:pPr>
            <a:r>
              <a:rPr lang="en-US" sz="1600" dirty="0"/>
              <a:t>Example</a:t>
            </a:r>
          </a:p>
          <a:p>
            <a:pPr lvl="2">
              <a:lnSpc>
                <a:spcPct val="150000"/>
              </a:lnSpc>
            </a:pPr>
            <a:r>
              <a:rPr lang="en-US" dirty="0"/>
              <a:t>h1 {font-size:2.5em;} /* 40px/16=2.5em */</a:t>
            </a:r>
          </a:p>
          <a:p>
            <a:pPr lvl="2">
              <a:lnSpc>
                <a:spcPct val="150000"/>
              </a:lnSpc>
            </a:pPr>
            <a:r>
              <a:rPr lang="en-US" dirty="0"/>
              <a:t>h2 {font-size:1.875em;} /* 30px/16=1.875em */ </a:t>
            </a:r>
          </a:p>
          <a:p>
            <a:pPr lvl="2">
              <a:lnSpc>
                <a:spcPct val="150000"/>
              </a:lnSpc>
            </a:pPr>
            <a:r>
              <a:rPr lang="en-US" dirty="0"/>
              <a:t>p {font-size:0.875em;} /* 14px/16=0.875em */</a:t>
            </a:r>
          </a:p>
          <a:p>
            <a:pPr>
              <a:lnSpc>
                <a:spcPct val="150000"/>
              </a:lnSpc>
            </a:pPr>
            <a:endParaRPr lang="en-US" sz="1600" dirty="0"/>
          </a:p>
        </p:txBody>
      </p:sp>
    </p:spTree>
    <p:extLst>
      <p:ext uri="{BB962C8B-B14F-4D97-AF65-F5344CB8AC3E}">
        <p14:creationId xmlns:p14="http://schemas.microsoft.com/office/powerpoint/2010/main" val="2004685004"/>
      </p:ext>
    </p:extLst>
  </p:cSld>
  <p:clrMapOvr>
    <a:masterClrMapping/>
  </p:clrMapOvr>
  <p:transition>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7EC1E6-69DD-EF9B-8C41-CD3F844D134E}"/>
              </a:ext>
            </a:extLst>
          </p:cNvPr>
          <p:cNvSpPr>
            <a:spLocks noGrp="1"/>
          </p:cNvSpPr>
          <p:nvPr>
            <p:ph type="sldNum" sz="quarter" idx="4"/>
          </p:nvPr>
        </p:nvSpPr>
        <p:spPr/>
        <p:txBody>
          <a:bodyPr/>
          <a:lstStyle/>
          <a:p>
            <a:fld id="{D71DA9FD-6EF8-4CC5-AF9B-B6159B5B937C}" type="slidenum">
              <a:rPr lang="en-GB" noProof="1" smtClean="0"/>
              <a:pPr/>
              <a:t>55</a:t>
            </a:fld>
            <a:endParaRPr lang="en-GB" noProof="1"/>
          </a:p>
        </p:txBody>
      </p:sp>
      <p:sp>
        <p:nvSpPr>
          <p:cNvPr id="3" name="Footer Placeholder 2">
            <a:extLst>
              <a:ext uri="{FF2B5EF4-FFF2-40B4-BE49-F238E27FC236}">
                <a16:creationId xmlns:a16="http://schemas.microsoft.com/office/drawing/2014/main" id="{2314776D-288A-6895-C319-906E6391CF0E}"/>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Title 3">
            <a:extLst>
              <a:ext uri="{FF2B5EF4-FFF2-40B4-BE49-F238E27FC236}">
                <a16:creationId xmlns:a16="http://schemas.microsoft.com/office/drawing/2014/main" id="{C491F10D-9BD5-BEDA-305A-BA194E07E42D}"/>
              </a:ext>
            </a:extLst>
          </p:cNvPr>
          <p:cNvSpPr>
            <a:spLocks noGrp="1"/>
          </p:cNvSpPr>
          <p:nvPr>
            <p:ph type="title"/>
          </p:nvPr>
        </p:nvSpPr>
        <p:spPr>
          <a:xfrm>
            <a:off x="340044" y="569595"/>
            <a:ext cx="8661082" cy="560071"/>
          </a:xfrm>
        </p:spPr>
        <p:txBody>
          <a:bodyPr/>
          <a:lstStyle/>
          <a:p>
            <a:r>
              <a:rPr lang="en-US" dirty="0"/>
              <a:t>STYLING LINKS</a:t>
            </a:r>
          </a:p>
        </p:txBody>
      </p:sp>
      <p:sp>
        <p:nvSpPr>
          <p:cNvPr id="5" name="TextBox 4">
            <a:extLst>
              <a:ext uri="{FF2B5EF4-FFF2-40B4-BE49-F238E27FC236}">
                <a16:creationId xmlns:a16="http://schemas.microsoft.com/office/drawing/2014/main" id="{E02D00B8-6DF4-5C2A-6E6B-E1B6630DB3A0}"/>
              </a:ext>
            </a:extLst>
          </p:cNvPr>
          <p:cNvSpPr txBox="1"/>
          <p:nvPr/>
        </p:nvSpPr>
        <p:spPr bwMode="ltGray">
          <a:xfrm>
            <a:off x="439271" y="849630"/>
            <a:ext cx="9099176" cy="6367717"/>
          </a:xfrm>
          <a:prstGeom prst="rect">
            <a:avLst/>
          </a:prstGeom>
          <a:noFill/>
          <a:ln w="6350">
            <a:noFill/>
            <a:miter lim="800000"/>
            <a:headEnd/>
            <a:tailEnd/>
          </a:ln>
        </p:spPr>
        <p:txBody>
          <a:bodyPr wrap="square" lIns="100913" tIns="50457" rIns="100913" bIns="50457" rtlCol="0" anchor="t" anchorCtr="0">
            <a:spAutoFit/>
          </a:bodyPr>
          <a:lstStyle/>
          <a:p>
            <a:pPr marL="285750" indent="-285750" eaLnBrk="0" hangingPunct="0">
              <a:lnSpc>
                <a:spcPct val="150000"/>
              </a:lnSpc>
              <a:buFont typeface="Arial" panose="020B0604020202020204" pitchFamily="34" charset="0"/>
              <a:buChar char="•"/>
            </a:pPr>
            <a:r>
              <a:rPr lang="en-US" sz="1400" dirty="0">
                <a:solidFill>
                  <a:srgbClr val="00A3E0"/>
                </a:solidFill>
                <a:latin typeface="+mn-lt"/>
              </a:rPr>
              <a:t>Links can be style with any CSS property (e.g. color, font-family, background-color).</a:t>
            </a:r>
          </a:p>
          <a:p>
            <a:pPr marL="285750" indent="-285750" eaLnBrk="0" hangingPunct="0">
              <a:lnSpc>
                <a:spcPct val="150000"/>
              </a:lnSpc>
              <a:buFont typeface="Arial" panose="020B0604020202020204" pitchFamily="34" charset="0"/>
              <a:buChar char="•"/>
            </a:pPr>
            <a:r>
              <a:rPr lang="en-US" sz="1400" dirty="0">
                <a:solidFill>
                  <a:srgbClr val="00A3E0"/>
                </a:solidFill>
                <a:latin typeface="+mn-lt"/>
              </a:rPr>
              <a:t>Special for links are that they can be styled differently depending on what state they are in.</a:t>
            </a:r>
          </a:p>
          <a:p>
            <a:pPr marL="285750" indent="-285750" eaLnBrk="0" hangingPunct="0">
              <a:lnSpc>
                <a:spcPct val="150000"/>
              </a:lnSpc>
              <a:buFont typeface="Arial" panose="020B0604020202020204" pitchFamily="34" charset="0"/>
              <a:buChar char="•"/>
            </a:pPr>
            <a:r>
              <a:rPr lang="en-US" sz="1400" dirty="0">
                <a:solidFill>
                  <a:srgbClr val="00A3E0"/>
                </a:solidFill>
                <a:latin typeface="+mn-lt"/>
              </a:rPr>
              <a:t>The four links states are:</a:t>
            </a: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a:link - a normal, unvisited link</a:t>
            </a: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a:visited - a link the user has visited</a:t>
            </a: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a:hover - a link when the user mouses over it</a:t>
            </a:r>
          </a:p>
          <a:p>
            <a:pPr marL="383090" marR="82550" lvl="2" indent="-370390" eaLnBrk="0" hangingPunct="0">
              <a:lnSpc>
                <a:spcPct val="150000"/>
              </a:lnSpc>
              <a:spcBef>
                <a:spcPts val="660"/>
              </a:spcBef>
              <a:spcAft>
                <a:spcPts val="0"/>
              </a:spcAft>
              <a:buFont typeface="Arial" charset="0"/>
              <a:buChar char="—"/>
            </a:pPr>
            <a:r>
              <a:rPr lang="en-US" sz="1200" dirty="0">
                <a:latin typeface="+mn-lt"/>
                <a:ea typeface="Deutsche Bank Text" panose="020B0503020202030204" pitchFamily="34" charset="0"/>
              </a:rPr>
              <a:t>a:active - a link the moment it is clicked</a:t>
            </a:r>
          </a:p>
          <a:p>
            <a:pPr marL="285750" indent="-285750" eaLnBrk="0" hangingPunct="0">
              <a:lnSpc>
                <a:spcPct val="150000"/>
              </a:lnSpc>
              <a:buFont typeface="Arial" panose="020B0604020202020204" pitchFamily="34" charset="0"/>
              <a:buChar char="•"/>
            </a:pPr>
            <a:r>
              <a:rPr lang="en-US" sz="1400" dirty="0">
                <a:solidFill>
                  <a:srgbClr val="00A3E0"/>
                </a:solidFill>
                <a:latin typeface="+mn-lt"/>
              </a:rPr>
              <a:t>Example</a:t>
            </a:r>
          </a:p>
          <a:p>
            <a:pPr marL="383090" marR="82550" lvl="2" indent="-370390">
              <a:spcBef>
                <a:spcPts val="660"/>
              </a:spcBef>
              <a:spcAft>
                <a:spcPts val="0"/>
              </a:spcAft>
              <a:buFont typeface="Arial" charset="0"/>
              <a:buChar char="—"/>
            </a:pPr>
            <a:r>
              <a:rPr lang="en-US" sz="1200" dirty="0">
                <a:latin typeface="+mn-lt"/>
                <a:ea typeface="Deutsche Bank Text" panose="020B0503020202030204" pitchFamily="34" charset="0"/>
              </a:rPr>
              <a:t>a:link {color:#FF0000;} /* unvisited link */ </a:t>
            </a:r>
          </a:p>
          <a:p>
            <a:pPr marL="383090" marR="82550" lvl="2" indent="-370390">
              <a:spcBef>
                <a:spcPts val="660"/>
              </a:spcBef>
              <a:spcAft>
                <a:spcPts val="0"/>
              </a:spcAft>
              <a:buFont typeface="Arial" charset="0"/>
              <a:buChar char="—"/>
            </a:pPr>
            <a:r>
              <a:rPr lang="en-US" sz="1200" dirty="0">
                <a:latin typeface="+mn-lt"/>
                <a:ea typeface="Deutsche Bank Text" panose="020B0503020202030204" pitchFamily="34" charset="0"/>
              </a:rPr>
              <a:t>a:visited {color:#00FF00;} /* visited link */ </a:t>
            </a:r>
          </a:p>
          <a:p>
            <a:pPr marL="383090" marR="82550" lvl="2" indent="-370390">
              <a:spcBef>
                <a:spcPts val="660"/>
              </a:spcBef>
              <a:spcAft>
                <a:spcPts val="0"/>
              </a:spcAft>
              <a:buFont typeface="Arial" charset="0"/>
              <a:buChar char="—"/>
            </a:pPr>
            <a:r>
              <a:rPr lang="en-US" sz="1200" dirty="0">
                <a:latin typeface="+mn-lt"/>
                <a:ea typeface="Deutsche Bank Text" panose="020B0503020202030204" pitchFamily="34" charset="0"/>
              </a:rPr>
              <a:t>a:hover {color:#FF00FF;} /* mouse over link */ </a:t>
            </a:r>
          </a:p>
          <a:p>
            <a:pPr marL="383090" marR="82550" lvl="2" indent="-370390">
              <a:spcBef>
                <a:spcPts val="660"/>
              </a:spcBef>
              <a:spcAft>
                <a:spcPts val="0"/>
              </a:spcAft>
              <a:buFont typeface="Arial" charset="0"/>
              <a:buChar char="—"/>
            </a:pPr>
            <a:r>
              <a:rPr lang="en-US" sz="1200" dirty="0">
                <a:latin typeface="+mn-lt"/>
                <a:ea typeface="Deutsche Bank Text" panose="020B0503020202030204" pitchFamily="34" charset="0"/>
              </a:rPr>
              <a:t>a:active {color:#0000FF;} /* selected link */</a:t>
            </a:r>
          </a:p>
          <a:p>
            <a:pPr marL="285750" indent="-285750" eaLnBrk="0" hangingPunct="0">
              <a:buFont typeface="Arial" panose="020B0604020202020204" pitchFamily="34" charset="0"/>
              <a:buChar char="•"/>
            </a:pPr>
            <a:endParaRPr lang="en-US" sz="1400" dirty="0">
              <a:solidFill>
                <a:srgbClr val="00A3E0"/>
              </a:solidFill>
              <a:latin typeface="+mn-lt"/>
            </a:endParaRP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a:link {</a:t>
            </a:r>
            <a:r>
              <a:rPr lang="en-US" sz="1200" dirty="0" err="1">
                <a:latin typeface="+mn-lt"/>
                <a:ea typeface="Deutsche Bank Text" panose="020B0503020202030204" pitchFamily="34" charset="0"/>
              </a:rPr>
              <a:t>text-decoration:none</a:t>
            </a:r>
            <a:r>
              <a:rPr lang="en-US" sz="1200" dirty="0">
                <a:latin typeface="+mn-lt"/>
                <a:ea typeface="Deutsche Bank Text" panose="020B0503020202030204" pitchFamily="34" charset="0"/>
              </a:rPr>
              <a:t>;} </a:t>
            </a: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a:visited {</a:t>
            </a:r>
            <a:r>
              <a:rPr lang="en-US" sz="1200" dirty="0" err="1">
                <a:latin typeface="+mn-lt"/>
                <a:ea typeface="Deutsche Bank Text" panose="020B0503020202030204" pitchFamily="34" charset="0"/>
              </a:rPr>
              <a:t>text-decoration:none</a:t>
            </a:r>
            <a:r>
              <a:rPr lang="en-US" sz="1200" dirty="0">
                <a:latin typeface="+mn-lt"/>
                <a:ea typeface="Deutsche Bank Text" panose="020B0503020202030204" pitchFamily="34" charset="0"/>
              </a:rPr>
              <a:t>;} </a:t>
            </a: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a:hover {</a:t>
            </a:r>
            <a:r>
              <a:rPr lang="en-US" sz="1200" dirty="0" err="1">
                <a:latin typeface="+mn-lt"/>
                <a:ea typeface="Deutsche Bank Text" panose="020B0503020202030204" pitchFamily="34" charset="0"/>
              </a:rPr>
              <a:t>text-decoration:underline</a:t>
            </a:r>
            <a:r>
              <a:rPr lang="en-US" sz="1200" dirty="0">
                <a:latin typeface="+mn-lt"/>
                <a:ea typeface="Deutsche Bank Text" panose="020B0503020202030204" pitchFamily="34" charset="0"/>
              </a:rPr>
              <a:t>;} </a:t>
            </a: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a:active {</a:t>
            </a:r>
            <a:r>
              <a:rPr lang="en-US" sz="1200" dirty="0" err="1">
                <a:latin typeface="+mn-lt"/>
                <a:ea typeface="Deutsche Bank Text" panose="020B0503020202030204" pitchFamily="34" charset="0"/>
              </a:rPr>
              <a:t>text-decoration:underline</a:t>
            </a:r>
            <a:r>
              <a:rPr lang="en-US" sz="1200" dirty="0">
                <a:latin typeface="+mn-lt"/>
                <a:ea typeface="Deutsche Bank Text" panose="020B0503020202030204" pitchFamily="34" charset="0"/>
              </a:rPr>
              <a:t>;}</a:t>
            </a:r>
          </a:p>
          <a:p>
            <a:pPr marL="383090" marR="82550" lvl="2" indent="-370390" eaLnBrk="0" hangingPunct="0">
              <a:spcBef>
                <a:spcPts val="660"/>
              </a:spcBef>
              <a:spcAft>
                <a:spcPts val="0"/>
              </a:spcAft>
              <a:buFont typeface="Arial" charset="0"/>
              <a:buChar char="—"/>
            </a:pPr>
            <a:endParaRPr lang="en-US" sz="1200" dirty="0">
              <a:latin typeface="+mn-lt"/>
              <a:ea typeface="Deutsche Bank Text" panose="020B0503020202030204" pitchFamily="34" charset="0"/>
            </a:endParaRP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a:link {background-color:#B2FF99;} </a:t>
            </a: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a:visited {background-color:#FFFF85;} </a:t>
            </a: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a:hover {background-color:#FF704D;} </a:t>
            </a:r>
          </a:p>
          <a:p>
            <a:pPr marL="383090" marR="82550" lvl="2" indent="-370390" eaLnBrk="0" hangingPunct="0">
              <a:spcBef>
                <a:spcPts val="660"/>
              </a:spcBef>
              <a:spcAft>
                <a:spcPts val="0"/>
              </a:spcAft>
              <a:buFont typeface="Arial" charset="0"/>
              <a:buChar char="—"/>
            </a:pPr>
            <a:r>
              <a:rPr lang="en-US" sz="1200" dirty="0">
                <a:latin typeface="+mn-lt"/>
                <a:ea typeface="Deutsche Bank Text" panose="020B0503020202030204" pitchFamily="34" charset="0"/>
              </a:rPr>
              <a:t>a:active {background-color:#FF704D;}</a:t>
            </a:r>
          </a:p>
        </p:txBody>
      </p:sp>
    </p:spTree>
    <p:extLst>
      <p:ext uri="{BB962C8B-B14F-4D97-AF65-F5344CB8AC3E}">
        <p14:creationId xmlns:p14="http://schemas.microsoft.com/office/powerpoint/2010/main" val="1172250942"/>
      </p:ext>
    </p:extLst>
  </p:cSld>
  <p:clrMapOvr>
    <a:masterClrMapping/>
  </p:clrMapOvr>
  <p:transition>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1CC18E-2025-C140-F902-84433DD86B19}"/>
              </a:ext>
            </a:extLst>
          </p:cNvPr>
          <p:cNvSpPr>
            <a:spLocks noGrp="1"/>
          </p:cNvSpPr>
          <p:nvPr>
            <p:ph type="body" sz="quarter" idx="11"/>
          </p:nvPr>
        </p:nvSpPr>
        <p:spPr>
          <a:xfrm>
            <a:off x="2848254" y="2133599"/>
            <a:ext cx="8214193" cy="3910377"/>
          </a:xfrm>
        </p:spPr>
        <p:txBody>
          <a:bodyPr/>
          <a:lstStyle/>
          <a:p>
            <a:pPr marL="342900" indent="-342900">
              <a:lnSpc>
                <a:spcPct val="150000"/>
              </a:lnSpc>
              <a:buFont typeface="Arial" panose="020B0604020202020204" pitchFamily="34" charset="0"/>
              <a:buChar char="•"/>
            </a:pPr>
            <a:r>
              <a:rPr lang="en-US" dirty="0" err="1"/>
              <a:t>ul.a</a:t>
            </a:r>
            <a:r>
              <a:rPr lang="en-US" dirty="0"/>
              <a:t> {list-style-type: circle;} </a:t>
            </a:r>
          </a:p>
          <a:p>
            <a:pPr marL="342900" indent="-342900">
              <a:lnSpc>
                <a:spcPct val="150000"/>
              </a:lnSpc>
              <a:buFont typeface="Arial" panose="020B0604020202020204" pitchFamily="34" charset="0"/>
              <a:buChar char="•"/>
            </a:pPr>
            <a:r>
              <a:rPr lang="en-US" dirty="0" err="1"/>
              <a:t>ul.b</a:t>
            </a:r>
            <a:r>
              <a:rPr lang="en-US" dirty="0"/>
              <a:t> {list-style-type: square;}</a:t>
            </a:r>
          </a:p>
          <a:p>
            <a:pPr marL="342900" indent="-342900">
              <a:lnSpc>
                <a:spcPct val="150000"/>
              </a:lnSpc>
              <a:buFont typeface="Arial" panose="020B0604020202020204" pitchFamily="34" charset="0"/>
              <a:buChar char="•"/>
            </a:pPr>
            <a:endParaRPr lang="en-US" dirty="0"/>
          </a:p>
          <a:p>
            <a:pPr marL="342900" indent="-342900">
              <a:lnSpc>
                <a:spcPct val="150000"/>
              </a:lnSpc>
              <a:buFont typeface="Arial" panose="020B0604020202020204" pitchFamily="34" charset="0"/>
              <a:buChar char="•"/>
            </a:pPr>
            <a:r>
              <a:rPr lang="en-US" dirty="0" err="1"/>
              <a:t>ol.c</a:t>
            </a:r>
            <a:r>
              <a:rPr lang="en-US" dirty="0"/>
              <a:t> {list-style-type: upper-roman;} </a:t>
            </a:r>
          </a:p>
          <a:p>
            <a:pPr marL="342900" indent="-342900">
              <a:lnSpc>
                <a:spcPct val="150000"/>
              </a:lnSpc>
              <a:buFont typeface="Arial" panose="020B0604020202020204" pitchFamily="34" charset="0"/>
              <a:buChar char="•"/>
            </a:pPr>
            <a:r>
              <a:rPr lang="en-US" dirty="0" err="1"/>
              <a:t>ol.d</a:t>
            </a:r>
            <a:r>
              <a:rPr lang="en-US" dirty="0"/>
              <a:t> {list-style-type: lower-alpha;}</a:t>
            </a:r>
          </a:p>
          <a:p>
            <a:pPr marL="342900" indent="-342900">
              <a:lnSpc>
                <a:spcPct val="150000"/>
              </a:lnSpc>
              <a:buFont typeface="Arial" panose="020B0604020202020204" pitchFamily="34" charset="0"/>
              <a:buChar char="•"/>
            </a:pPr>
            <a:r>
              <a:rPr lang="en-US" dirty="0" err="1"/>
              <a:t>ul</a:t>
            </a:r>
            <a:endParaRPr lang="en-US" dirty="0"/>
          </a:p>
          <a:p>
            <a:pPr marL="317476" lvl="3" indent="0">
              <a:lnSpc>
                <a:spcPct val="150000"/>
              </a:lnSpc>
              <a:buNone/>
            </a:pPr>
            <a:r>
              <a:rPr lang="en-US" sz="1600" dirty="0"/>
              <a:t>{</a:t>
            </a:r>
          </a:p>
          <a:p>
            <a:pPr marL="317476" lvl="3" indent="0">
              <a:lnSpc>
                <a:spcPct val="150000"/>
              </a:lnSpc>
              <a:buNone/>
            </a:pPr>
            <a:r>
              <a:rPr lang="en-US" sz="1600" dirty="0"/>
              <a:t>list-style-image: </a:t>
            </a:r>
            <a:r>
              <a:rPr lang="en-US" sz="1600" dirty="0" err="1"/>
              <a:t>url</a:t>
            </a:r>
            <a:r>
              <a:rPr lang="en-US" sz="1600" dirty="0"/>
              <a:t>('sqpurple.jpg');</a:t>
            </a:r>
          </a:p>
          <a:p>
            <a:pPr marL="317476" lvl="3" indent="0">
              <a:lnSpc>
                <a:spcPct val="150000"/>
              </a:lnSpc>
              <a:buNone/>
            </a:pPr>
            <a:r>
              <a:rPr lang="en-US" sz="1600" dirty="0"/>
              <a:t>}</a:t>
            </a:r>
          </a:p>
        </p:txBody>
      </p:sp>
    </p:spTree>
    <p:extLst>
      <p:ext uri="{BB962C8B-B14F-4D97-AF65-F5344CB8AC3E}">
        <p14:creationId xmlns:p14="http://schemas.microsoft.com/office/powerpoint/2010/main" val="3304552755"/>
      </p:ext>
    </p:extLst>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7EC1E6-69DD-EF9B-8C41-CD3F844D134E}"/>
              </a:ext>
            </a:extLst>
          </p:cNvPr>
          <p:cNvSpPr>
            <a:spLocks noGrp="1"/>
          </p:cNvSpPr>
          <p:nvPr>
            <p:ph type="sldNum" sz="quarter" idx="4"/>
          </p:nvPr>
        </p:nvSpPr>
        <p:spPr/>
        <p:txBody>
          <a:bodyPr/>
          <a:lstStyle/>
          <a:p>
            <a:fld id="{D71DA9FD-6EF8-4CC5-AF9B-B6159B5B937C}" type="slidenum">
              <a:rPr lang="en-GB" noProof="1" smtClean="0"/>
              <a:pPr/>
              <a:t>57</a:t>
            </a:fld>
            <a:endParaRPr lang="en-GB" noProof="1"/>
          </a:p>
        </p:txBody>
      </p:sp>
      <p:sp>
        <p:nvSpPr>
          <p:cNvPr id="3" name="Footer Placeholder 2">
            <a:extLst>
              <a:ext uri="{FF2B5EF4-FFF2-40B4-BE49-F238E27FC236}">
                <a16:creationId xmlns:a16="http://schemas.microsoft.com/office/drawing/2014/main" id="{2314776D-288A-6895-C319-906E6391CF0E}"/>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6" name="object 2">
            <a:extLst>
              <a:ext uri="{FF2B5EF4-FFF2-40B4-BE49-F238E27FC236}">
                <a16:creationId xmlns:a16="http://schemas.microsoft.com/office/drawing/2014/main" id="{7734D2F9-6FA5-4913-2A74-F58B6F7DEF00}"/>
              </a:ext>
            </a:extLst>
          </p:cNvPr>
          <p:cNvSpPr txBox="1"/>
          <p:nvPr/>
        </p:nvSpPr>
        <p:spPr>
          <a:xfrm>
            <a:off x="885240" y="1609726"/>
            <a:ext cx="3792220" cy="1427635"/>
          </a:xfrm>
          <a:prstGeom prst="rect">
            <a:avLst/>
          </a:prstGeom>
        </p:spPr>
        <p:txBody>
          <a:bodyPr vert="horz" wrap="square" lIns="0" tIns="12065" rIns="0" bIns="0" rtlCol="0">
            <a:spAutoFit/>
          </a:bodyPr>
          <a:lstStyle/>
          <a:p>
            <a:pPr marL="3810">
              <a:lnSpc>
                <a:spcPts val="3025"/>
              </a:lnSpc>
              <a:spcBef>
                <a:spcPts val="95"/>
              </a:spcBef>
              <a:buClr>
                <a:srgbClr val="0AD0D9"/>
              </a:buClr>
              <a:buSzPct val="89285"/>
              <a:tabLst>
                <a:tab pos="285115" algn="l"/>
              </a:tabLst>
            </a:pPr>
            <a:r>
              <a:rPr lang="en-US" sz="1600" dirty="0">
                <a:solidFill>
                  <a:srgbClr val="00A3E0"/>
                </a:solidFill>
                <a:latin typeface="+mn-lt"/>
                <a:cs typeface="Constantia"/>
              </a:rPr>
              <a:t>      </a:t>
            </a:r>
            <a:r>
              <a:rPr sz="1600" dirty="0">
                <a:solidFill>
                  <a:srgbClr val="00A3E0"/>
                </a:solidFill>
                <a:latin typeface="+mn-lt"/>
                <a:cs typeface="Constantia"/>
              </a:rPr>
              <a:t>table,</a:t>
            </a:r>
            <a:r>
              <a:rPr sz="1600" spc="-90" dirty="0">
                <a:solidFill>
                  <a:srgbClr val="00A3E0"/>
                </a:solidFill>
                <a:latin typeface="+mn-lt"/>
                <a:cs typeface="Constantia"/>
              </a:rPr>
              <a:t> </a:t>
            </a:r>
            <a:r>
              <a:rPr sz="1600" dirty="0">
                <a:solidFill>
                  <a:srgbClr val="00A3E0"/>
                </a:solidFill>
                <a:latin typeface="+mn-lt"/>
                <a:cs typeface="Constantia"/>
              </a:rPr>
              <a:t>th,</a:t>
            </a:r>
            <a:r>
              <a:rPr sz="1600" spc="-80" dirty="0">
                <a:solidFill>
                  <a:srgbClr val="00A3E0"/>
                </a:solidFill>
                <a:latin typeface="+mn-lt"/>
                <a:cs typeface="Constantia"/>
              </a:rPr>
              <a:t> </a:t>
            </a:r>
            <a:r>
              <a:rPr sz="1600" spc="-25" dirty="0">
                <a:solidFill>
                  <a:srgbClr val="00A3E0"/>
                </a:solidFill>
                <a:latin typeface="+mn-lt"/>
                <a:cs typeface="Constantia"/>
              </a:rPr>
              <a:t>td</a:t>
            </a:r>
            <a:endParaRPr sz="1600" dirty="0">
              <a:solidFill>
                <a:srgbClr val="00A3E0"/>
              </a:solidFill>
              <a:latin typeface="+mn-lt"/>
              <a:cs typeface="Constantia"/>
            </a:endParaRPr>
          </a:p>
          <a:p>
            <a:pPr marL="285750">
              <a:lnSpc>
                <a:spcPts val="2690"/>
              </a:lnSpc>
            </a:pPr>
            <a:r>
              <a:rPr sz="1600" spc="-50" dirty="0">
                <a:solidFill>
                  <a:srgbClr val="00A3E0"/>
                </a:solidFill>
                <a:latin typeface="+mn-lt"/>
                <a:cs typeface="Constantia"/>
              </a:rPr>
              <a:t>{</a:t>
            </a:r>
            <a:endParaRPr sz="1600" dirty="0">
              <a:solidFill>
                <a:srgbClr val="00A3E0"/>
              </a:solidFill>
              <a:latin typeface="+mn-lt"/>
              <a:cs typeface="Constantia"/>
            </a:endParaRPr>
          </a:p>
          <a:p>
            <a:pPr marL="285750">
              <a:lnSpc>
                <a:spcPts val="2690"/>
              </a:lnSpc>
            </a:pPr>
            <a:r>
              <a:rPr sz="1600" dirty="0">
                <a:solidFill>
                  <a:srgbClr val="00A3E0"/>
                </a:solidFill>
                <a:latin typeface="+mn-lt"/>
                <a:cs typeface="Constantia"/>
              </a:rPr>
              <a:t>border:</a:t>
            </a:r>
            <a:r>
              <a:rPr sz="1600" spc="-90" dirty="0">
                <a:solidFill>
                  <a:srgbClr val="00A3E0"/>
                </a:solidFill>
                <a:latin typeface="+mn-lt"/>
                <a:cs typeface="Constantia"/>
              </a:rPr>
              <a:t> </a:t>
            </a:r>
            <a:r>
              <a:rPr sz="1600" spc="-10" dirty="0">
                <a:solidFill>
                  <a:srgbClr val="00A3E0"/>
                </a:solidFill>
                <a:latin typeface="+mn-lt"/>
                <a:cs typeface="Constantia"/>
              </a:rPr>
              <a:t>1px</a:t>
            </a:r>
            <a:r>
              <a:rPr sz="1600" spc="-160" dirty="0">
                <a:solidFill>
                  <a:srgbClr val="00A3E0"/>
                </a:solidFill>
                <a:latin typeface="+mn-lt"/>
                <a:cs typeface="Constantia"/>
              </a:rPr>
              <a:t> </a:t>
            </a:r>
            <a:r>
              <a:rPr sz="1600" dirty="0">
                <a:solidFill>
                  <a:srgbClr val="00A3E0"/>
                </a:solidFill>
                <a:latin typeface="+mn-lt"/>
                <a:cs typeface="Constantia"/>
              </a:rPr>
              <a:t>solid</a:t>
            </a:r>
            <a:r>
              <a:rPr sz="1600" spc="-75" dirty="0">
                <a:solidFill>
                  <a:srgbClr val="00A3E0"/>
                </a:solidFill>
                <a:latin typeface="+mn-lt"/>
                <a:cs typeface="Constantia"/>
              </a:rPr>
              <a:t> </a:t>
            </a:r>
            <a:r>
              <a:rPr sz="1600" spc="-10" dirty="0">
                <a:solidFill>
                  <a:srgbClr val="00A3E0"/>
                </a:solidFill>
                <a:latin typeface="+mn-lt"/>
                <a:cs typeface="Constantia"/>
              </a:rPr>
              <a:t>black;</a:t>
            </a:r>
            <a:endParaRPr sz="1600" dirty="0">
              <a:solidFill>
                <a:srgbClr val="00A3E0"/>
              </a:solidFill>
              <a:latin typeface="+mn-lt"/>
              <a:cs typeface="Constantia"/>
            </a:endParaRPr>
          </a:p>
          <a:p>
            <a:pPr marL="285750">
              <a:lnSpc>
                <a:spcPts val="3025"/>
              </a:lnSpc>
            </a:pPr>
            <a:r>
              <a:rPr sz="1600" spc="-50" dirty="0">
                <a:solidFill>
                  <a:srgbClr val="00A3E0"/>
                </a:solidFill>
                <a:latin typeface="+mn-lt"/>
                <a:cs typeface="Constantia"/>
              </a:rPr>
              <a:t>}</a:t>
            </a:r>
            <a:endParaRPr sz="1600" dirty="0">
              <a:solidFill>
                <a:srgbClr val="00A3E0"/>
              </a:solidFill>
              <a:latin typeface="+mn-lt"/>
              <a:cs typeface="Constantia"/>
            </a:endParaRPr>
          </a:p>
        </p:txBody>
      </p:sp>
      <p:sp>
        <p:nvSpPr>
          <p:cNvPr id="7" name="object 4">
            <a:extLst>
              <a:ext uri="{FF2B5EF4-FFF2-40B4-BE49-F238E27FC236}">
                <a16:creationId xmlns:a16="http://schemas.microsoft.com/office/drawing/2014/main" id="{DDB4B728-15EA-7CC8-8783-5A99F6864C24}"/>
              </a:ext>
            </a:extLst>
          </p:cNvPr>
          <p:cNvSpPr txBox="1"/>
          <p:nvPr/>
        </p:nvSpPr>
        <p:spPr>
          <a:xfrm>
            <a:off x="1158340" y="3743657"/>
            <a:ext cx="3519170" cy="1427635"/>
          </a:xfrm>
          <a:prstGeom prst="rect">
            <a:avLst/>
          </a:prstGeom>
        </p:spPr>
        <p:txBody>
          <a:bodyPr vert="horz" wrap="square" lIns="0" tIns="12065" rIns="0" bIns="0" rtlCol="0">
            <a:spAutoFit/>
          </a:bodyPr>
          <a:lstStyle/>
          <a:p>
            <a:pPr marL="12700">
              <a:lnSpc>
                <a:spcPts val="3025"/>
              </a:lnSpc>
              <a:spcBef>
                <a:spcPts val="95"/>
              </a:spcBef>
            </a:pPr>
            <a:r>
              <a:rPr sz="1600" dirty="0">
                <a:solidFill>
                  <a:srgbClr val="00A3E0"/>
                </a:solidFill>
                <a:latin typeface="+mn-lt"/>
                <a:cs typeface="Constantia"/>
              </a:rPr>
              <a:t>table,th,</a:t>
            </a:r>
            <a:r>
              <a:rPr sz="1600" spc="-140" dirty="0">
                <a:solidFill>
                  <a:srgbClr val="00A3E0"/>
                </a:solidFill>
                <a:latin typeface="+mn-lt"/>
                <a:cs typeface="Constantia"/>
              </a:rPr>
              <a:t> </a:t>
            </a:r>
            <a:r>
              <a:rPr sz="1600" spc="-25" dirty="0">
                <a:solidFill>
                  <a:srgbClr val="00A3E0"/>
                </a:solidFill>
                <a:latin typeface="+mn-lt"/>
                <a:cs typeface="Constantia"/>
              </a:rPr>
              <a:t>td</a:t>
            </a:r>
            <a:endParaRPr sz="1600" dirty="0">
              <a:solidFill>
                <a:srgbClr val="00A3E0"/>
              </a:solidFill>
              <a:latin typeface="+mn-lt"/>
              <a:cs typeface="Constantia"/>
            </a:endParaRPr>
          </a:p>
          <a:p>
            <a:pPr marL="12700">
              <a:lnSpc>
                <a:spcPts val="2690"/>
              </a:lnSpc>
            </a:pPr>
            <a:r>
              <a:rPr sz="1600" spc="-50" dirty="0">
                <a:solidFill>
                  <a:srgbClr val="00A3E0"/>
                </a:solidFill>
                <a:latin typeface="+mn-lt"/>
                <a:cs typeface="Constantia"/>
              </a:rPr>
              <a:t>{</a:t>
            </a:r>
            <a:endParaRPr sz="1600" dirty="0">
              <a:solidFill>
                <a:srgbClr val="00A3E0"/>
              </a:solidFill>
              <a:latin typeface="+mn-lt"/>
              <a:cs typeface="Constantia"/>
            </a:endParaRPr>
          </a:p>
          <a:p>
            <a:pPr marL="12700">
              <a:lnSpc>
                <a:spcPts val="2690"/>
              </a:lnSpc>
            </a:pPr>
            <a:r>
              <a:rPr sz="1600" dirty="0">
                <a:solidFill>
                  <a:srgbClr val="00A3E0"/>
                </a:solidFill>
                <a:latin typeface="+mn-lt"/>
                <a:cs typeface="Constantia"/>
              </a:rPr>
              <a:t>border:</a:t>
            </a:r>
            <a:r>
              <a:rPr sz="1600" spc="-90" dirty="0">
                <a:solidFill>
                  <a:srgbClr val="00A3E0"/>
                </a:solidFill>
                <a:latin typeface="+mn-lt"/>
                <a:cs typeface="Constantia"/>
              </a:rPr>
              <a:t> </a:t>
            </a:r>
            <a:r>
              <a:rPr sz="1600" spc="-10" dirty="0">
                <a:solidFill>
                  <a:srgbClr val="00A3E0"/>
                </a:solidFill>
                <a:latin typeface="+mn-lt"/>
                <a:cs typeface="Constantia"/>
              </a:rPr>
              <a:t>1px</a:t>
            </a:r>
            <a:r>
              <a:rPr sz="1600" spc="-160" dirty="0">
                <a:solidFill>
                  <a:srgbClr val="00A3E0"/>
                </a:solidFill>
                <a:latin typeface="+mn-lt"/>
                <a:cs typeface="Constantia"/>
              </a:rPr>
              <a:t> </a:t>
            </a:r>
            <a:r>
              <a:rPr sz="1600" dirty="0">
                <a:solidFill>
                  <a:srgbClr val="00A3E0"/>
                </a:solidFill>
                <a:latin typeface="+mn-lt"/>
                <a:cs typeface="Constantia"/>
              </a:rPr>
              <a:t>solid</a:t>
            </a:r>
            <a:r>
              <a:rPr sz="1600" spc="-75" dirty="0">
                <a:solidFill>
                  <a:srgbClr val="00A3E0"/>
                </a:solidFill>
                <a:latin typeface="+mn-lt"/>
                <a:cs typeface="Constantia"/>
              </a:rPr>
              <a:t> </a:t>
            </a:r>
            <a:r>
              <a:rPr sz="1600" spc="-10" dirty="0">
                <a:solidFill>
                  <a:srgbClr val="00A3E0"/>
                </a:solidFill>
                <a:latin typeface="+mn-lt"/>
                <a:cs typeface="Constantia"/>
              </a:rPr>
              <a:t>black;</a:t>
            </a:r>
            <a:endParaRPr sz="1600" dirty="0">
              <a:solidFill>
                <a:srgbClr val="00A3E0"/>
              </a:solidFill>
              <a:latin typeface="+mn-lt"/>
              <a:cs typeface="Constantia"/>
            </a:endParaRPr>
          </a:p>
          <a:p>
            <a:pPr marL="12700">
              <a:lnSpc>
                <a:spcPts val="3025"/>
              </a:lnSpc>
            </a:pPr>
            <a:r>
              <a:rPr sz="1600" spc="-50" dirty="0">
                <a:solidFill>
                  <a:srgbClr val="00A3E0"/>
                </a:solidFill>
                <a:latin typeface="+mn-lt"/>
                <a:cs typeface="Constantia"/>
              </a:rPr>
              <a:t>}</a:t>
            </a:r>
            <a:endParaRPr sz="1600" dirty="0">
              <a:solidFill>
                <a:srgbClr val="00A3E0"/>
              </a:solidFill>
              <a:latin typeface="+mn-lt"/>
              <a:cs typeface="Constantia"/>
            </a:endParaRPr>
          </a:p>
        </p:txBody>
      </p:sp>
      <p:sp>
        <p:nvSpPr>
          <p:cNvPr id="8" name="object 5">
            <a:extLst>
              <a:ext uri="{FF2B5EF4-FFF2-40B4-BE49-F238E27FC236}">
                <a16:creationId xmlns:a16="http://schemas.microsoft.com/office/drawing/2014/main" id="{475E7C9C-4B1F-7D75-AFDE-EB8D541F359A}"/>
              </a:ext>
            </a:extLst>
          </p:cNvPr>
          <p:cNvSpPr txBox="1"/>
          <p:nvPr/>
        </p:nvSpPr>
        <p:spPr>
          <a:xfrm>
            <a:off x="5088428" y="340043"/>
            <a:ext cx="4273060" cy="6248827"/>
          </a:xfrm>
          <a:prstGeom prst="rect">
            <a:avLst/>
          </a:prstGeom>
        </p:spPr>
        <p:txBody>
          <a:bodyPr vert="horz" wrap="square" lIns="0" tIns="12700" rIns="0" bIns="0" rtlCol="0">
            <a:spAutoFit/>
          </a:bodyPr>
          <a:lstStyle/>
          <a:p>
            <a:pPr marL="12700">
              <a:lnSpc>
                <a:spcPct val="150000"/>
              </a:lnSpc>
              <a:spcBef>
                <a:spcPts val="100"/>
              </a:spcBef>
            </a:pPr>
            <a:r>
              <a:rPr sz="1600" spc="-25" dirty="0">
                <a:latin typeface="+mn-lt"/>
                <a:cs typeface="Times New Roman"/>
              </a:rPr>
              <a:t>td</a:t>
            </a:r>
            <a:endParaRPr sz="1600" dirty="0">
              <a:latin typeface="+mn-lt"/>
              <a:cs typeface="Times New Roman"/>
            </a:endParaRPr>
          </a:p>
          <a:p>
            <a:pPr marL="12700">
              <a:lnSpc>
                <a:spcPct val="150000"/>
              </a:lnSpc>
            </a:pPr>
            <a:r>
              <a:rPr sz="1600" spc="-50" dirty="0">
                <a:latin typeface="+mn-lt"/>
                <a:cs typeface="Times New Roman"/>
              </a:rPr>
              <a:t>{</a:t>
            </a:r>
            <a:endParaRPr sz="1600" dirty="0">
              <a:latin typeface="+mn-lt"/>
              <a:cs typeface="Times New Roman"/>
            </a:endParaRPr>
          </a:p>
          <a:p>
            <a:pPr marL="12700">
              <a:lnSpc>
                <a:spcPct val="150000"/>
              </a:lnSpc>
            </a:pPr>
            <a:r>
              <a:rPr sz="1600" spc="-10" dirty="0">
                <a:latin typeface="+mn-lt"/>
                <a:cs typeface="Times New Roman"/>
              </a:rPr>
              <a:t>height:50px;</a:t>
            </a:r>
            <a:endParaRPr sz="1600" dirty="0">
              <a:latin typeface="+mn-lt"/>
              <a:cs typeface="Times New Roman"/>
            </a:endParaRPr>
          </a:p>
          <a:p>
            <a:pPr marL="12700">
              <a:lnSpc>
                <a:spcPct val="150000"/>
              </a:lnSpc>
            </a:pPr>
            <a:r>
              <a:rPr sz="1600" dirty="0">
                <a:latin typeface="+mn-lt"/>
                <a:cs typeface="Times New Roman"/>
              </a:rPr>
              <a:t>vertical-</a:t>
            </a:r>
            <a:r>
              <a:rPr sz="1600" spc="-10" dirty="0">
                <a:latin typeface="+mn-lt"/>
                <a:cs typeface="Times New Roman"/>
              </a:rPr>
              <a:t>align:bottom;</a:t>
            </a:r>
            <a:endParaRPr sz="1600" dirty="0">
              <a:latin typeface="+mn-lt"/>
              <a:cs typeface="Times New Roman"/>
            </a:endParaRPr>
          </a:p>
          <a:p>
            <a:pPr marL="12700">
              <a:lnSpc>
                <a:spcPct val="150000"/>
              </a:lnSpc>
            </a:pPr>
            <a:r>
              <a:rPr sz="1600" spc="-50" dirty="0">
                <a:latin typeface="+mn-lt"/>
                <a:cs typeface="Times New Roman"/>
              </a:rPr>
              <a:t>}</a:t>
            </a:r>
            <a:endParaRPr sz="1600" dirty="0">
              <a:latin typeface="+mn-lt"/>
              <a:cs typeface="Times New Roman"/>
            </a:endParaRPr>
          </a:p>
          <a:p>
            <a:pPr marL="12700">
              <a:lnSpc>
                <a:spcPct val="150000"/>
              </a:lnSpc>
            </a:pPr>
            <a:r>
              <a:rPr sz="1600" spc="-25" dirty="0">
                <a:latin typeface="+mn-lt"/>
                <a:cs typeface="Times New Roman"/>
              </a:rPr>
              <a:t>td</a:t>
            </a:r>
            <a:endParaRPr sz="1600" dirty="0">
              <a:latin typeface="+mn-lt"/>
              <a:cs typeface="Times New Roman"/>
            </a:endParaRPr>
          </a:p>
          <a:p>
            <a:pPr marL="12700">
              <a:lnSpc>
                <a:spcPct val="150000"/>
              </a:lnSpc>
              <a:spcBef>
                <a:spcPts val="5"/>
              </a:spcBef>
            </a:pPr>
            <a:r>
              <a:rPr sz="1600" spc="-50" dirty="0">
                <a:latin typeface="+mn-lt"/>
                <a:cs typeface="Times New Roman"/>
              </a:rPr>
              <a:t>{</a:t>
            </a:r>
            <a:endParaRPr sz="1600" dirty="0">
              <a:latin typeface="+mn-lt"/>
              <a:cs typeface="Times New Roman"/>
            </a:endParaRPr>
          </a:p>
          <a:p>
            <a:pPr marL="12700">
              <a:lnSpc>
                <a:spcPct val="150000"/>
              </a:lnSpc>
            </a:pPr>
            <a:r>
              <a:rPr sz="1600" spc="-10" dirty="0">
                <a:latin typeface="+mn-lt"/>
                <a:cs typeface="Times New Roman"/>
              </a:rPr>
              <a:t>padding:15px;</a:t>
            </a:r>
            <a:endParaRPr sz="1600" dirty="0">
              <a:latin typeface="+mn-lt"/>
              <a:cs typeface="Times New Roman"/>
            </a:endParaRPr>
          </a:p>
          <a:p>
            <a:pPr marL="12700">
              <a:lnSpc>
                <a:spcPct val="150000"/>
              </a:lnSpc>
            </a:pPr>
            <a:r>
              <a:rPr sz="1600" spc="-50" dirty="0">
                <a:latin typeface="+mn-lt"/>
                <a:cs typeface="Times New Roman"/>
              </a:rPr>
              <a:t>}</a:t>
            </a:r>
            <a:endParaRPr sz="1600" dirty="0">
              <a:latin typeface="+mn-lt"/>
              <a:cs typeface="Times New Roman"/>
            </a:endParaRPr>
          </a:p>
          <a:p>
            <a:pPr marL="12700">
              <a:lnSpc>
                <a:spcPct val="150000"/>
              </a:lnSpc>
            </a:pPr>
            <a:r>
              <a:rPr sz="1600" dirty="0">
                <a:latin typeface="+mn-lt"/>
                <a:cs typeface="Times New Roman"/>
              </a:rPr>
              <a:t>table,</a:t>
            </a:r>
            <a:r>
              <a:rPr sz="1600" spc="-50" dirty="0">
                <a:latin typeface="+mn-lt"/>
                <a:cs typeface="Times New Roman"/>
              </a:rPr>
              <a:t> </a:t>
            </a:r>
            <a:r>
              <a:rPr sz="1600" dirty="0">
                <a:latin typeface="+mn-lt"/>
                <a:cs typeface="Times New Roman"/>
              </a:rPr>
              <a:t>td, </a:t>
            </a:r>
            <a:r>
              <a:rPr sz="1600" spc="-25" dirty="0">
                <a:latin typeface="+mn-lt"/>
                <a:cs typeface="Times New Roman"/>
              </a:rPr>
              <a:t>th</a:t>
            </a:r>
            <a:endParaRPr sz="1600" dirty="0">
              <a:latin typeface="+mn-lt"/>
              <a:cs typeface="Times New Roman"/>
            </a:endParaRPr>
          </a:p>
          <a:p>
            <a:pPr marL="12700">
              <a:lnSpc>
                <a:spcPct val="150000"/>
              </a:lnSpc>
            </a:pPr>
            <a:r>
              <a:rPr sz="1600" spc="-50" dirty="0">
                <a:latin typeface="+mn-lt"/>
                <a:cs typeface="Times New Roman"/>
              </a:rPr>
              <a:t>{</a:t>
            </a:r>
            <a:endParaRPr sz="1600" dirty="0">
              <a:latin typeface="+mn-lt"/>
              <a:cs typeface="Times New Roman"/>
            </a:endParaRPr>
          </a:p>
          <a:p>
            <a:pPr marL="12700">
              <a:lnSpc>
                <a:spcPct val="150000"/>
              </a:lnSpc>
            </a:pPr>
            <a:r>
              <a:rPr sz="1600" dirty="0">
                <a:latin typeface="+mn-lt"/>
                <a:cs typeface="Times New Roman"/>
              </a:rPr>
              <a:t>border:1px</a:t>
            </a:r>
            <a:r>
              <a:rPr sz="1600" spc="-50" dirty="0">
                <a:latin typeface="+mn-lt"/>
                <a:cs typeface="Times New Roman"/>
              </a:rPr>
              <a:t> </a:t>
            </a:r>
            <a:r>
              <a:rPr sz="1600" dirty="0">
                <a:latin typeface="+mn-lt"/>
                <a:cs typeface="Times New Roman"/>
              </a:rPr>
              <a:t>solid</a:t>
            </a:r>
            <a:r>
              <a:rPr sz="1600" spc="-5" dirty="0">
                <a:latin typeface="+mn-lt"/>
                <a:cs typeface="Times New Roman"/>
              </a:rPr>
              <a:t> </a:t>
            </a:r>
            <a:r>
              <a:rPr sz="1600" spc="-10" dirty="0">
                <a:latin typeface="+mn-lt"/>
                <a:cs typeface="Times New Roman"/>
              </a:rPr>
              <a:t>green;</a:t>
            </a:r>
            <a:endParaRPr sz="1600" dirty="0">
              <a:latin typeface="+mn-lt"/>
              <a:cs typeface="Times New Roman"/>
            </a:endParaRPr>
          </a:p>
          <a:p>
            <a:pPr marL="12700">
              <a:lnSpc>
                <a:spcPct val="150000"/>
              </a:lnSpc>
            </a:pPr>
            <a:r>
              <a:rPr sz="1600" spc="-50" dirty="0">
                <a:latin typeface="+mn-lt"/>
                <a:cs typeface="Times New Roman"/>
              </a:rPr>
              <a:t>}</a:t>
            </a:r>
            <a:endParaRPr sz="1600" dirty="0">
              <a:latin typeface="+mn-lt"/>
              <a:cs typeface="Times New Roman"/>
            </a:endParaRPr>
          </a:p>
          <a:p>
            <a:pPr marL="12700">
              <a:lnSpc>
                <a:spcPct val="150000"/>
              </a:lnSpc>
              <a:spcBef>
                <a:spcPts val="5"/>
              </a:spcBef>
            </a:pPr>
            <a:r>
              <a:rPr sz="1600" spc="-25" dirty="0">
                <a:latin typeface="+mn-lt"/>
                <a:cs typeface="Times New Roman"/>
              </a:rPr>
              <a:t>th</a:t>
            </a:r>
            <a:endParaRPr sz="1600" dirty="0">
              <a:latin typeface="+mn-lt"/>
              <a:cs typeface="Times New Roman"/>
            </a:endParaRPr>
          </a:p>
          <a:p>
            <a:pPr marL="12700">
              <a:lnSpc>
                <a:spcPct val="150000"/>
              </a:lnSpc>
            </a:pPr>
            <a:r>
              <a:rPr sz="1600" spc="-50" dirty="0">
                <a:latin typeface="+mn-lt"/>
                <a:cs typeface="Times New Roman"/>
              </a:rPr>
              <a:t>{</a:t>
            </a:r>
            <a:endParaRPr sz="1600" dirty="0">
              <a:latin typeface="+mn-lt"/>
              <a:cs typeface="Times New Roman"/>
            </a:endParaRPr>
          </a:p>
          <a:p>
            <a:pPr marL="12700" marR="5080">
              <a:lnSpc>
                <a:spcPct val="150000"/>
              </a:lnSpc>
            </a:pPr>
            <a:r>
              <a:rPr sz="1600" dirty="0">
                <a:latin typeface="+mn-lt"/>
                <a:cs typeface="Times New Roman"/>
              </a:rPr>
              <a:t>background-</a:t>
            </a:r>
            <a:r>
              <a:rPr sz="1600" spc="-10" dirty="0">
                <a:latin typeface="+mn-lt"/>
                <a:cs typeface="Times New Roman"/>
              </a:rPr>
              <a:t>color:green; color:white;</a:t>
            </a:r>
            <a:endParaRPr sz="1600" dirty="0">
              <a:latin typeface="+mn-lt"/>
              <a:cs typeface="Times New Roman"/>
            </a:endParaRPr>
          </a:p>
          <a:p>
            <a:pPr marL="12700">
              <a:lnSpc>
                <a:spcPct val="150000"/>
              </a:lnSpc>
            </a:pPr>
            <a:r>
              <a:rPr sz="1600" spc="-50" dirty="0">
                <a:latin typeface="+mn-lt"/>
                <a:cs typeface="Times New Roman"/>
              </a:rPr>
              <a:t>}</a:t>
            </a:r>
            <a:endParaRPr sz="1600" dirty="0">
              <a:latin typeface="+mn-lt"/>
              <a:cs typeface="Times New Roman"/>
            </a:endParaRPr>
          </a:p>
        </p:txBody>
      </p:sp>
      <p:sp>
        <p:nvSpPr>
          <p:cNvPr id="10" name="Title 9">
            <a:extLst>
              <a:ext uri="{FF2B5EF4-FFF2-40B4-BE49-F238E27FC236}">
                <a16:creationId xmlns:a16="http://schemas.microsoft.com/office/drawing/2014/main" id="{2005EB7B-0F66-545D-5B88-42BA1F7448E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943674270"/>
      </p:ext>
    </p:extLst>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7EC1E6-69DD-EF9B-8C41-CD3F844D134E}"/>
              </a:ext>
            </a:extLst>
          </p:cNvPr>
          <p:cNvSpPr>
            <a:spLocks noGrp="1"/>
          </p:cNvSpPr>
          <p:nvPr>
            <p:ph type="sldNum" sz="quarter" idx="4"/>
          </p:nvPr>
        </p:nvSpPr>
        <p:spPr/>
        <p:txBody>
          <a:bodyPr/>
          <a:lstStyle/>
          <a:p>
            <a:fld id="{D71DA9FD-6EF8-4CC5-AF9B-B6159B5B937C}" type="slidenum">
              <a:rPr lang="en-GB" noProof="1" smtClean="0"/>
              <a:pPr/>
              <a:t>58</a:t>
            </a:fld>
            <a:endParaRPr lang="en-GB" noProof="1"/>
          </a:p>
        </p:txBody>
      </p:sp>
      <p:sp>
        <p:nvSpPr>
          <p:cNvPr id="3" name="Footer Placeholder 2">
            <a:extLst>
              <a:ext uri="{FF2B5EF4-FFF2-40B4-BE49-F238E27FC236}">
                <a16:creationId xmlns:a16="http://schemas.microsoft.com/office/drawing/2014/main" id="{2314776D-288A-6895-C319-906E6391CF0E}"/>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10" name="Title 9">
            <a:extLst>
              <a:ext uri="{FF2B5EF4-FFF2-40B4-BE49-F238E27FC236}">
                <a16:creationId xmlns:a16="http://schemas.microsoft.com/office/drawing/2014/main" id="{2005EB7B-0F66-545D-5B88-42BA1F7448EC}"/>
              </a:ext>
            </a:extLst>
          </p:cNvPr>
          <p:cNvSpPr>
            <a:spLocks noGrp="1"/>
          </p:cNvSpPr>
          <p:nvPr>
            <p:ph type="title"/>
          </p:nvPr>
        </p:nvSpPr>
        <p:spPr/>
        <p:txBody>
          <a:bodyPr/>
          <a:lstStyle/>
          <a:p>
            <a:endParaRPr lang="en-US"/>
          </a:p>
        </p:txBody>
      </p:sp>
      <p:sp>
        <p:nvSpPr>
          <p:cNvPr id="4" name="object 2">
            <a:extLst>
              <a:ext uri="{FF2B5EF4-FFF2-40B4-BE49-F238E27FC236}">
                <a16:creationId xmlns:a16="http://schemas.microsoft.com/office/drawing/2014/main" id="{BEC1AF07-5011-93CB-456A-7E2E8EDCFFC6}"/>
              </a:ext>
            </a:extLst>
          </p:cNvPr>
          <p:cNvSpPr txBox="1"/>
          <p:nvPr/>
        </p:nvSpPr>
        <p:spPr>
          <a:xfrm>
            <a:off x="580763" y="1027550"/>
            <a:ext cx="7944672" cy="4823436"/>
          </a:xfrm>
          <a:prstGeom prst="rect">
            <a:avLst/>
          </a:prstGeom>
        </p:spPr>
        <p:txBody>
          <a:bodyPr vert="horz" wrap="square" lIns="0" tIns="13335" rIns="0" bIns="0" rtlCol="0">
            <a:spAutoFit/>
          </a:bodyPr>
          <a:lstStyle/>
          <a:p>
            <a:pPr marL="12700">
              <a:lnSpc>
                <a:spcPct val="150000"/>
              </a:lnSpc>
              <a:spcBef>
                <a:spcPts val="105"/>
              </a:spcBef>
              <a:buClr>
                <a:srgbClr val="0AD0D9"/>
              </a:buClr>
              <a:buSzPct val="95000"/>
              <a:tabLst>
                <a:tab pos="285115" algn="l"/>
              </a:tabLst>
            </a:pPr>
            <a:r>
              <a:rPr lang="en-US" sz="1600" dirty="0">
                <a:latin typeface="+mn-lt"/>
                <a:cs typeface="Constantia"/>
              </a:rPr>
              <a:t>    </a:t>
            </a:r>
            <a:r>
              <a:rPr sz="1600" dirty="0">
                <a:latin typeface="+mn-lt"/>
                <a:cs typeface="Constantia"/>
              </a:rPr>
              <a:t>&lt;!DOCTYPE</a:t>
            </a:r>
            <a:r>
              <a:rPr sz="1600" spc="-55" dirty="0">
                <a:latin typeface="+mn-lt"/>
                <a:cs typeface="Constantia"/>
              </a:rPr>
              <a:t> </a:t>
            </a:r>
            <a:r>
              <a:rPr sz="1600" dirty="0">
                <a:latin typeface="+mn-lt"/>
                <a:cs typeface="Constantia"/>
              </a:rPr>
              <a:t>html</a:t>
            </a:r>
            <a:r>
              <a:rPr sz="1600" spc="-35" dirty="0">
                <a:latin typeface="+mn-lt"/>
                <a:cs typeface="Constantia"/>
              </a:rPr>
              <a:t> </a:t>
            </a:r>
            <a:r>
              <a:rPr sz="1600" dirty="0">
                <a:latin typeface="+mn-lt"/>
                <a:cs typeface="Constantia"/>
              </a:rPr>
              <a:t>PUBLIC</a:t>
            </a:r>
            <a:r>
              <a:rPr sz="1600" spc="-60" dirty="0">
                <a:latin typeface="+mn-lt"/>
                <a:cs typeface="Constantia"/>
              </a:rPr>
              <a:t> </a:t>
            </a:r>
            <a:r>
              <a:rPr sz="1600" spc="-10" dirty="0">
                <a:latin typeface="+mn-lt"/>
                <a:cs typeface="Constantia"/>
              </a:rPr>
              <a:t>"-</a:t>
            </a:r>
            <a:r>
              <a:rPr sz="1600" dirty="0">
                <a:latin typeface="+mn-lt"/>
                <a:cs typeface="Constantia"/>
              </a:rPr>
              <a:t>//W3C//DTD</a:t>
            </a:r>
            <a:r>
              <a:rPr sz="1600" spc="-85" dirty="0">
                <a:latin typeface="+mn-lt"/>
                <a:cs typeface="Constantia"/>
              </a:rPr>
              <a:t> </a:t>
            </a:r>
            <a:r>
              <a:rPr sz="1600" dirty="0">
                <a:latin typeface="+mn-lt"/>
                <a:cs typeface="Constantia"/>
              </a:rPr>
              <a:t>XHTML</a:t>
            </a:r>
            <a:r>
              <a:rPr sz="1600" spc="-55" dirty="0">
                <a:latin typeface="+mn-lt"/>
                <a:cs typeface="Constantia"/>
              </a:rPr>
              <a:t> </a:t>
            </a:r>
            <a:r>
              <a:rPr sz="1600" spc="-25" dirty="0">
                <a:latin typeface="+mn-lt"/>
                <a:cs typeface="Constantia"/>
              </a:rPr>
              <a:t>1.0</a:t>
            </a:r>
            <a:endParaRPr sz="1600" dirty="0">
              <a:latin typeface="+mn-lt"/>
              <a:cs typeface="Constantia"/>
            </a:endParaRPr>
          </a:p>
          <a:p>
            <a:pPr marL="285115">
              <a:lnSpc>
                <a:spcPct val="150000"/>
              </a:lnSpc>
            </a:pPr>
            <a:r>
              <a:rPr sz="1600" spc="-10" dirty="0">
                <a:latin typeface="+mn-lt"/>
                <a:cs typeface="Constantia"/>
              </a:rPr>
              <a:t>Transitional//EN"</a:t>
            </a:r>
            <a:endParaRPr sz="1600" dirty="0">
              <a:latin typeface="+mn-lt"/>
              <a:cs typeface="Constantia"/>
            </a:endParaRPr>
          </a:p>
          <a:p>
            <a:pPr marL="285115">
              <a:lnSpc>
                <a:spcPct val="150000"/>
              </a:lnSpc>
            </a:pPr>
            <a:r>
              <a:rPr sz="1600" spc="-10" dirty="0">
                <a:latin typeface="+mn-lt"/>
                <a:cs typeface="Constantia"/>
                <a:hlinkClick r:id="rId2"/>
              </a:rPr>
              <a:t>"http://w</a:t>
            </a:r>
            <a:r>
              <a:rPr sz="1600" u="sng" spc="-10" dirty="0">
                <a:solidFill>
                  <a:srgbClr val="00A3E0"/>
                </a:solidFill>
                <a:latin typeface="+mn-lt"/>
                <a:cs typeface="Constantia"/>
              </a:rPr>
              <a:t>w</a:t>
            </a:r>
            <a:r>
              <a:rPr sz="1600" spc="-10" dirty="0">
                <a:latin typeface="+mn-lt"/>
                <a:cs typeface="Constantia"/>
                <a:hlinkClick r:id="rId2"/>
              </a:rPr>
              <a:t>w.w3.org/TR/xhtml1/DTD/xhtml1</a:t>
            </a:r>
            <a:r>
              <a:rPr lang="en-US" sz="1600" spc="-10" dirty="0">
                <a:latin typeface="+mn-lt"/>
                <a:cs typeface="Constantia"/>
                <a:hlinkClick r:id="rId2"/>
              </a:rPr>
              <a:t>-</a:t>
            </a:r>
            <a:r>
              <a:rPr sz="1600" spc="-10" dirty="0">
                <a:latin typeface="+mn-lt"/>
                <a:cs typeface="Constantia"/>
                <a:hlinkClick r:id="rId2"/>
              </a:rPr>
              <a:t>transitional.dtd"&gt;</a:t>
            </a:r>
            <a:endParaRPr sz="1600" dirty="0">
              <a:latin typeface="+mn-lt"/>
              <a:cs typeface="Constantia"/>
            </a:endParaRPr>
          </a:p>
          <a:p>
            <a:pPr marL="285115">
              <a:lnSpc>
                <a:spcPct val="150000"/>
              </a:lnSpc>
            </a:pPr>
            <a:r>
              <a:rPr sz="1600" spc="-10" dirty="0">
                <a:latin typeface="+mn-lt"/>
                <a:cs typeface="Constantia"/>
              </a:rPr>
              <a:t>&lt;html&gt;</a:t>
            </a:r>
            <a:endParaRPr sz="1600" dirty="0">
              <a:latin typeface="+mn-lt"/>
              <a:cs typeface="Constantia"/>
            </a:endParaRPr>
          </a:p>
          <a:p>
            <a:pPr marL="285115">
              <a:lnSpc>
                <a:spcPct val="150000"/>
              </a:lnSpc>
            </a:pPr>
            <a:r>
              <a:rPr sz="1600" spc="-10" dirty="0">
                <a:latin typeface="+mn-lt"/>
                <a:cs typeface="Constantia"/>
              </a:rPr>
              <a:t>&lt;head&gt;</a:t>
            </a:r>
            <a:endParaRPr sz="1600" dirty="0">
              <a:latin typeface="+mn-lt"/>
              <a:cs typeface="Constantia"/>
            </a:endParaRPr>
          </a:p>
          <a:p>
            <a:pPr marL="285115" marR="4426585">
              <a:lnSpc>
                <a:spcPct val="150000"/>
              </a:lnSpc>
              <a:spcBef>
                <a:spcPts val="240"/>
              </a:spcBef>
            </a:pPr>
            <a:r>
              <a:rPr sz="1600" spc="-10" dirty="0">
                <a:latin typeface="+mn-lt"/>
                <a:cs typeface="Constantia"/>
              </a:rPr>
              <a:t>&lt;style</a:t>
            </a:r>
            <a:r>
              <a:rPr sz="1600" spc="-100" dirty="0">
                <a:latin typeface="+mn-lt"/>
                <a:cs typeface="Constantia"/>
              </a:rPr>
              <a:t> </a:t>
            </a:r>
            <a:r>
              <a:rPr sz="1600" spc="-10" dirty="0">
                <a:latin typeface="+mn-lt"/>
                <a:cs typeface="Constantia"/>
              </a:rPr>
              <a:t>type="text/css"&gt; div.ex</a:t>
            </a:r>
            <a:endParaRPr sz="1600" dirty="0">
              <a:latin typeface="+mn-lt"/>
              <a:cs typeface="Constantia"/>
            </a:endParaRPr>
          </a:p>
          <a:p>
            <a:pPr marL="285115">
              <a:lnSpc>
                <a:spcPct val="150000"/>
              </a:lnSpc>
            </a:pPr>
            <a:r>
              <a:rPr sz="1600" spc="-50" dirty="0">
                <a:latin typeface="+mn-lt"/>
                <a:cs typeface="Constantia"/>
              </a:rPr>
              <a:t>{</a:t>
            </a:r>
            <a:endParaRPr sz="1600" dirty="0">
              <a:latin typeface="+mn-lt"/>
              <a:cs typeface="Constantia"/>
            </a:endParaRPr>
          </a:p>
          <a:p>
            <a:pPr marL="285115" marR="4568190">
              <a:lnSpc>
                <a:spcPct val="150000"/>
              </a:lnSpc>
              <a:spcBef>
                <a:spcPts val="240"/>
              </a:spcBef>
            </a:pPr>
            <a:r>
              <a:rPr sz="1600" spc="-10" dirty="0">
                <a:latin typeface="+mn-lt"/>
                <a:cs typeface="Constantia"/>
              </a:rPr>
              <a:t>width:220px; padding:10px; border:5px</a:t>
            </a:r>
            <a:r>
              <a:rPr sz="1600" spc="-114" dirty="0">
                <a:latin typeface="+mn-lt"/>
                <a:cs typeface="Constantia"/>
              </a:rPr>
              <a:t> </a:t>
            </a:r>
            <a:r>
              <a:rPr sz="1600" dirty="0">
                <a:latin typeface="+mn-lt"/>
                <a:cs typeface="Constantia"/>
              </a:rPr>
              <a:t>solid</a:t>
            </a:r>
            <a:r>
              <a:rPr sz="1600" spc="-85" dirty="0">
                <a:latin typeface="+mn-lt"/>
                <a:cs typeface="Constantia"/>
              </a:rPr>
              <a:t> </a:t>
            </a:r>
            <a:r>
              <a:rPr sz="1600" spc="-20" dirty="0">
                <a:latin typeface="+mn-lt"/>
                <a:cs typeface="Constantia"/>
              </a:rPr>
              <a:t>gray; </a:t>
            </a:r>
            <a:r>
              <a:rPr sz="1600" spc="-10" dirty="0">
                <a:latin typeface="+mn-lt"/>
                <a:cs typeface="Constantia"/>
              </a:rPr>
              <a:t>margin:0px;</a:t>
            </a:r>
            <a:endParaRPr sz="1600" dirty="0">
              <a:latin typeface="+mn-lt"/>
              <a:cs typeface="Constantia"/>
            </a:endParaRPr>
          </a:p>
          <a:p>
            <a:pPr marL="285115">
              <a:lnSpc>
                <a:spcPct val="150000"/>
              </a:lnSpc>
            </a:pPr>
            <a:r>
              <a:rPr sz="1600" spc="-50" dirty="0">
                <a:latin typeface="+mn-lt"/>
                <a:cs typeface="Constantia"/>
              </a:rPr>
              <a:t>}</a:t>
            </a:r>
            <a:endParaRPr sz="1600" dirty="0">
              <a:latin typeface="+mn-lt"/>
              <a:cs typeface="Constantia"/>
            </a:endParaRPr>
          </a:p>
          <a:p>
            <a:pPr marL="285115">
              <a:lnSpc>
                <a:spcPct val="150000"/>
              </a:lnSpc>
            </a:pPr>
            <a:r>
              <a:rPr sz="1600" spc="-10" dirty="0">
                <a:latin typeface="+mn-lt"/>
                <a:cs typeface="Constantia"/>
              </a:rPr>
              <a:t>&lt;/style&gt;</a:t>
            </a:r>
            <a:endParaRPr sz="1600" dirty="0">
              <a:latin typeface="+mn-lt"/>
              <a:cs typeface="Constantia"/>
            </a:endParaRPr>
          </a:p>
          <a:p>
            <a:pPr marL="285115">
              <a:lnSpc>
                <a:spcPct val="150000"/>
              </a:lnSpc>
            </a:pPr>
            <a:r>
              <a:rPr sz="1600" spc="-10" dirty="0">
                <a:latin typeface="+mn-lt"/>
                <a:cs typeface="Constantia"/>
              </a:rPr>
              <a:t>&lt;/head&gt;</a:t>
            </a:r>
            <a:endParaRPr sz="1600" dirty="0">
              <a:latin typeface="+mn-lt"/>
              <a:cs typeface="Constantia"/>
            </a:endParaRPr>
          </a:p>
        </p:txBody>
      </p:sp>
    </p:spTree>
    <p:extLst>
      <p:ext uri="{BB962C8B-B14F-4D97-AF65-F5344CB8AC3E}">
        <p14:creationId xmlns:p14="http://schemas.microsoft.com/office/powerpoint/2010/main" val="2395861587"/>
      </p:ext>
    </p:extLst>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7EC1E6-69DD-EF9B-8C41-CD3F844D134E}"/>
              </a:ext>
            </a:extLst>
          </p:cNvPr>
          <p:cNvSpPr>
            <a:spLocks noGrp="1"/>
          </p:cNvSpPr>
          <p:nvPr>
            <p:ph type="sldNum" sz="quarter" idx="4"/>
          </p:nvPr>
        </p:nvSpPr>
        <p:spPr/>
        <p:txBody>
          <a:bodyPr/>
          <a:lstStyle/>
          <a:p>
            <a:fld id="{D71DA9FD-6EF8-4CC5-AF9B-B6159B5B937C}" type="slidenum">
              <a:rPr lang="en-GB" noProof="1" smtClean="0"/>
              <a:pPr/>
              <a:t>59</a:t>
            </a:fld>
            <a:endParaRPr lang="en-GB" noProof="1"/>
          </a:p>
        </p:txBody>
      </p:sp>
      <p:sp>
        <p:nvSpPr>
          <p:cNvPr id="3" name="Footer Placeholder 2">
            <a:extLst>
              <a:ext uri="{FF2B5EF4-FFF2-40B4-BE49-F238E27FC236}">
                <a16:creationId xmlns:a16="http://schemas.microsoft.com/office/drawing/2014/main" id="{2314776D-288A-6895-C319-906E6391CF0E}"/>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10" name="Title 9">
            <a:extLst>
              <a:ext uri="{FF2B5EF4-FFF2-40B4-BE49-F238E27FC236}">
                <a16:creationId xmlns:a16="http://schemas.microsoft.com/office/drawing/2014/main" id="{2005EB7B-0F66-545D-5B88-42BA1F7448EC}"/>
              </a:ext>
            </a:extLst>
          </p:cNvPr>
          <p:cNvSpPr>
            <a:spLocks noGrp="1"/>
          </p:cNvSpPr>
          <p:nvPr>
            <p:ph type="title"/>
          </p:nvPr>
        </p:nvSpPr>
        <p:spPr/>
        <p:txBody>
          <a:bodyPr/>
          <a:lstStyle/>
          <a:p>
            <a:endParaRPr lang="en-US"/>
          </a:p>
        </p:txBody>
      </p:sp>
      <p:sp>
        <p:nvSpPr>
          <p:cNvPr id="5" name="object 2">
            <a:extLst>
              <a:ext uri="{FF2B5EF4-FFF2-40B4-BE49-F238E27FC236}">
                <a16:creationId xmlns:a16="http://schemas.microsoft.com/office/drawing/2014/main" id="{E0365ADE-4913-9100-E69B-B2DFD77686D0}"/>
              </a:ext>
            </a:extLst>
          </p:cNvPr>
          <p:cNvSpPr txBox="1"/>
          <p:nvPr/>
        </p:nvSpPr>
        <p:spPr>
          <a:xfrm>
            <a:off x="948316" y="1223937"/>
            <a:ext cx="7863840" cy="3285194"/>
          </a:xfrm>
          <a:prstGeom prst="rect">
            <a:avLst/>
          </a:prstGeom>
        </p:spPr>
        <p:txBody>
          <a:bodyPr vert="horz" wrap="square" lIns="0" tIns="52069" rIns="0" bIns="0" rtlCol="0">
            <a:spAutoFit/>
          </a:bodyPr>
          <a:lstStyle/>
          <a:p>
            <a:pPr marL="10795">
              <a:lnSpc>
                <a:spcPct val="150000"/>
              </a:lnSpc>
              <a:spcBef>
                <a:spcPts val="409"/>
              </a:spcBef>
              <a:buClr>
                <a:srgbClr val="0AD0D9"/>
              </a:buClr>
              <a:buSzPct val="94230"/>
              <a:tabLst>
                <a:tab pos="285750" algn="l"/>
              </a:tabLst>
            </a:pPr>
            <a:r>
              <a:rPr sz="1600" spc="-10" dirty="0">
                <a:latin typeface="+mn-lt"/>
                <a:cs typeface="Constantia"/>
              </a:rPr>
              <a:t>&lt;style&gt;</a:t>
            </a:r>
            <a:endParaRPr sz="1600" dirty="0">
              <a:latin typeface="+mn-lt"/>
              <a:cs typeface="Constantia"/>
            </a:endParaRPr>
          </a:p>
          <a:p>
            <a:pPr marL="12700">
              <a:lnSpc>
                <a:spcPct val="150000"/>
              </a:lnSpc>
              <a:spcBef>
                <a:spcPts val="315"/>
              </a:spcBef>
              <a:buClr>
                <a:srgbClr val="0AD0D9"/>
              </a:buClr>
              <a:buSzPct val="94230"/>
              <a:tabLst>
                <a:tab pos="365760" algn="l"/>
              </a:tabLst>
            </a:pPr>
            <a:r>
              <a:rPr sz="1600" spc="-10" dirty="0">
                <a:latin typeface="+mn-lt"/>
                <a:cs typeface="Constantia"/>
              </a:rPr>
              <a:t>.contentBox</a:t>
            </a:r>
            <a:endParaRPr sz="1600" dirty="0">
              <a:latin typeface="+mn-lt"/>
              <a:cs typeface="Constantia"/>
            </a:endParaRPr>
          </a:p>
          <a:p>
            <a:pPr marL="10160" marR="5080">
              <a:lnSpc>
                <a:spcPct val="150000"/>
              </a:lnSpc>
              <a:spcBef>
                <a:spcPts val="625"/>
              </a:spcBef>
              <a:buClr>
                <a:srgbClr val="0AD0D9"/>
              </a:buClr>
              <a:buSzPct val="94230"/>
              <a:tabLst>
                <a:tab pos="285115" algn="l"/>
              </a:tabLst>
            </a:pPr>
            <a:r>
              <a:rPr sz="1600" dirty="0">
                <a:latin typeface="+mn-lt"/>
                <a:cs typeface="Constantia"/>
              </a:rPr>
              <a:t>{</a:t>
            </a:r>
            <a:r>
              <a:rPr sz="1600" spc="-95" dirty="0">
                <a:latin typeface="+mn-lt"/>
                <a:cs typeface="Constantia"/>
              </a:rPr>
              <a:t> </a:t>
            </a:r>
            <a:r>
              <a:rPr sz="1600" dirty="0">
                <a:latin typeface="+mn-lt"/>
                <a:cs typeface="Constantia"/>
              </a:rPr>
              <a:t>display:block;</a:t>
            </a:r>
            <a:r>
              <a:rPr sz="1600" spc="-60" dirty="0">
                <a:latin typeface="+mn-lt"/>
                <a:cs typeface="Constantia"/>
              </a:rPr>
              <a:t> </a:t>
            </a:r>
            <a:r>
              <a:rPr sz="1600" spc="-25" dirty="0">
                <a:latin typeface="+mn-lt"/>
                <a:cs typeface="Constantia"/>
              </a:rPr>
              <a:t>border-</a:t>
            </a:r>
            <a:r>
              <a:rPr sz="1600" dirty="0">
                <a:latin typeface="+mn-lt"/>
                <a:cs typeface="Constantia"/>
              </a:rPr>
              <a:t>width:</a:t>
            </a:r>
            <a:r>
              <a:rPr sz="1600" spc="-20" dirty="0">
                <a:latin typeface="+mn-lt"/>
                <a:cs typeface="Constantia"/>
              </a:rPr>
              <a:t> </a:t>
            </a:r>
            <a:r>
              <a:rPr sz="1600" dirty="0">
                <a:latin typeface="+mn-lt"/>
                <a:cs typeface="Constantia"/>
              </a:rPr>
              <a:t>1px;</a:t>
            </a:r>
            <a:r>
              <a:rPr sz="1600" spc="-30" dirty="0">
                <a:latin typeface="+mn-lt"/>
                <a:cs typeface="Constantia"/>
              </a:rPr>
              <a:t> </a:t>
            </a:r>
            <a:r>
              <a:rPr sz="1600" spc="-25" dirty="0">
                <a:latin typeface="+mn-lt"/>
                <a:cs typeface="Constantia"/>
              </a:rPr>
              <a:t>border-</a:t>
            </a:r>
            <a:r>
              <a:rPr sz="1600" dirty="0">
                <a:latin typeface="+mn-lt"/>
                <a:cs typeface="Constantia"/>
              </a:rPr>
              <a:t>style:</a:t>
            </a:r>
            <a:r>
              <a:rPr sz="1600" spc="-75" dirty="0">
                <a:latin typeface="+mn-lt"/>
                <a:cs typeface="Constantia"/>
              </a:rPr>
              <a:t> </a:t>
            </a:r>
            <a:r>
              <a:rPr sz="1600" spc="-10" dirty="0">
                <a:latin typeface="+mn-lt"/>
                <a:cs typeface="Constantia"/>
              </a:rPr>
              <a:t>solid; </a:t>
            </a:r>
            <a:r>
              <a:rPr sz="1600" spc="-20" dirty="0">
                <a:latin typeface="+mn-lt"/>
                <a:cs typeface="Constantia"/>
              </a:rPr>
              <a:t>border-</a:t>
            </a:r>
            <a:r>
              <a:rPr sz="1600" dirty="0">
                <a:latin typeface="+mn-lt"/>
                <a:cs typeface="Constantia"/>
              </a:rPr>
              <a:t>color:</a:t>
            </a:r>
            <a:r>
              <a:rPr sz="1600" spc="-80" dirty="0">
                <a:latin typeface="+mn-lt"/>
                <a:cs typeface="Constantia"/>
              </a:rPr>
              <a:t> </a:t>
            </a:r>
            <a:r>
              <a:rPr sz="1600" dirty="0">
                <a:latin typeface="+mn-lt"/>
                <a:cs typeface="Constantia"/>
              </a:rPr>
              <a:t>000;</a:t>
            </a:r>
            <a:r>
              <a:rPr sz="1600" spc="-95" dirty="0">
                <a:latin typeface="+mn-lt"/>
                <a:cs typeface="Constantia"/>
              </a:rPr>
              <a:t> </a:t>
            </a:r>
            <a:r>
              <a:rPr sz="1600" dirty="0">
                <a:latin typeface="+mn-lt"/>
                <a:cs typeface="Constantia"/>
              </a:rPr>
              <a:t>padding:5px;</a:t>
            </a:r>
            <a:r>
              <a:rPr sz="1600" spc="-55" dirty="0">
                <a:latin typeface="+mn-lt"/>
                <a:cs typeface="Constantia"/>
              </a:rPr>
              <a:t> </a:t>
            </a:r>
            <a:r>
              <a:rPr sz="1600" spc="-15" dirty="0">
                <a:latin typeface="+mn-lt"/>
                <a:cs typeface="Constantia"/>
              </a:rPr>
              <a:t>margin-</a:t>
            </a:r>
            <a:r>
              <a:rPr sz="1600" spc="-10" dirty="0">
                <a:latin typeface="+mn-lt"/>
                <a:cs typeface="Constantia"/>
              </a:rPr>
              <a:t>top:5px; </a:t>
            </a:r>
            <a:r>
              <a:rPr sz="1600" dirty="0">
                <a:latin typeface="+mn-lt"/>
                <a:cs typeface="Constantia"/>
              </a:rPr>
              <a:t>width:200px;</a:t>
            </a:r>
            <a:r>
              <a:rPr sz="1600" spc="-5" dirty="0">
                <a:latin typeface="+mn-lt"/>
                <a:cs typeface="Constantia"/>
              </a:rPr>
              <a:t> </a:t>
            </a:r>
            <a:r>
              <a:rPr sz="1600" spc="-20" dirty="0">
                <a:latin typeface="+mn-lt"/>
                <a:cs typeface="Constantia"/>
              </a:rPr>
              <a:t>height:50px;</a:t>
            </a:r>
            <a:r>
              <a:rPr sz="1600" spc="-120" dirty="0">
                <a:latin typeface="+mn-lt"/>
                <a:cs typeface="Constantia"/>
              </a:rPr>
              <a:t> </a:t>
            </a:r>
            <a:r>
              <a:rPr sz="1600" spc="-10" dirty="0">
                <a:latin typeface="+mn-lt"/>
                <a:cs typeface="Constantia"/>
              </a:rPr>
              <a:t>overflow:scroll</a:t>
            </a:r>
            <a:endParaRPr sz="1600" dirty="0">
              <a:latin typeface="+mn-lt"/>
              <a:cs typeface="Constantia"/>
            </a:endParaRPr>
          </a:p>
          <a:p>
            <a:pPr marL="10795">
              <a:lnSpc>
                <a:spcPct val="150000"/>
              </a:lnSpc>
              <a:spcBef>
                <a:spcPts val="310"/>
              </a:spcBef>
              <a:buClr>
                <a:srgbClr val="0AD0D9"/>
              </a:buClr>
              <a:buSzPct val="94230"/>
              <a:tabLst>
                <a:tab pos="285750" algn="l"/>
              </a:tabLst>
            </a:pPr>
            <a:r>
              <a:rPr sz="1600" spc="-50" dirty="0">
                <a:latin typeface="+mn-lt"/>
                <a:cs typeface="Constantia"/>
              </a:rPr>
              <a:t>}</a:t>
            </a:r>
            <a:endParaRPr sz="1600" dirty="0">
              <a:latin typeface="+mn-lt"/>
              <a:cs typeface="Constantia"/>
            </a:endParaRPr>
          </a:p>
          <a:p>
            <a:pPr marL="10795">
              <a:lnSpc>
                <a:spcPct val="150000"/>
              </a:lnSpc>
              <a:spcBef>
                <a:spcPts val="315"/>
              </a:spcBef>
              <a:buClr>
                <a:srgbClr val="0AD0D9"/>
              </a:buClr>
              <a:buSzPct val="94230"/>
              <a:tabLst>
                <a:tab pos="285750" algn="l"/>
              </a:tabLst>
            </a:pPr>
            <a:r>
              <a:rPr sz="1600" spc="-10" dirty="0">
                <a:latin typeface="+mn-lt"/>
                <a:cs typeface="Constantia"/>
              </a:rPr>
              <a:t>&lt;/style&gt;</a:t>
            </a:r>
            <a:endParaRPr sz="1600" dirty="0">
              <a:latin typeface="+mn-lt"/>
              <a:cs typeface="Constantia"/>
            </a:endParaRPr>
          </a:p>
          <a:p>
            <a:pPr marL="12065" marR="383540">
              <a:lnSpc>
                <a:spcPct val="150000"/>
              </a:lnSpc>
              <a:spcBef>
                <a:spcPts val="665"/>
              </a:spcBef>
              <a:tabLst>
                <a:tab pos="285115" algn="l"/>
                <a:tab pos="365760" algn="l"/>
              </a:tabLst>
            </a:pPr>
            <a:r>
              <a:rPr sz="1600" dirty="0">
                <a:solidFill>
                  <a:srgbClr val="0AD0D9"/>
                </a:solidFill>
                <a:latin typeface="+mn-lt"/>
                <a:cs typeface="Segoe UI Symbol"/>
              </a:rPr>
              <a:t>	</a:t>
            </a:r>
            <a:r>
              <a:rPr sz="1600" spc="-10" dirty="0">
                <a:latin typeface="+mn-lt"/>
                <a:cs typeface="Constantia"/>
              </a:rPr>
              <a:t>&lt;div</a:t>
            </a:r>
            <a:r>
              <a:rPr sz="1600" spc="-155" dirty="0">
                <a:latin typeface="+mn-lt"/>
                <a:cs typeface="Constantia"/>
              </a:rPr>
              <a:t> </a:t>
            </a:r>
            <a:r>
              <a:rPr sz="1600" spc="-10" dirty="0">
                <a:latin typeface="+mn-lt"/>
                <a:cs typeface="Constantia"/>
              </a:rPr>
              <a:t>class="contentBox"&gt;</a:t>
            </a:r>
            <a:r>
              <a:rPr sz="1600" spc="-100" dirty="0">
                <a:latin typeface="+mn-lt"/>
                <a:cs typeface="Constantia"/>
              </a:rPr>
              <a:t> </a:t>
            </a:r>
            <a:r>
              <a:rPr sz="1600" spc="-20" dirty="0">
                <a:latin typeface="+mn-lt"/>
                <a:cs typeface="Constantia"/>
              </a:rPr>
              <a:t>Why</a:t>
            </a:r>
            <a:r>
              <a:rPr sz="1600" spc="-145" dirty="0">
                <a:latin typeface="+mn-lt"/>
                <a:cs typeface="Constantia"/>
              </a:rPr>
              <a:t> </a:t>
            </a:r>
            <a:r>
              <a:rPr sz="1600" dirty="0">
                <a:latin typeface="+mn-lt"/>
                <a:cs typeface="Constantia"/>
              </a:rPr>
              <a:t>do</a:t>
            </a:r>
            <a:r>
              <a:rPr sz="1600" spc="-75" dirty="0">
                <a:latin typeface="+mn-lt"/>
                <a:cs typeface="Constantia"/>
              </a:rPr>
              <a:t> </a:t>
            </a:r>
            <a:r>
              <a:rPr sz="1600" dirty="0">
                <a:latin typeface="+mn-lt"/>
                <a:cs typeface="Constantia"/>
              </a:rPr>
              <a:t>I</a:t>
            </a:r>
            <a:r>
              <a:rPr sz="1600" spc="-90" dirty="0">
                <a:latin typeface="+mn-lt"/>
                <a:cs typeface="Constantia"/>
              </a:rPr>
              <a:t> </a:t>
            </a:r>
            <a:r>
              <a:rPr sz="1600" dirty="0">
                <a:latin typeface="+mn-lt"/>
                <a:cs typeface="Constantia"/>
              </a:rPr>
              <a:t>call</a:t>
            </a:r>
            <a:r>
              <a:rPr sz="1600" spc="-55" dirty="0">
                <a:latin typeface="+mn-lt"/>
                <a:cs typeface="Constantia"/>
              </a:rPr>
              <a:t> </a:t>
            </a:r>
            <a:r>
              <a:rPr sz="1600" dirty="0">
                <a:latin typeface="+mn-lt"/>
                <a:cs typeface="Constantia"/>
              </a:rPr>
              <a:t>them</a:t>
            </a:r>
            <a:r>
              <a:rPr sz="1600" spc="-60" dirty="0">
                <a:latin typeface="+mn-lt"/>
                <a:cs typeface="Constantia"/>
              </a:rPr>
              <a:t> </a:t>
            </a:r>
            <a:r>
              <a:rPr sz="1600" spc="-20" dirty="0">
                <a:latin typeface="+mn-lt"/>
                <a:cs typeface="Constantia"/>
              </a:rPr>
              <a:t>"CSS </a:t>
            </a:r>
            <a:r>
              <a:rPr sz="1600" spc="-10" dirty="0">
                <a:latin typeface="+mn-lt"/>
                <a:cs typeface="Constantia"/>
              </a:rPr>
              <a:t>Scrollbars"?</a:t>
            </a:r>
            <a:endParaRPr sz="1600" dirty="0">
              <a:latin typeface="+mn-lt"/>
              <a:cs typeface="Constantia"/>
            </a:endParaRPr>
          </a:p>
          <a:p>
            <a:pPr marL="12700">
              <a:lnSpc>
                <a:spcPct val="150000"/>
              </a:lnSpc>
              <a:spcBef>
                <a:spcPts val="270"/>
              </a:spcBef>
              <a:buClr>
                <a:srgbClr val="0AD0D9"/>
              </a:buClr>
              <a:buSzPct val="94230"/>
              <a:tabLst>
                <a:tab pos="365760" algn="l"/>
              </a:tabLst>
            </a:pPr>
            <a:r>
              <a:rPr sz="1600" spc="-10" dirty="0">
                <a:latin typeface="+mn-lt"/>
                <a:cs typeface="Constantia"/>
              </a:rPr>
              <a:t>&lt;/div&gt;</a:t>
            </a:r>
            <a:endParaRPr sz="1600" dirty="0">
              <a:latin typeface="+mn-lt"/>
              <a:cs typeface="Constantia"/>
            </a:endParaRPr>
          </a:p>
        </p:txBody>
      </p:sp>
    </p:spTree>
    <p:extLst>
      <p:ext uri="{BB962C8B-B14F-4D97-AF65-F5344CB8AC3E}">
        <p14:creationId xmlns:p14="http://schemas.microsoft.com/office/powerpoint/2010/main" val="2735087203"/>
      </p:ext>
    </p:extLst>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7EC1E6-69DD-EF9B-8C41-CD3F844D134E}"/>
              </a:ext>
            </a:extLst>
          </p:cNvPr>
          <p:cNvSpPr>
            <a:spLocks noGrp="1"/>
          </p:cNvSpPr>
          <p:nvPr>
            <p:ph type="sldNum" sz="quarter" idx="4"/>
          </p:nvPr>
        </p:nvSpPr>
        <p:spPr/>
        <p:txBody>
          <a:bodyPr/>
          <a:lstStyle/>
          <a:p>
            <a:fld id="{D71DA9FD-6EF8-4CC5-AF9B-B6159B5B937C}" type="slidenum">
              <a:rPr lang="en-GB" noProof="1" smtClean="0"/>
              <a:pPr/>
              <a:t>60</a:t>
            </a:fld>
            <a:endParaRPr lang="en-GB" noProof="1"/>
          </a:p>
        </p:txBody>
      </p:sp>
      <p:sp>
        <p:nvSpPr>
          <p:cNvPr id="3" name="Footer Placeholder 2">
            <a:extLst>
              <a:ext uri="{FF2B5EF4-FFF2-40B4-BE49-F238E27FC236}">
                <a16:creationId xmlns:a16="http://schemas.microsoft.com/office/drawing/2014/main" id="{2314776D-288A-6895-C319-906E6391CF0E}"/>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10" name="Title 9">
            <a:extLst>
              <a:ext uri="{FF2B5EF4-FFF2-40B4-BE49-F238E27FC236}">
                <a16:creationId xmlns:a16="http://schemas.microsoft.com/office/drawing/2014/main" id="{2005EB7B-0F66-545D-5B88-42BA1F7448EC}"/>
              </a:ext>
            </a:extLst>
          </p:cNvPr>
          <p:cNvSpPr>
            <a:spLocks noGrp="1"/>
          </p:cNvSpPr>
          <p:nvPr>
            <p:ph type="title"/>
          </p:nvPr>
        </p:nvSpPr>
        <p:spPr/>
        <p:txBody>
          <a:bodyPr/>
          <a:lstStyle/>
          <a:p>
            <a:endParaRPr lang="en-US"/>
          </a:p>
        </p:txBody>
      </p:sp>
      <p:sp>
        <p:nvSpPr>
          <p:cNvPr id="4" name="object 2">
            <a:extLst>
              <a:ext uri="{FF2B5EF4-FFF2-40B4-BE49-F238E27FC236}">
                <a16:creationId xmlns:a16="http://schemas.microsoft.com/office/drawing/2014/main" id="{10C1052B-DC98-F5A7-B2CF-1CA6FA764355}"/>
              </a:ext>
            </a:extLst>
          </p:cNvPr>
          <p:cNvSpPr txBox="1"/>
          <p:nvPr/>
        </p:nvSpPr>
        <p:spPr>
          <a:xfrm>
            <a:off x="736282" y="1472289"/>
            <a:ext cx="4304030" cy="2186817"/>
          </a:xfrm>
          <a:prstGeom prst="rect">
            <a:avLst/>
          </a:prstGeom>
        </p:spPr>
        <p:txBody>
          <a:bodyPr vert="horz" wrap="square" lIns="0" tIns="13335" rIns="0" bIns="0" rtlCol="0">
            <a:spAutoFit/>
          </a:bodyPr>
          <a:lstStyle/>
          <a:p>
            <a:pPr marL="10795">
              <a:lnSpc>
                <a:spcPct val="150000"/>
              </a:lnSpc>
              <a:spcBef>
                <a:spcPts val="105"/>
              </a:spcBef>
              <a:buClr>
                <a:srgbClr val="0AD0D9"/>
              </a:buClr>
              <a:buSzPct val="94230"/>
              <a:tabLst>
                <a:tab pos="285750" algn="l"/>
              </a:tabLst>
            </a:pPr>
            <a:r>
              <a:rPr lang="en-US" sz="1600" spc="-50" dirty="0">
                <a:latin typeface="+mn-lt"/>
                <a:cs typeface="Constantia"/>
              </a:rPr>
              <a:t>       </a:t>
            </a:r>
            <a:r>
              <a:rPr sz="1600" spc="-50" dirty="0">
                <a:latin typeface="+mn-lt"/>
                <a:cs typeface="Constantia"/>
              </a:rPr>
              <a:t>p</a:t>
            </a:r>
            <a:endParaRPr sz="1600" dirty="0">
              <a:latin typeface="+mn-lt"/>
              <a:cs typeface="Constantia"/>
            </a:endParaRPr>
          </a:p>
          <a:p>
            <a:pPr marL="285115">
              <a:lnSpc>
                <a:spcPct val="150000"/>
              </a:lnSpc>
            </a:pPr>
            <a:r>
              <a:rPr sz="1600" spc="-50" dirty="0">
                <a:latin typeface="+mn-lt"/>
                <a:cs typeface="Constantia"/>
              </a:rPr>
              <a:t>{</a:t>
            </a:r>
            <a:endParaRPr sz="1600" dirty="0">
              <a:latin typeface="+mn-lt"/>
              <a:cs typeface="Constantia"/>
            </a:endParaRPr>
          </a:p>
          <a:p>
            <a:pPr marL="285115" marR="5080">
              <a:lnSpc>
                <a:spcPct val="150000"/>
              </a:lnSpc>
            </a:pPr>
            <a:r>
              <a:rPr sz="1600" spc="-25" dirty="0">
                <a:latin typeface="+mn-lt"/>
                <a:cs typeface="Constantia"/>
              </a:rPr>
              <a:t>border-</a:t>
            </a:r>
            <a:r>
              <a:rPr sz="1600" spc="-20" dirty="0">
                <a:latin typeface="+mn-lt"/>
                <a:cs typeface="Constantia"/>
              </a:rPr>
              <a:t>top-</a:t>
            </a:r>
            <a:r>
              <a:rPr sz="1600" spc="-10" dirty="0">
                <a:latin typeface="+mn-lt"/>
                <a:cs typeface="Constantia"/>
              </a:rPr>
              <a:t>style:dotted; </a:t>
            </a:r>
            <a:r>
              <a:rPr sz="1600" spc="-25" dirty="0">
                <a:latin typeface="+mn-lt"/>
                <a:cs typeface="Constantia"/>
              </a:rPr>
              <a:t>border-</a:t>
            </a:r>
            <a:r>
              <a:rPr sz="1600" spc="-20" dirty="0">
                <a:latin typeface="+mn-lt"/>
                <a:cs typeface="Constantia"/>
              </a:rPr>
              <a:t>right-</a:t>
            </a:r>
            <a:r>
              <a:rPr sz="1600" spc="-10" dirty="0">
                <a:latin typeface="+mn-lt"/>
                <a:cs typeface="Constantia"/>
              </a:rPr>
              <a:t>style:solid; </a:t>
            </a:r>
            <a:r>
              <a:rPr sz="1600" spc="-25" dirty="0">
                <a:latin typeface="+mn-lt"/>
                <a:cs typeface="Constantia"/>
              </a:rPr>
              <a:t>border-</a:t>
            </a:r>
            <a:r>
              <a:rPr sz="1600" spc="-20" dirty="0">
                <a:latin typeface="+mn-lt"/>
                <a:cs typeface="Constantia"/>
              </a:rPr>
              <a:t>bottom-</a:t>
            </a:r>
            <a:r>
              <a:rPr sz="1600" spc="-10" dirty="0">
                <a:latin typeface="+mn-lt"/>
                <a:cs typeface="Constantia"/>
              </a:rPr>
              <a:t>style:dotted; </a:t>
            </a:r>
            <a:r>
              <a:rPr sz="1600" spc="-25" dirty="0">
                <a:latin typeface="+mn-lt"/>
                <a:cs typeface="Constantia"/>
              </a:rPr>
              <a:t>border-</a:t>
            </a:r>
            <a:r>
              <a:rPr sz="1600" spc="-10" dirty="0">
                <a:latin typeface="+mn-lt"/>
                <a:cs typeface="Constantia"/>
              </a:rPr>
              <a:t>left-style:solid;</a:t>
            </a:r>
            <a:endParaRPr sz="1600" dirty="0">
              <a:latin typeface="+mn-lt"/>
              <a:cs typeface="Constantia"/>
            </a:endParaRPr>
          </a:p>
          <a:p>
            <a:pPr marL="285115">
              <a:lnSpc>
                <a:spcPct val="150000"/>
              </a:lnSpc>
              <a:spcBef>
                <a:spcPts val="5"/>
              </a:spcBef>
            </a:pPr>
            <a:r>
              <a:rPr sz="1600" spc="-50" dirty="0">
                <a:latin typeface="+mn-lt"/>
                <a:cs typeface="Constantia"/>
              </a:rPr>
              <a:t>}</a:t>
            </a:r>
            <a:endParaRPr sz="1600" dirty="0">
              <a:latin typeface="+mn-lt"/>
              <a:cs typeface="Constantia"/>
            </a:endParaRPr>
          </a:p>
        </p:txBody>
      </p:sp>
    </p:spTree>
    <p:extLst>
      <p:ext uri="{BB962C8B-B14F-4D97-AF65-F5344CB8AC3E}">
        <p14:creationId xmlns:p14="http://schemas.microsoft.com/office/powerpoint/2010/main" val="2254596313"/>
      </p:ext>
    </p:extLst>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03348F-BD21-4CD5-F14E-7D3D6BD431BE}"/>
              </a:ext>
            </a:extLst>
          </p:cNvPr>
          <p:cNvSpPr>
            <a:spLocks noGrp="1"/>
          </p:cNvSpPr>
          <p:nvPr>
            <p:ph type="sldNum" sz="quarter" idx="4"/>
          </p:nvPr>
        </p:nvSpPr>
        <p:spPr/>
        <p:txBody>
          <a:bodyPr/>
          <a:lstStyle/>
          <a:p>
            <a:fld id="{D71DA9FD-6EF8-4CC5-AF9B-B6159B5B937C}" type="slidenum">
              <a:rPr lang="en-GB" noProof="1" smtClean="0"/>
              <a:pPr/>
              <a:t>61</a:t>
            </a:fld>
            <a:endParaRPr lang="en-GB" noProof="1"/>
          </a:p>
        </p:txBody>
      </p:sp>
      <p:sp>
        <p:nvSpPr>
          <p:cNvPr id="3" name="Footer Placeholder 2">
            <a:extLst>
              <a:ext uri="{FF2B5EF4-FFF2-40B4-BE49-F238E27FC236}">
                <a16:creationId xmlns:a16="http://schemas.microsoft.com/office/drawing/2014/main" id="{D257A8E7-96B3-AFE7-5A1E-652AC6D7F9C7}"/>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6" name="object 2">
            <a:extLst>
              <a:ext uri="{FF2B5EF4-FFF2-40B4-BE49-F238E27FC236}">
                <a16:creationId xmlns:a16="http://schemas.microsoft.com/office/drawing/2014/main" id="{A2825A4A-3541-0E1E-0E65-062314CE1FA0}"/>
              </a:ext>
            </a:extLst>
          </p:cNvPr>
          <p:cNvSpPr txBox="1"/>
          <p:nvPr/>
        </p:nvSpPr>
        <p:spPr>
          <a:xfrm>
            <a:off x="736999" y="534170"/>
            <a:ext cx="7761542" cy="5747727"/>
          </a:xfrm>
          <a:prstGeom prst="rect">
            <a:avLst/>
          </a:prstGeom>
        </p:spPr>
        <p:txBody>
          <a:bodyPr vert="horz" wrap="square" lIns="0" tIns="12700" rIns="0" bIns="0" rtlCol="0">
            <a:spAutoFit/>
          </a:bodyPr>
          <a:lstStyle/>
          <a:p>
            <a:pPr marL="12700">
              <a:lnSpc>
                <a:spcPct val="100000"/>
              </a:lnSpc>
              <a:spcBef>
                <a:spcPts val="100"/>
              </a:spcBef>
              <a:buClr>
                <a:srgbClr val="0AD0D9"/>
              </a:buClr>
              <a:buSzPct val="94444"/>
              <a:tabLst>
                <a:tab pos="285115" algn="l"/>
              </a:tabLst>
            </a:pPr>
            <a:r>
              <a:rPr sz="1600" spc="-10" dirty="0">
                <a:solidFill>
                  <a:schemeClr val="bg1"/>
                </a:solidFill>
                <a:latin typeface="+mn-lt"/>
                <a:cs typeface="Constantia"/>
              </a:rPr>
              <a:t>&lt;html&gt;</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10" dirty="0">
                <a:solidFill>
                  <a:schemeClr val="bg1"/>
                </a:solidFill>
                <a:latin typeface="+mn-lt"/>
                <a:cs typeface="Constantia"/>
              </a:rPr>
              <a:t>&lt;head&gt;</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10" dirty="0">
                <a:solidFill>
                  <a:schemeClr val="bg1"/>
                </a:solidFill>
                <a:latin typeface="+mn-lt"/>
                <a:cs typeface="Constantia"/>
              </a:rPr>
              <a:t>&lt;style</a:t>
            </a:r>
            <a:r>
              <a:rPr sz="1600" spc="-80" dirty="0">
                <a:solidFill>
                  <a:schemeClr val="bg1"/>
                </a:solidFill>
                <a:latin typeface="+mn-lt"/>
                <a:cs typeface="Constantia"/>
              </a:rPr>
              <a:t> </a:t>
            </a:r>
            <a:r>
              <a:rPr sz="1600" spc="-10" dirty="0">
                <a:solidFill>
                  <a:schemeClr val="bg1"/>
                </a:solidFill>
                <a:latin typeface="+mn-lt"/>
                <a:cs typeface="Constantia"/>
              </a:rPr>
              <a:t>type="text/css"&gt;</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50" dirty="0">
                <a:solidFill>
                  <a:schemeClr val="bg1"/>
                </a:solidFill>
                <a:latin typeface="+mn-lt"/>
                <a:cs typeface="Constantia"/>
              </a:rPr>
              <a:t>p</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50" dirty="0">
                <a:solidFill>
                  <a:schemeClr val="bg1"/>
                </a:solidFill>
                <a:latin typeface="+mn-lt"/>
                <a:cs typeface="Constantia"/>
              </a:rPr>
              <a:t>{</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10" dirty="0">
                <a:solidFill>
                  <a:schemeClr val="bg1"/>
                </a:solidFill>
                <a:latin typeface="+mn-lt"/>
                <a:cs typeface="Constantia"/>
              </a:rPr>
              <a:t>background-color:yellow;</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50" dirty="0">
                <a:solidFill>
                  <a:schemeClr val="bg1"/>
                </a:solidFill>
                <a:latin typeface="+mn-lt"/>
                <a:cs typeface="Constantia"/>
              </a:rPr>
              <a:t>}</a:t>
            </a:r>
            <a:endParaRPr sz="1600" dirty="0">
              <a:solidFill>
                <a:schemeClr val="bg1"/>
              </a:solidFill>
              <a:latin typeface="+mn-lt"/>
              <a:cs typeface="Constantia"/>
            </a:endParaRPr>
          </a:p>
          <a:p>
            <a:pPr marL="12700">
              <a:lnSpc>
                <a:spcPct val="100000"/>
              </a:lnSpc>
              <a:spcBef>
                <a:spcPts val="5"/>
              </a:spcBef>
              <a:buClr>
                <a:srgbClr val="0AD0D9"/>
              </a:buClr>
              <a:buSzPct val="94444"/>
              <a:tabLst>
                <a:tab pos="285115" algn="l"/>
              </a:tabLst>
            </a:pPr>
            <a:r>
              <a:rPr sz="1600" spc="-10" dirty="0">
                <a:solidFill>
                  <a:schemeClr val="bg1"/>
                </a:solidFill>
                <a:latin typeface="+mn-lt"/>
                <a:cs typeface="Constantia"/>
              </a:rPr>
              <a:t>p.padding</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50" dirty="0">
                <a:solidFill>
                  <a:schemeClr val="bg1"/>
                </a:solidFill>
                <a:latin typeface="+mn-lt"/>
                <a:cs typeface="Constantia"/>
              </a:rPr>
              <a:t>{</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20" dirty="0">
                <a:solidFill>
                  <a:schemeClr val="bg1"/>
                </a:solidFill>
                <a:latin typeface="+mn-lt"/>
                <a:cs typeface="Constantia"/>
              </a:rPr>
              <a:t>padding-</a:t>
            </a:r>
            <a:r>
              <a:rPr sz="1600" spc="-10" dirty="0">
                <a:solidFill>
                  <a:schemeClr val="bg1"/>
                </a:solidFill>
                <a:latin typeface="+mn-lt"/>
                <a:cs typeface="Constantia"/>
              </a:rPr>
              <a:t>top:25px;</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20" dirty="0">
                <a:solidFill>
                  <a:schemeClr val="bg1"/>
                </a:solidFill>
                <a:latin typeface="+mn-lt"/>
                <a:cs typeface="Constantia"/>
              </a:rPr>
              <a:t>padding-</a:t>
            </a:r>
            <a:r>
              <a:rPr sz="1600" spc="-10" dirty="0">
                <a:solidFill>
                  <a:schemeClr val="bg1"/>
                </a:solidFill>
                <a:latin typeface="+mn-lt"/>
                <a:cs typeface="Constantia"/>
              </a:rPr>
              <a:t>bottom:25px;</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20" dirty="0">
                <a:solidFill>
                  <a:schemeClr val="bg1"/>
                </a:solidFill>
                <a:latin typeface="+mn-lt"/>
                <a:cs typeface="Constantia"/>
              </a:rPr>
              <a:t>padding-</a:t>
            </a:r>
            <a:r>
              <a:rPr sz="1600" spc="-10" dirty="0">
                <a:solidFill>
                  <a:schemeClr val="bg1"/>
                </a:solidFill>
                <a:latin typeface="+mn-lt"/>
                <a:cs typeface="Constantia"/>
              </a:rPr>
              <a:t>right:50px;</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20" dirty="0">
                <a:solidFill>
                  <a:schemeClr val="bg1"/>
                </a:solidFill>
                <a:latin typeface="+mn-lt"/>
                <a:cs typeface="Constantia"/>
              </a:rPr>
              <a:t>padding-</a:t>
            </a:r>
            <a:r>
              <a:rPr sz="1600" spc="-10" dirty="0">
                <a:solidFill>
                  <a:schemeClr val="bg1"/>
                </a:solidFill>
                <a:latin typeface="+mn-lt"/>
                <a:cs typeface="Constantia"/>
              </a:rPr>
              <a:t>left:50px;</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50" dirty="0">
                <a:solidFill>
                  <a:schemeClr val="bg1"/>
                </a:solidFill>
                <a:latin typeface="+mn-lt"/>
                <a:cs typeface="Constantia"/>
              </a:rPr>
              <a:t>}</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10" dirty="0">
                <a:solidFill>
                  <a:schemeClr val="bg1"/>
                </a:solidFill>
                <a:latin typeface="+mn-lt"/>
                <a:cs typeface="Constantia"/>
              </a:rPr>
              <a:t>&lt;/style&gt;</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10" dirty="0">
                <a:solidFill>
                  <a:schemeClr val="bg1"/>
                </a:solidFill>
                <a:latin typeface="+mn-lt"/>
                <a:cs typeface="Constantia"/>
              </a:rPr>
              <a:t>&lt;/head&gt;</a:t>
            </a:r>
            <a:endParaRPr sz="1600" dirty="0">
              <a:solidFill>
                <a:schemeClr val="bg1"/>
              </a:solidFill>
              <a:latin typeface="+mn-lt"/>
              <a:cs typeface="Constantia"/>
            </a:endParaRPr>
          </a:p>
          <a:p>
            <a:pPr marL="12700">
              <a:lnSpc>
                <a:spcPct val="100000"/>
              </a:lnSpc>
              <a:spcBef>
                <a:spcPts val="2165"/>
              </a:spcBef>
              <a:buClr>
                <a:srgbClr val="0AD0D9"/>
              </a:buClr>
              <a:buSzPct val="94444"/>
              <a:tabLst>
                <a:tab pos="285115" algn="l"/>
              </a:tabLst>
            </a:pPr>
            <a:r>
              <a:rPr sz="1600" spc="-10" dirty="0">
                <a:solidFill>
                  <a:schemeClr val="bg1"/>
                </a:solidFill>
                <a:latin typeface="+mn-lt"/>
                <a:cs typeface="Constantia"/>
              </a:rPr>
              <a:t>&lt;body&gt;</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dirty="0">
                <a:solidFill>
                  <a:schemeClr val="bg1"/>
                </a:solidFill>
                <a:latin typeface="+mn-lt"/>
                <a:cs typeface="Constantia"/>
              </a:rPr>
              <a:t>&lt;p&gt;This</a:t>
            </a:r>
            <a:r>
              <a:rPr sz="1600" spc="-85" dirty="0">
                <a:solidFill>
                  <a:schemeClr val="bg1"/>
                </a:solidFill>
                <a:latin typeface="+mn-lt"/>
                <a:cs typeface="Constantia"/>
              </a:rPr>
              <a:t> </a:t>
            </a:r>
            <a:r>
              <a:rPr sz="1600" dirty="0">
                <a:solidFill>
                  <a:schemeClr val="bg1"/>
                </a:solidFill>
                <a:latin typeface="+mn-lt"/>
                <a:cs typeface="Constantia"/>
              </a:rPr>
              <a:t>is</a:t>
            </a:r>
            <a:r>
              <a:rPr sz="1600" spc="-100" dirty="0">
                <a:solidFill>
                  <a:schemeClr val="bg1"/>
                </a:solidFill>
                <a:latin typeface="+mn-lt"/>
                <a:cs typeface="Constantia"/>
              </a:rPr>
              <a:t> </a:t>
            </a:r>
            <a:r>
              <a:rPr sz="1600" dirty="0">
                <a:solidFill>
                  <a:schemeClr val="bg1"/>
                </a:solidFill>
                <a:latin typeface="+mn-lt"/>
                <a:cs typeface="Constantia"/>
              </a:rPr>
              <a:t>a</a:t>
            </a:r>
            <a:r>
              <a:rPr sz="1600" spc="-100" dirty="0">
                <a:solidFill>
                  <a:schemeClr val="bg1"/>
                </a:solidFill>
                <a:latin typeface="+mn-lt"/>
                <a:cs typeface="Constantia"/>
              </a:rPr>
              <a:t> </a:t>
            </a:r>
            <a:r>
              <a:rPr sz="1600" spc="-10" dirty="0">
                <a:solidFill>
                  <a:schemeClr val="bg1"/>
                </a:solidFill>
                <a:latin typeface="+mn-lt"/>
                <a:cs typeface="Constantia"/>
              </a:rPr>
              <a:t>paragraph</a:t>
            </a:r>
            <a:r>
              <a:rPr sz="1600" spc="-95" dirty="0">
                <a:solidFill>
                  <a:schemeClr val="bg1"/>
                </a:solidFill>
                <a:latin typeface="+mn-lt"/>
                <a:cs typeface="Constantia"/>
              </a:rPr>
              <a:t> </a:t>
            </a:r>
            <a:r>
              <a:rPr sz="1600" dirty="0">
                <a:solidFill>
                  <a:schemeClr val="bg1"/>
                </a:solidFill>
                <a:latin typeface="+mn-lt"/>
                <a:cs typeface="Constantia"/>
              </a:rPr>
              <a:t>with</a:t>
            </a:r>
            <a:r>
              <a:rPr sz="1600" spc="-55" dirty="0">
                <a:solidFill>
                  <a:schemeClr val="bg1"/>
                </a:solidFill>
                <a:latin typeface="+mn-lt"/>
                <a:cs typeface="Constantia"/>
              </a:rPr>
              <a:t> </a:t>
            </a:r>
            <a:r>
              <a:rPr sz="1600" dirty="0">
                <a:solidFill>
                  <a:schemeClr val="bg1"/>
                </a:solidFill>
                <a:latin typeface="+mn-lt"/>
                <a:cs typeface="Constantia"/>
              </a:rPr>
              <a:t>no</a:t>
            </a:r>
            <a:r>
              <a:rPr sz="1600" spc="-90" dirty="0">
                <a:solidFill>
                  <a:schemeClr val="bg1"/>
                </a:solidFill>
                <a:latin typeface="+mn-lt"/>
                <a:cs typeface="Constantia"/>
              </a:rPr>
              <a:t> </a:t>
            </a:r>
            <a:r>
              <a:rPr sz="1600" dirty="0">
                <a:solidFill>
                  <a:schemeClr val="bg1"/>
                </a:solidFill>
                <a:latin typeface="+mn-lt"/>
                <a:cs typeface="Constantia"/>
              </a:rPr>
              <a:t>specified</a:t>
            </a:r>
            <a:r>
              <a:rPr sz="1600" spc="-30" dirty="0">
                <a:solidFill>
                  <a:schemeClr val="bg1"/>
                </a:solidFill>
                <a:latin typeface="+mn-lt"/>
                <a:cs typeface="Constantia"/>
              </a:rPr>
              <a:t> </a:t>
            </a:r>
            <a:r>
              <a:rPr sz="1600" spc="-10" dirty="0">
                <a:solidFill>
                  <a:schemeClr val="bg1"/>
                </a:solidFill>
                <a:latin typeface="+mn-lt"/>
                <a:cs typeface="Constantia"/>
              </a:rPr>
              <a:t>padding.&lt;/p&gt;</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dirty="0">
                <a:solidFill>
                  <a:schemeClr val="bg1"/>
                </a:solidFill>
                <a:latin typeface="+mn-lt"/>
                <a:cs typeface="Constantia"/>
              </a:rPr>
              <a:t>&lt;p</a:t>
            </a:r>
            <a:r>
              <a:rPr sz="1600" spc="-100" dirty="0">
                <a:solidFill>
                  <a:schemeClr val="bg1"/>
                </a:solidFill>
                <a:latin typeface="+mn-lt"/>
                <a:cs typeface="Constantia"/>
              </a:rPr>
              <a:t> </a:t>
            </a:r>
            <a:r>
              <a:rPr sz="1600" spc="-10" dirty="0">
                <a:solidFill>
                  <a:schemeClr val="bg1"/>
                </a:solidFill>
                <a:latin typeface="+mn-lt"/>
                <a:cs typeface="Constantia"/>
              </a:rPr>
              <a:t>class="padding"&gt;This</a:t>
            </a:r>
            <a:r>
              <a:rPr sz="1600" spc="-55" dirty="0">
                <a:solidFill>
                  <a:schemeClr val="bg1"/>
                </a:solidFill>
                <a:latin typeface="+mn-lt"/>
                <a:cs typeface="Constantia"/>
              </a:rPr>
              <a:t> </a:t>
            </a:r>
            <a:r>
              <a:rPr sz="1600" dirty="0">
                <a:solidFill>
                  <a:schemeClr val="bg1"/>
                </a:solidFill>
                <a:latin typeface="+mn-lt"/>
                <a:cs typeface="Constantia"/>
              </a:rPr>
              <a:t>is</a:t>
            </a:r>
            <a:r>
              <a:rPr sz="1600" spc="-85" dirty="0">
                <a:solidFill>
                  <a:schemeClr val="bg1"/>
                </a:solidFill>
                <a:latin typeface="+mn-lt"/>
                <a:cs typeface="Constantia"/>
              </a:rPr>
              <a:t> </a:t>
            </a:r>
            <a:r>
              <a:rPr sz="1600" dirty="0">
                <a:solidFill>
                  <a:schemeClr val="bg1"/>
                </a:solidFill>
                <a:latin typeface="+mn-lt"/>
                <a:cs typeface="Constantia"/>
              </a:rPr>
              <a:t>a</a:t>
            </a:r>
            <a:r>
              <a:rPr sz="1600" spc="-70" dirty="0">
                <a:solidFill>
                  <a:schemeClr val="bg1"/>
                </a:solidFill>
                <a:latin typeface="+mn-lt"/>
                <a:cs typeface="Constantia"/>
              </a:rPr>
              <a:t> </a:t>
            </a:r>
            <a:r>
              <a:rPr sz="1600" spc="-10" dirty="0">
                <a:solidFill>
                  <a:schemeClr val="bg1"/>
                </a:solidFill>
                <a:latin typeface="+mn-lt"/>
                <a:cs typeface="Constantia"/>
              </a:rPr>
              <a:t>paragraph</a:t>
            </a:r>
            <a:r>
              <a:rPr sz="1600" spc="-80" dirty="0">
                <a:solidFill>
                  <a:schemeClr val="bg1"/>
                </a:solidFill>
                <a:latin typeface="+mn-lt"/>
                <a:cs typeface="Constantia"/>
              </a:rPr>
              <a:t> </a:t>
            </a:r>
            <a:r>
              <a:rPr sz="1600" dirty="0">
                <a:solidFill>
                  <a:schemeClr val="bg1"/>
                </a:solidFill>
                <a:latin typeface="+mn-lt"/>
                <a:cs typeface="Constantia"/>
              </a:rPr>
              <a:t>with</a:t>
            </a:r>
            <a:r>
              <a:rPr sz="1600" spc="-70" dirty="0">
                <a:solidFill>
                  <a:schemeClr val="bg1"/>
                </a:solidFill>
                <a:latin typeface="+mn-lt"/>
                <a:cs typeface="Constantia"/>
              </a:rPr>
              <a:t> </a:t>
            </a:r>
            <a:r>
              <a:rPr sz="1600" dirty="0">
                <a:solidFill>
                  <a:schemeClr val="bg1"/>
                </a:solidFill>
                <a:latin typeface="+mn-lt"/>
                <a:cs typeface="Constantia"/>
              </a:rPr>
              <a:t>specified</a:t>
            </a:r>
            <a:r>
              <a:rPr sz="1600" spc="-15" dirty="0">
                <a:solidFill>
                  <a:schemeClr val="bg1"/>
                </a:solidFill>
                <a:latin typeface="+mn-lt"/>
                <a:cs typeface="Constantia"/>
              </a:rPr>
              <a:t> </a:t>
            </a:r>
            <a:r>
              <a:rPr sz="1600" spc="-10" dirty="0">
                <a:solidFill>
                  <a:schemeClr val="bg1"/>
                </a:solidFill>
                <a:latin typeface="+mn-lt"/>
                <a:cs typeface="Constantia"/>
              </a:rPr>
              <a:t>paddings.&lt;/p&gt;</a:t>
            </a:r>
            <a:endParaRPr sz="1600" dirty="0">
              <a:solidFill>
                <a:schemeClr val="bg1"/>
              </a:solidFill>
              <a:latin typeface="+mn-lt"/>
              <a:cs typeface="Constantia"/>
            </a:endParaRPr>
          </a:p>
          <a:p>
            <a:pPr marL="12700">
              <a:lnSpc>
                <a:spcPct val="100000"/>
              </a:lnSpc>
              <a:buClr>
                <a:srgbClr val="0AD0D9"/>
              </a:buClr>
              <a:buSzPct val="94444"/>
              <a:tabLst>
                <a:tab pos="285115" algn="l"/>
              </a:tabLst>
            </a:pPr>
            <a:r>
              <a:rPr sz="1600" spc="-10" dirty="0">
                <a:solidFill>
                  <a:schemeClr val="bg1"/>
                </a:solidFill>
                <a:latin typeface="+mn-lt"/>
                <a:cs typeface="Constantia"/>
              </a:rPr>
              <a:t>&lt;/body&gt;</a:t>
            </a:r>
            <a:endParaRPr sz="1600" dirty="0">
              <a:solidFill>
                <a:schemeClr val="bg1"/>
              </a:solidFill>
              <a:latin typeface="+mn-lt"/>
              <a:cs typeface="Constantia"/>
            </a:endParaRPr>
          </a:p>
          <a:p>
            <a:pPr marL="12700">
              <a:lnSpc>
                <a:spcPct val="100000"/>
              </a:lnSpc>
              <a:spcBef>
                <a:spcPts val="2160"/>
              </a:spcBef>
              <a:buClr>
                <a:srgbClr val="0AD0D9"/>
              </a:buClr>
              <a:buSzPct val="94444"/>
              <a:tabLst>
                <a:tab pos="285115" algn="l"/>
              </a:tabLst>
            </a:pPr>
            <a:r>
              <a:rPr sz="1600" spc="-10" dirty="0">
                <a:solidFill>
                  <a:schemeClr val="bg1"/>
                </a:solidFill>
                <a:latin typeface="+mn-lt"/>
                <a:cs typeface="Constantia"/>
              </a:rPr>
              <a:t>&lt;/html&gt;</a:t>
            </a:r>
            <a:endParaRPr sz="1600" dirty="0">
              <a:solidFill>
                <a:schemeClr val="bg1"/>
              </a:solidFill>
              <a:latin typeface="+mn-lt"/>
              <a:cs typeface="Constantia"/>
            </a:endParaRPr>
          </a:p>
        </p:txBody>
      </p:sp>
    </p:spTree>
    <p:extLst>
      <p:ext uri="{BB962C8B-B14F-4D97-AF65-F5344CB8AC3E}">
        <p14:creationId xmlns:p14="http://schemas.microsoft.com/office/powerpoint/2010/main" val="1728268985"/>
      </p:ext>
    </p:extLst>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03348F-BD21-4CD5-F14E-7D3D6BD431BE}"/>
              </a:ext>
            </a:extLst>
          </p:cNvPr>
          <p:cNvSpPr>
            <a:spLocks noGrp="1"/>
          </p:cNvSpPr>
          <p:nvPr>
            <p:ph type="sldNum" sz="quarter" idx="4"/>
          </p:nvPr>
        </p:nvSpPr>
        <p:spPr/>
        <p:txBody>
          <a:bodyPr/>
          <a:lstStyle/>
          <a:p>
            <a:fld id="{D71DA9FD-6EF8-4CC5-AF9B-B6159B5B937C}" type="slidenum">
              <a:rPr lang="en-GB" noProof="1" smtClean="0"/>
              <a:pPr/>
              <a:t>62</a:t>
            </a:fld>
            <a:endParaRPr lang="en-GB" noProof="1"/>
          </a:p>
        </p:txBody>
      </p:sp>
      <p:sp>
        <p:nvSpPr>
          <p:cNvPr id="3" name="Footer Placeholder 2">
            <a:extLst>
              <a:ext uri="{FF2B5EF4-FFF2-40B4-BE49-F238E27FC236}">
                <a16:creationId xmlns:a16="http://schemas.microsoft.com/office/drawing/2014/main" id="{D257A8E7-96B3-AFE7-5A1E-652AC6D7F9C7}"/>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object 2">
            <a:extLst>
              <a:ext uri="{FF2B5EF4-FFF2-40B4-BE49-F238E27FC236}">
                <a16:creationId xmlns:a16="http://schemas.microsoft.com/office/drawing/2014/main" id="{BBA2E785-614A-1913-2081-EBE5CEE5766E}"/>
              </a:ext>
            </a:extLst>
          </p:cNvPr>
          <p:cNvSpPr txBox="1"/>
          <p:nvPr/>
        </p:nvSpPr>
        <p:spPr>
          <a:xfrm>
            <a:off x="807140" y="557277"/>
            <a:ext cx="3973195" cy="5882059"/>
          </a:xfrm>
          <a:prstGeom prst="rect">
            <a:avLst/>
          </a:prstGeom>
        </p:spPr>
        <p:txBody>
          <a:bodyPr vert="horz" wrap="square" lIns="0" tIns="12700" rIns="0" bIns="0" rtlCol="0">
            <a:spAutoFit/>
          </a:bodyPr>
          <a:lstStyle/>
          <a:p>
            <a:pPr marL="12700">
              <a:lnSpc>
                <a:spcPct val="150000"/>
              </a:lnSpc>
              <a:spcBef>
                <a:spcPts val="100"/>
              </a:spcBef>
              <a:buClr>
                <a:srgbClr val="0AD0D9"/>
              </a:buClr>
              <a:buSzPct val="93750"/>
              <a:tabLst>
                <a:tab pos="284480" algn="l"/>
              </a:tabLst>
            </a:pPr>
            <a:r>
              <a:rPr sz="1600" spc="-10" dirty="0">
                <a:solidFill>
                  <a:schemeClr val="bg1"/>
                </a:solidFill>
                <a:latin typeface="+mn-lt"/>
                <a:cs typeface="Constantia"/>
              </a:rPr>
              <a:t>&lt;html&gt;</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spc="-10" dirty="0">
                <a:solidFill>
                  <a:schemeClr val="bg1"/>
                </a:solidFill>
                <a:latin typeface="+mn-lt"/>
                <a:cs typeface="Constantia"/>
              </a:rPr>
              <a:t>&lt;head&gt;</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spc="-10" dirty="0">
                <a:solidFill>
                  <a:schemeClr val="bg1"/>
                </a:solidFill>
                <a:latin typeface="+mn-lt"/>
                <a:cs typeface="Constantia"/>
              </a:rPr>
              <a:t>&lt;style</a:t>
            </a:r>
            <a:r>
              <a:rPr sz="1600" spc="-140" dirty="0">
                <a:solidFill>
                  <a:schemeClr val="bg1"/>
                </a:solidFill>
                <a:latin typeface="+mn-lt"/>
                <a:cs typeface="Constantia"/>
              </a:rPr>
              <a:t> </a:t>
            </a:r>
            <a:r>
              <a:rPr sz="1600" spc="-10" dirty="0">
                <a:solidFill>
                  <a:schemeClr val="bg1"/>
                </a:solidFill>
                <a:latin typeface="+mn-lt"/>
                <a:cs typeface="Constantia"/>
              </a:rPr>
              <a:t>type="text/css"&gt;</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spc="-10" dirty="0">
                <a:solidFill>
                  <a:schemeClr val="bg1"/>
                </a:solidFill>
                <a:latin typeface="+mn-lt"/>
                <a:cs typeface="Constantia"/>
              </a:rPr>
              <a:t>h1,h2,p</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spc="-50" dirty="0">
                <a:solidFill>
                  <a:schemeClr val="bg1"/>
                </a:solidFill>
                <a:latin typeface="+mn-lt"/>
                <a:cs typeface="Constantia"/>
              </a:rPr>
              <a:t>{</a:t>
            </a:r>
            <a:endParaRPr sz="1600">
              <a:solidFill>
                <a:schemeClr val="bg1"/>
              </a:solidFill>
              <a:latin typeface="+mn-lt"/>
              <a:cs typeface="Constantia"/>
            </a:endParaRPr>
          </a:p>
          <a:p>
            <a:pPr marL="12700">
              <a:lnSpc>
                <a:spcPct val="150000"/>
              </a:lnSpc>
              <a:spcBef>
                <a:spcPts val="5"/>
              </a:spcBef>
              <a:buClr>
                <a:srgbClr val="0AD0D9"/>
              </a:buClr>
              <a:buSzPct val="93750"/>
              <a:tabLst>
                <a:tab pos="284480" algn="l"/>
              </a:tabLst>
            </a:pPr>
            <a:r>
              <a:rPr sz="1600" spc="-10" dirty="0">
                <a:solidFill>
                  <a:schemeClr val="bg1"/>
                </a:solidFill>
                <a:latin typeface="+mn-lt"/>
                <a:cs typeface="Constantia"/>
              </a:rPr>
              <a:t>color:green;</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spc="-50" dirty="0">
                <a:solidFill>
                  <a:schemeClr val="bg1"/>
                </a:solidFill>
                <a:latin typeface="+mn-lt"/>
                <a:cs typeface="Constantia"/>
              </a:rPr>
              <a:t>}</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spc="-10" dirty="0">
                <a:solidFill>
                  <a:schemeClr val="bg1"/>
                </a:solidFill>
                <a:latin typeface="+mn-lt"/>
                <a:cs typeface="Constantia"/>
              </a:rPr>
              <a:t>&lt;/style&gt;</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spc="-10" dirty="0">
                <a:solidFill>
                  <a:schemeClr val="bg1"/>
                </a:solidFill>
                <a:latin typeface="+mn-lt"/>
                <a:cs typeface="Constantia"/>
              </a:rPr>
              <a:t>&lt;/head&gt;</a:t>
            </a:r>
            <a:endParaRPr sz="1600">
              <a:solidFill>
                <a:schemeClr val="bg1"/>
              </a:solidFill>
              <a:latin typeface="+mn-lt"/>
              <a:cs typeface="Constantia"/>
            </a:endParaRPr>
          </a:p>
          <a:p>
            <a:pPr marL="12700">
              <a:lnSpc>
                <a:spcPct val="150000"/>
              </a:lnSpc>
              <a:spcBef>
                <a:spcPts val="2880"/>
              </a:spcBef>
              <a:buClr>
                <a:srgbClr val="0AD0D9"/>
              </a:buClr>
              <a:buSzPct val="93750"/>
              <a:tabLst>
                <a:tab pos="284480" algn="l"/>
              </a:tabLst>
            </a:pPr>
            <a:r>
              <a:rPr sz="1600" spc="-10" dirty="0">
                <a:solidFill>
                  <a:schemeClr val="bg1"/>
                </a:solidFill>
                <a:latin typeface="+mn-lt"/>
                <a:cs typeface="Constantia"/>
              </a:rPr>
              <a:t>&lt;body&gt;</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spc="-10" dirty="0">
                <a:solidFill>
                  <a:schemeClr val="bg1"/>
                </a:solidFill>
                <a:latin typeface="+mn-lt"/>
                <a:cs typeface="Constantia"/>
              </a:rPr>
              <a:t>&lt;h1&gt;Hello</a:t>
            </a:r>
            <a:r>
              <a:rPr sz="1600" spc="-114" dirty="0">
                <a:solidFill>
                  <a:schemeClr val="bg1"/>
                </a:solidFill>
                <a:latin typeface="+mn-lt"/>
                <a:cs typeface="Constantia"/>
              </a:rPr>
              <a:t> </a:t>
            </a:r>
            <a:r>
              <a:rPr sz="1600" spc="-10" dirty="0">
                <a:solidFill>
                  <a:schemeClr val="bg1"/>
                </a:solidFill>
                <a:latin typeface="+mn-lt"/>
                <a:cs typeface="Constantia"/>
              </a:rPr>
              <a:t>World!&lt;/h1&gt;</a:t>
            </a:r>
            <a:endParaRPr sz="1600">
              <a:solidFill>
                <a:schemeClr val="bg1"/>
              </a:solidFill>
              <a:latin typeface="+mn-lt"/>
              <a:cs typeface="Constantia"/>
            </a:endParaRPr>
          </a:p>
          <a:p>
            <a:pPr marL="12700">
              <a:lnSpc>
                <a:spcPct val="150000"/>
              </a:lnSpc>
              <a:spcBef>
                <a:spcPts val="5"/>
              </a:spcBef>
              <a:buClr>
                <a:srgbClr val="0AD0D9"/>
              </a:buClr>
              <a:buSzPct val="93750"/>
              <a:tabLst>
                <a:tab pos="284480" algn="l"/>
              </a:tabLst>
            </a:pPr>
            <a:r>
              <a:rPr sz="1600" spc="-10" dirty="0">
                <a:solidFill>
                  <a:schemeClr val="bg1"/>
                </a:solidFill>
                <a:latin typeface="+mn-lt"/>
                <a:cs typeface="Constantia"/>
              </a:rPr>
              <a:t>&lt;h2&gt;Smaller</a:t>
            </a:r>
            <a:r>
              <a:rPr sz="1600" spc="-50" dirty="0">
                <a:solidFill>
                  <a:schemeClr val="bg1"/>
                </a:solidFill>
                <a:latin typeface="+mn-lt"/>
                <a:cs typeface="Constantia"/>
              </a:rPr>
              <a:t> </a:t>
            </a:r>
            <a:r>
              <a:rPr sz="1600" spc="-10" dirty="0">
                <a:solidFill>
                  <a:schemeClr val="bg1"/>
                </a:solidFill>
                <a:latin typeface="+mn-lt"/>
                <a:cs typeface="Constantia"/>
              </a:rPr>
              <a:t>heading!&lt;/h2&gt;</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dirty="0">
                <a:solidFill>
                  <a:schemeClr val="bg1"/>
                </a:solidFill>
                <a:latin typeface="+mn-lt"/>
                <a:cs typeface="Constantia"/>
              </a:rPr>
              <a:t>&lt;p&gt;This</a:t>
            </a:r>
            <a:r>
              <a:rPr sz="1600" spc="-85" dirty="0">
                <a:solidFill>
                  <a:schemeClr val="bg1"/>
                </a:solidFill>
                <a:latin typeface="+mn-lt"/>
                <a:cs typeface="Constantia"/>
              </a:rPr>
              <a:t> </a:t>
            </a:r>
            <a:r>
              <a:rPr sz="1600" dirty="0">
                <a:solidFill>
                  <a:schemeClr val="bg1"/>
                </a:solidFill>
                <a:latin typeface="+mn-lt"/>
                <a:cs typeface="Constantia"/>
              </a:rPr>
              <a:t>is</a:t>
            </a:r>
            <a:r>
              <a:rPr sz="1600" spc="-114" dirty="0">
                <a:solidFill>
                  <a:schemeClr val="bg1"/>
                </a:solidFill>
                <a:latin typeface="+mn-lt"/>
                <a:cs typeface="Constantia"/>
              </a:rPr>
              <a:t> </a:t>
            </a:r>
            <a:r>
              <a:rPr sz="1600" dirty="0">
                <a:solidFill>
                  <a:schemeClr val="bg1"/>
                </a:solidFill>
                <a:latin typeface="+mn-lt"/>
                <a:cs typeface="Constantia"/>
              </a:rPr>
              <a:t>a</a:t>
            </a:r>
            <a:r>
              <a:rPr sz="1600" spc="-105" dirty="0">
                <a:solidFill>
                  <a:schemeClr val="bg1"/>
                </a:solidFill>
                <a:latin typeface="+mn-lt"/>
                <a:cs typeface="Constantia"/>
              </a:rPr>
              <a:t> </a:t>
            </a:r>
            <a:r>
              <a:rPr sz="1600" spc="-10" dirty="0">
                <a:solidFill>
                  <a:schemeClr val="bg1"/>
                </a:solidFill>
                <a:latin typeface="+mn-lt"/>
                <a:cs typeface="Constantia"/>
              </a:rPr>
              <a:t>paragraph.&lt;/p&gt;</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spc="-10" dirty="0">
                <a:solidFill>
                  <a:schemeClr val="bg1"/>
                </a:solidFill>
                <a:latin typeface="+mn-lt"/>
                <a:cs typeface="Constantia"/>
              </a:rPr>
              <a:t>&lt;/body&gt;</a:t>
            </a:r>
            <a:endParaRPr sz="1600">
              <a:solidFill>
                <a:schemeClr val="bg1"/>
              </a:solidFill>
              <a:latin typeface="+mn-lt"/>
              <a:cs typeface="Constantia"/>
            </a:endParaRPr>
          </a:p>
          <a:p>
            <a:pPr marL="12700">
              <a:lnSpc>
                <a:spcPct val="150000"/>
              </a:lnSpc>
              <a:buClr>
                <a:srgbClr val="0AD0D9"/>
              </a:buClr>
              <a:buSzPct val="93750"/>
              <a:tabLst>
                <a:tab pos="284480" algn="l"/>
              </a:tabLst>
            </a:pPr>
            <a:r>
              <a:rPr sz="1600" spc="-10" dirty="0">
                <a:solidFill>
                  <a:schemeClr val="bg1"/>
                </a:solidFill>
                <a:latin typeface="+mn-lt"/>
                <a:cs typeface="Constantia"/>
              </a:rPr>
              <a:t>&lt;/html&gt;</a:t>
            </a:r>
            <a:endParaRPr sz="1600">
              <a:solidFill>
                <a:schemeClr val="bg1"/>
              </a:solidFill>
              <a:latin typeface="+mn-lt"/>
              <a:cs typeface="Constantia"/>
            </a:endParaRPr>
          </a:p>
        </p:txBody>
      </p:sp>
    </p:spTree>
    <p:extLst>
      <p:ext uri="{BB962C8B-B14F-4D97-AF65-F5344CB8AC3E}">
        <p14:creationId xmlns:p14="http://schemas.microsoft.com/office/powerpoint/2010/main" val="2202961636"/>
      </p:ext>
    </p:extLst>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03348F-BD21-4CD5-F14E-7D3D6BD431BE}"/>
              </a:ext>
            </a:extLst>
          </p:cNvPr>
          <p:cNvSpPr>
            <a:spLocks noGrp="1"/>
          </p:cNvSpPr>
          <p:nvPr>
            <p:ph type="sldNum" sz="quarter" idx="4"/>
          </p:nvPr>
        </p:nvSpPr>
        <p:spPr/>
        <p:txBody>
          <a:bodyPr/>
          <a:lstStyle/>
          <a:p>
            <a:fld id="{D71DA9FD-6EF8-4CC5-AF9B-B6159B5B937C}" type="slidenum">
              <a:rPr lang="en-GB" noProof="1" smtClean="0"/>
              <a:pPr/>
              <a:t>63</a:t>
            </a:fld>
            <a:endParaRPr lang="en-GB" noProof="1"/>
          </a:p>
        </p:txBody>
      </p:sp>
      <p:sp>
        <p:nvSpPr>
          <p:cNvPr id="3" name="Footer Placeholder 2">
            <a:extLst>
              <a:ext uri="{FF2B5EF4-FFF2-40B4-BE49-F238E27FC236}">
                <a16:creationId xmlns:a16="http://schemas.microsoft.com/office/drawing/2014/main" id="{D257A8E7-96B3-AFE7-5A1E-652AC6D7F9C7}"/>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5" name="object 2">
            <a:extLst>
              <a:ext uri="{FF2B5EF4-FFF2-40B4-BE49-F238E27FC236}">
                <a16:creationId xmlns:a16="http://schemas.microsoft.com/office/drawing/2014/main" id="{7388A835-634F-CD0A-832D-B16382D7D84D}"/>
              </a:ext>
            </a:extLst>
          </p:cNvPr>
          <p:cNvSpPr txBox="1"/>
          <p:nvPr/>
        </p:nvSpPr>
        <p:spPr>
          <a:xfrm>
            <a:off x="751092" y="693809"/>
            <a:ext cx="4909185" cy="5391150"/>
          </a:xfrm>
          <a:prstGeom prst="rect">
            <a:avLst/>
          </a:prstGeom>
        </p:spPr>
        <p:txBody>
          <a:bodyPr vert="horz" wrap="square" lIns="0" tIns="12065" rIns="0" bIns="0" rtlCol="0">
            <a:spAutoFit/>
          </a:bodyPr>
          <a:lstStyle/>
          <a:p>
            <a:pPr marL="12700">
              <a:lnSpc>
                <a:spcPct val="100000"/>
              </a:lnSpc>
              <a:spcBef>
                <a:spcPts val="95"/>
              </a:spcBef>
              <a:buClr>
                <a:srgbClr val="0AD0D9"/>
              </a:buClr>
              <a:buSzPct val="93750"/>
              <a:tabLst>
                <a:tab pos="285115" algn="l"/>
              </a:tabLst>
            </a:pPr>
            <a:r>
              <a:rPr sz="1600" spc="-10" dirty="0">
                <a:solidFill>
                  <a:schemeClr val="bg1"/>
                </a:solidFill>
                <a:latin typeface="+mn-lt"/>
                <a:cs typeface="Constantia"/>
              </a:rPr>
              <a:t>&lt;html&gt;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&lt;head&gt;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&lt;style</a:t>
            </a:r>
            <a:r>
              <a:rPr sz="1600" spc="-75" dirty="0">
                <a:solidFill>
                  <a:schemeClr val="bg1"/>
                </a:solidFill>
                <a:latin typeface="+mn-lt"/>
                <a:cs typeface="Constantia"/>
              </a:rPr>
              <a:t> </a:t>
            </a:r>
            <a:r>
              <a:rPr sz="1600" spc="-10" dirty="0">
                <a:solidFill>
                  <a:schemeClr val="bg1"/>
                </a:solidFill>
                <a:latin typeface="+mn-lt"/>
                <a:cs typeface="Constantia"/>
              </a:rPr>
              <a:t>type="text/css"&gt;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50" dirty="0">
                <a:solidFill>
                  <a:schemeClr val="bg1"/>
                </a:solidFill>
                <a:latin typeface="+mn-lt"/>
                <a:cs typeface="Constantia"/>
              </a:rPr>
              <a:t>p</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50" dirty="0">
                <a:solidFill>
                  <a:schemeClr val="bg1"/>
                </a:solidFill>
                <a:latin typeface="+mn-lt"/>
                <a:cs typeface="Constantia"/>
              </a:rPr>
              <a: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color:blue;</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20" dirty="0">
                <a:solidFill>
                  <a:schemeClr val="bg1"/>
                </a:solidFill>
                <a:latin typeface="+mn-lt"/>
                <a:cs typeface="Constantia"/>
              </a:rPr>
              <a:t>text-</a:t>
            </a:r>
            <a:r>
              <a:rPr sz="1600" spc="-10" dirty="0">
                <a:solidFill>
                  <a:schemeClr val="bg1"/>
                </a:solidFill>
                <a:latin typeface="+mn-lt"/>
                <a:cs typeface="Constantia"/>
              </a:rPr>
              <a:t>align:center;</a:t>
            </a:r>
            <a:endParaRPr sz="1600">
              <a:solidFill>
                <a:schemeClr val="bg1"/>
              </a:solidFill>
              <a:latin typeface="+mn-lt"/>
              <a:cs typeface="Constantia"/>
            </a:endParaRPr>
          </a:p>
          <a:p>
            <a:pPr marL="12700">
              <a:lnSpc>
                <a:spcPct val="100000"/>
              </a:lnSpc>
              <a:spcBef>
                <a:spcPts val="5"/>
              </a:spcBef>
              <a:buClr>
                <a:srgbClr val="0AD0D9"/>
              </a:buClr>
              <a:buSzPct val="93750"/>
              <a:tabLst>
                <a:tab pos="285115" algn="l"/>
              </a:tabLst>
            </a:pPr>
            <a:r>
              <a:rPr sz="1600" spc="-50" dirty="0">
                <a:solidFill>
                  <a:schemeClr val="bg1"/>
                </a:solidFill>
                <a:latin typeface="+mn-lt"/>
                <a:cs typeface="Constantia"/>
              </a:rPr>
              <a: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.marked</a:t>
            </a:r>
            <a:r>
              <a:rPr sz="1600" spc="-70" dirty="0">
                <a:solidFill>
                  <a:schemeClr val="bg1"/>
                </a:solidFill>
                <a:latin typeface="+mn-lt"/>
                <a:cs typeface="Constantia"/>
              </a:rPr>
              <a:t> </a:t>
            </a:r>
            <a:r>
              <a:rPr sz="1600" spc="-50" dirty="0">
                <a:solidFill>
                  <a:schemeClr val="bg1"/>
                </a:solidFill>
                <a:latin typeface="+mn-lt"/>
                <a:cs typeface="Constantia"/>
              </a:rPr>
              <a:t>p</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50" dirty="0">
                <a:solidFill>
                  <a:schemeClr val="bg1"/>
                </a:solidFill>
                <a:latin typeface="+mn-lt"/>
                <a:cs typeface="Constantia"/>
              </a:rPr>
              <a: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color:white;</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50" dirty="0">
                <a:solidFill>
                  <a:schemeClr val="bg1"/>
                </a:solidFill>
                <a:latin typeface="+mn-lt"/>
                <a:cs typeface="Constantia"/>
              </a:rPr>
              <a: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&lt;/style&gt;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&lt;/head&gt;</a:t>
            </a:r>
            <a:endParaRPr sz="1600">
              <a:solidFill>
                <a:schemeClr val="bg1"/>
              </a:solidFill>
              <a:latin typeface="+mn-lt"/>
              <a:cs typeface="Constantia"/>
            </a:endParaRPr>
          </a:p>
          <a:p>
            <a:pPr marL="12700">
              <a:lnSpc>
                <a:spcPct val="100000"/>
              </a:lnSpc>
              <a:spcBef>
                <a:spcPts val="1920"/>
              </a:spcBef>
              <a:buClr>
                <a:srgbClr val="0AD0D9"/>
              </a:buClr>
              <a:buSzPct val="93750"/>
              <a:tabLst>
                <a:tab pos="285115" algn="l"/>
              </a:tabLst>
            </a:pPr>
            <a:r>
              <a:rPr sz="1600" spc="-10" dirty="0">
                <a:solidFill>
                  <a:schemeClr val="bg1"/>
                </a:solidFill>
                <a:latin typeface="+mn-lt"/>
                <a:cs typeface="Constantia"/>
              </a:rPr>
              <a:t>&lt;body&gt;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dirty="0">
                <a:solidFill>
                  <a:schemeClr val="bg1"/>
                </a:solidFill>
                <a:latin typeface="+mn-lt"/>
                <a:cs typeface="Constantia"/>
              </a:rPr>
              <a:t>&lt;p&gt;This</a:t>
            </a:r>
            <a:r>
              <a:rPr sz="1600" spc="-60" dirty="0">
                <a:solidFill>
                  <a:schemeClr val="bg1"/>
                </a:solidFill>
                <a:latin typeface="+mn-lt"/>
                <a:cs typeface="Constantia"/>
              </a:rPr>
              <a:t> </a:t>
            </a:r>
            <a:r>
              <a:rPr sz="1600" dirty="0">
                <a:solidFill>
                  <a:schemeClr val="bg1"/>
                </a:solidFill>
                <a:latin typeface="+mn-lt"/>
                <a:cs typeface="Constantia"/>
              </a:rPr>
              <a:t>is</a:t>
            </a:r>
            <a:r>
              <a:rPr sz="1600" spc="-95" dirty="0">
                <a:solidFill>
                  <a:schemeClr val="bg1"/>
                </a:solidFill>
                <a:latin typeface="+mn-lt"/>
                <a:cs typeface="Constantia"/>
              </a:rPr>
              <a:t> </a:t>
            </a:r>
            <a:r>
              <a:rPr sz="1600" dirty="0">
                <a:solidFill>
                  <a:schemeClr val="bg1"/>
                </a:solidFill>
                <a:latin typeface="+mn-lt"/>
                <a:cs typeface="Constantia"/>
              </a:rPr>
              <a:t>a</a:t>
            </a:r>
            <a:r>
              <a:rPr sz="1600" spc="-55" dirty="0">
                <a:solidFill>
                  <a:schemeClr val="bg1"/>
                </a:solidFill>
                <a:latin typeface="+mn-lt"/>
                <a:cs typeface="Constantia"/>
              </a:rPr>
              <a:t> </a:t>
            </a:r>
            <a:r>
              <a:rPr sz="1600" dirty="0">
                <a:solidFill>
                  <a:schemeClr val="bg1"/>
                </a:solidFill>
                <a:latin typeface="+mn-lt"/>
                <a:cs typeface="Constantia"/>
              </a:rPr>
              <a:t>blue,</a:t>
            </a:r>
            <a:r>
              <a:rPr sz="1600" spc="-45" dirty="0">
                <a:solidFill>
                  <a:schemeClr val="bg1"/>
                </a:solidFill>
                <a:latin typeface="+mn-lt"/>
                <a:cs typeface="Constantia"/>
              </a:rPr>
              <a:t> </a:t>
            </a:r>
            <a:r>
              <a:rPr sz="1600" spc="-25" dirty="0">
                <a:solidFill>
                  <a:schemeClr val="bg1"/>
                </a:solidFill>
                <a:latin typeface="+mn-lt"/>
                <a:cs typeface="Constantia"/>
              </a:rPr>
              <a:t>center-</a:t>
            </a:r>
            <a:r>
              <a:rPr sz="1600" dirty="0">
                <a:solidFill>
                  <a:schemeClr val="bg1"/>
                </a:solidFill>
                <a:latin typeface="+mn-lt"/>
                <a:cs typeface="Constantia"/>
              </a:rPr>
              <a:t>aligned</a:t>
            </a:r>
            <a:r>
              <a:rPr sz="1600" spc="-20" dirty="0">
                <a:solidFill>
                  <a:schemeClr val="bg1"/>
                </a:solidFill>
                <a:latin typeface="+mn-lt"/>
                <a:cs typeface="Constantia"/>
              </a:rPr>
              <a:t> </a:t>
            </a:r>
            <a:r>
              <a:rPr sz="1600" spc="-10" dirty="0">
                <a:solidFill>
                  <a:schemeClr val="bg1"/>
                </a:solidFill>
                <a:latin typeface="+mn-lt"/>
                <a:cs typeface="Constantia"/>
              </a:rPr>
              <a:t>paragraph.&lt;/p&gt;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&lt;div</a:t>
            </a:r>
            <a:r>
              <a:rPr sz="1600" spc="-80" dirty="0">
                <a:solidFill>
                  <a:schemeClr val="bg1"/>
                </a:solidFill>
                <a:latin typeface="+mn-lt"/>
                <a:cs typeface="Constantia"/>
              </a:rPr>
              <a:t> </a:t>
            </a:r>
            <a:r>
              <a:rPr sz="1600" spc="-10" dirty="0">
                <a:solidFill>
                  <a:schemeClr val="bg1"/>
                </a:solidFill>
                <a:latin typeface="+mn-lt"/>
                <a:cs typeface="Constantia"/>
              </a:rPr>
              <a:t>class="marked"&gt;</a:t>
            </a:r>
            <a:endParaRPr sz="1600">
              <a:solidFill>
                <a:schemeClr val="bg1"/>
              </a:solidFill>
              <a:latin typeface="+mn-lt"/>
              <a:cs typeface="Constantia"/>
            </a:endParaRPr>
          </a:p>
          <a:p>
            <a:pPr marL="12700">
              <a:lnSpc>
                <a:spcPct val="100000"/>
              </a:lnSpc>
              <a:spcBef>
                <a:spcPts val="5"/>
              </a:spcBef>
              <a:buClr>
                <a:srgbClr val="0AD0D9"/>
              </a:buClr>
              <a:buSzPct val="93750"/>
              <a:tabLst>
                <a:tab pos="285115" algn="l"/>
              </a:tabLst>
            </a:pPr>
            <a:r>
              <a:rPr sz="1600" spc="-10" dirty="0">
                <a:solidFill>
                  <a:schemeClr val="bg1"/>
                </a:solidFill>
                <a:latin typeface="+mn-lt"/>
                <a:cs typeface="Constantia"/>
              </a:rPr>
              <a:t>&lt;p&gt;This</a:t>
            </a:r>
            <a:r>
              <a:rPr sz="1600" spc="-55" dirty="0">
                <a:solidFill>
                  <a:schemeClr val="bg1"/>
                </a:solidFill>
                <a:latin typeface="+mn-lt"/>
                <a:cs typeface="Constantia"/>
              </a:rPr>
              <a:t> </a:t>
            </a:r>
            <a:r>
              <a:rPr sz="1600" dirty="0">
                <a:solidFill>
                  <a:schemeClr val="bg1"/>
                </a:solidFill>
                <a:latin typeface="+mn-lt"/>
                <a:cs typeface="Constantia"/>
              </a:rPr>
              <a:t>p</a:t>
            </a:r>
            <a:r>
              <a:rPr sz="1600" spc="-90" dirty="0">
                <a:solidFill>
                  <a:schemeClr val="bg1"/>
                </a:solidFill>
                <a:latin typeface="+mn-lt"/>
                <a:cs typeface="Constantia"/>
              </a:rPr>
              <a:t> </a:t>
            </a:r>
            <a:r>
              <a:rPr sz="1600" spc="-10" dirty="0">
                <a:solidFill>
                  <a:schemeClr val="bg1"/>
                </a:solidFill>
                <a:latin typeface="+mn-lt"/>
                <a:cs typeface="Constantia"/>
              </a:rPr>
              <a:t>element</a:t>
            </a:r>
            <a:r>
              <a:rPr sz="1600" spc="-90" dirty="0">
                <a:solidFill>
                  <a:schemeClr val="bg1"/>
                </a:solidFill>
                <a:latin typeface="+mn-lt"/>
                <a:cs typeface="Constantia"/>
              </a:rPr>
              <a:t> </a:t>
            </a:r>
            <a:r>
              <a:rPr sz="1600" dirty="0">
                <a:solidFill>
                  <a:schemeClr val="bg1"/>
                </a:solidFill>
                <a:latin typeface="+mn-lt"/>
                <a:cs typeface="Constantia"/>
              </a:rPr>
              <a:t>should</a:t>
            </a:r>
            <a:r>
              <a:rPr sz="1600" spc="-15" dirty="0">
                <a:solidFill>
                  <a:schemeClr val="bg1"/>
                </a:solidFill>
                <a:latin typeface="+mn-lt"/>
                <a:cs typeface="Constantia"/>
              </a:rPr>
              <a:t> </a:t>
            </a:r>
            <a:r>
              <a:rPr sz="1600" dirty="0">
                <a:solidFill>
                  <a:schemeClr val="bg1"/>
                </a:solidFill>
                <a:latin typeface="+mn-lt"/>
                <a:cs typeface="Constantia"/>
              </a:rPr>
              <a:t>not</a:t>
            </a:r>
            <a:r>
              <a:rPr sz="1600" spc="-40" dirty="0">
                <a:solidFill>
                  <a:schemeClr val="bg1"/>
                </a:solidFill>
                <a:latin typeface="+mn-lt"/>
                <a:cs typeface="Constantia"/>
              </a:rPr>
              <a:t> </a:t>
            </a:r>
            <a:r>
              <a:rPr sz="1600" dirty="0">
                <a:solidFill>
                  <a:schemeClr val="bg1"/>
                </a:solidFill>
                <a:latin typeface="+mn-lt"/>
                <a:cs typeface="Constantia"/>
              </a:rPr>
              <a:t>be</a:t>
            </a:r>
            <a:r>
              <a:rPr sz="1600" spc="-50" dirty="0">
                <a:solidFill>
                  <a:schemeClr val="bg1"/>
                </a:solidFill>
                <a:latin typeface="+mn-lt"/>
                <a:cs typeface="Constantia"/>
              </a:rPr>
              <a:t> </a:t>
            </a:r>
            <a:r>
              <a:rPr sz="1600" spc="-10" dirty="0">
                <a:solidFill>
                  <a:schemeClr val="bg1"/>
                </a:solidFill>
                <a:latin typeface="+mn-lt"/>
                <a:cs typeface="Constantia"/>
              </a:rPr>
              <a:t>blue.&lt;/p&gt;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&lt;/div&gt;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&lt;/body&gt;</a:t>
            </a:r>
            <a:endParaRPr sz="1600">
              <a:solidFill>
                <a:schemeClr val="bg1"/>
              </a:solidFill>
              <a:latin typeface="+mn-lt"/>
              <a:cs typeface="Constantia"/>
            </a:endParaRPr>
          </a:p>
          <a:p>
            <a:pPr marL="12700">
              <a:lnSpc>
                <a:spcPct val="100000"/>
              </a:lnSpc>
              <a:buClr>
                <a:srgbClr val="0AD0D9"/>
              </a:buClr>
              <a:buSzPct val="93750"/>
              <a:tabLst>
                <a:tab pos="285115" algn="l"/>
              </a:tabLst>
            </a:pPr>
            <a:r>
              <a:rPr sz="1600" spc="-10" dirty="0">
                <a:solidFill>
                  <a:schemeClr val="bg1"/>
                </a:solidFill>
                <a:latin typeface="+mn-lt"/>
                <a:cs typeface="Constantia"/>
              </a:rPr>
              <a:t>&lt;/html&gt;</a:t>
            </a:r>
            <a:endParaRPr sz="1600">
              <a:solidFill>
                <a:schemeClr val="bg1"/>
              </a:solidFill>
              <a:latin typeface="+mn-lt"/>
              <a:cs typeface="Constantia"/>
            </a:endParaRPr>
          </a:p>
        </p:txBody>
      </p:sp>
    </p:spTree>
    <p:extLst>
      <p:ext uri="{BB962C8B-B14F-4D97-AF65-F5344CB8AC3E}">
        <p14:creationId xmlns:p14="http://schemas.microsoft.com/office/powerpoint/2010/main" val="1579788771"/>
      </p:ext>
    </p:extLst>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03348F-BD21-4CD5-F14E-7D3D6BD431BE}"/>
              </a:ext>
            </a:extLst>
          </p:cNvPr>
          <p:cNvSpPr>
            <a:spLocks noGrp="1"/>
          </p:cNvSpPr>
          <p:nvPr>
            <p:ph type="sldNum" sz="quarter" idx="4"/>
          </p:nvPr>
        </p:nvSpPr>
        <p:spPr/>
        <p:txBody>
          <a:bodyPr/>
          <a:lstStyle/>
          <a:p>
            <a:fld id="{D71DA9FD-6EF8-4CC5-AF9B-B6159B5B937C}" type="slidenum">
              <a:rPr lang="en-GB" noProof="1" smtClean="0"/>
              <a:pPr/>
              <a:t>64</a:t>
            </a:fld>
            <a:endParaRPr lang="en-GB" noProof="1"/>
          </a:p>
        </p:txBody>
      </p:sp>
      <p:sp>
        <p:nvSpPr>
          <p:cNvPr id="3" name="Footer Placeholder 2">
            <a:extLst>
              <a:ext uri="{FF2B5EF4-FFF2-40B4-BE49-F238E27FC236}">
                <a16:creationId xmlns:a16="http://schemas.microsoft.com/office/drawing/2014/main" id="{D257A8E7-96B3-AFE7-5A1E-652AC6D7F9C7}"/>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4" name="object 2">
            <a:extLst>
              <a:ext uri="{FF2B5EF4-FFF2-40B4-BE49-F238E27FC236}">
                <a16:creationId xmlns:a16="http://schemas.microsoft.com/office/drawing/2014/main" id="{B1A3BB3C-8335-D3A9-36A7-E4BDCBF33BCA}"/>
              </a:ext>
            </a:extLst>
          </p:cNvPr>
          <p:cNvSpPr txBox="1"/>
          <p:nvPr/>
        </p:nvSpPr>
        <p:spPr>
          <a:xfrm>
            <a:off x="538274" y="391699"/>
            <a:ext cx="8823214" cy="5588709"/>
          </a:xfrm>
          <a:prstGeom prst="rect">
            <a:avLst/>
          </a:prstGeom>
        </p:spPr>
        <p:txBody>
          <a:bodyPr vert="horz" wrap="square" lIns="0" tIns="12700" rIns="0" bIns="0" rtlCol="0">
            <a:spAutoFit/>
          </a:bodyPr>
          <a:lstStyle/>
          <a:p>
            <a:pPr marL="12700">
              <a:lnSpc>
                <a:spcPct val="100000"/>
              </a:lnSpc>
              <a:spcBef>
                <a:spcPts val="100"/>
              </a:spcBef>
            </a:pPr>
            <a:r>
              <a:rPr sz="1600" spc="-10" dirty="0">
                <a:solidFill>
                  <a:schemeClr val="bg1"/>
                </a:solidFill>
                <a:latin typeface="+mn-lt"/>
                <a:cs typeface="Constantia"/>
              </a:rPr>
              <a:t>&lt;html&gt;</a:t>
            </a:r>
            <a:endParaRPr sz="1600" dirty="0">
              <a:solidFill>
                <a:schemeClr val="bg1"/>
              </a:solidFill>
              <a:latin typeface="+mn-lt"/>
              <a:cs typeface="Constantia"/>
            </a:endParaRPr>
          </a:p>
          <a:p>
            <a:pPr marL="12700">
              <a:lnSpc>
                <a:spcPct val="100000"/>
              </a:lnSpc>
            </a:pPr>
            <a:r>
              <a:rPr sz="1600" spc="-10" dirty="0">
                <a:solidFill>
                  <a:schemeClr val="bg1"/>
                </a:solidFill>
                <a:latin typeface="+mn-lt"/>
                <a:cs typeface="Constantia"/>
              </a:rPr>
              <a:t>&lt;head&gt;</a:t>
            </a:r>
            <a:endParaRPr sz="1600" dirty="0">
              <a:solidFill>
                <a:schemeClr val="bg1"/>
              </a:solidFill>
              <a:latin typeface="+mn-lt"/>
              <a:cs typeface="Constantia"/>
            </a:endParaRPr>
          </a:p>
          <a:p>
            <a:pPr marL="12700" marR="4417060">
              <a:lnSpc>
                <a:spcPct val="100000"/>
              </a:lnSpc>
              <a:spcBef>
                <a:spcPts val="5"/>
              </a:spcBef>
            </a:pPr>
            <a:r>
              <a:rPr sz="1600" spc="-10" dirty="0">
                <a:solidFill>
                  <a:schemeClr val="bg1"/>
                </a:solidFill>
                <a:latin typeface="+mn-lt"/>
                <a:cs typeface="Constantia"/>
              </a:rPr>
              <a:t>&lt;style</a:t>
            </a:r>
            <a:r>
              <a:rPr sz="1600" spc="-100" dirty="0">
                <a:solidFill>
                  <a:schemeClr val="bg1"/>
                </a:solidFill>
                <a:latin typeface="+mn-lt"/>
                <a:cs typeface="Constantia"/>
              </a:rPr>
              <a:t> </a:t>
            </a:r>
            <a:r>
              <a:rPr sz="1600" spc="-10" dirty="0">
                <a:solidFill>
                  <a:schemeClr val="bg1"/>
                </a:solidFill>
                <a:latin typeface="+mn-lt"/>
                <a:cs typeface="Constantia"/>
              </a:rPr>
              <a:t>type="text/css"&gt; </a:t>
            </a:r>
            <a:r>
              <a:rPr sz="1600" dirty="0">
                <a:solidFill>
                  <a:schemeClr val="bg1"/>
                </a:solidFill>
                <a:latin typeface="+mn-lt"/>
                <a:cs typeface="Constantia"/>
              </a:rPr>
              <a:t>h1.hidden</a:t>
            </a:r>
            <a:r>
              <a:rPr sz="1600" spc="-90" dirty="0">
                <a:solidFill>
                  <a:schemeClr val="bg1"/>
                </a:solidFill>
                <a:latin typeface="+mn-lt"/>
                <a:cs typeface="Constantia"/>
              </a:rPr>
              <a:t> </a:t>
            </a:r>
            <a:r>
              <a:rPr sz="1600" spc="-10" dirty="0">
                <a:solidFill>
                  <a:schemeClr val="bg1"/>
                </a:solidFill>
                <a:latin typeface="+mn-lt"/>
                <a:cs typeface="Constantia"/>
              </a:rPr>
              <a:t>{visibility:hidden;}</a:t>
            </a:r>
            <a:endParaRPr sz="1600" dirty="0">
              <a:solidFill>
                <a:schemeClr val="bg1"/>
              </a:solidFill>
              <a:latin typeface="+mn-lt"/>
              <a:cs typeface="Constantia"/>
            </a:endParaRPr>
          </a:p>
          <a:p>
            <a:pPr marL="12700">
              <a:lnSpc>
                <a:spcPct val="100000"/>
              </a:lnSpc>
            </a:pPr>
            <a:r>
              <a:rPr sz="1600" spc="-10" dirty="0">
                <a:solidFill>
                  <a:schemeClr val="bg1"/>
                </a:solidFill>
                <a:latin typeface="+mn-lt"/>
                <a:cs typeface="Constantia"/>
              </a:rPr>
              <a:t>&lt;/style&gt;</a:t>
            </a:r>
            <a:endParaRPr sz="1600" dirty="0">
              <a:solidFill>
                <a:schemeClr val="bg1"/>
              </a:solidFill>
              <a:latin typeface="+mn-lt"/>
              <a:cs typeface="Constantia"/>
            </a:endParaRPr>
          </a:p>
          <a:p>
            <a:pPr marL="12700">
              <a:lnSpc>
                <a:spcPct val="100000"/>
              </a:lnSpc>
            </a:pPr>
            <a:r>
              <a:rPr sz="1600" spc="-10" dirty="0">
                <a:solidFill>
                  <a:schemeClr val="bg1"/>
                </a:solidFill>
                <a:latin typeface="+mn-lt"/>
                <a:cs typeface="Constantia"/>
              </a:rPr>
              <a:t>&lt;/head&gt;</a:t>
            </a:r>
            <a:endParaRPr sz="1600" dirty="0">
              <a:solidFill>
                <a:schemeClr val="bg1"/>
              </a:solidFill>
              <a:latin typeface="+mn-lt"/>
              <a:cs typeface="Constantia"/>
            </a:endParaRPr>
          </a:p>
          <a:p>
            <a:pPr marL="12700">
              <a:lnSpc>
                <a:spcPct val="100000"/>
              </a:lnSpc>
              <a:spcBef>
                <a:spcPts val="2400"/>
              </a:spcBef>
            </a:pPr>
            <a:r>
              <a:rPr sz="1600" spc="-10" dirty="0">
                <a:solidFill>
                  <a:schemeClr val="bg1"/>
                </a:solidFill>
                <a:latin typeface="+mn-lt"/>
                <a:cs typeface="Constantia"/>
              </a:rPr>
              <a:t>&lt;body&gt;</a:t>
            </a:r>
            <a:endParaRPr sz="1600" dirty="0">
              <a:solidFill>
                <a:schemeClr val="bg1"/>
              </a:solidFill>
              <a:latin typeface="+mn-lt"/>
              <a:cs typeface="Constantia"/>
            </a:endParaRPr>
          </a:p>
          <a:p>
            <a:pPr marL="12700">
              <a:lnSpc>
                <a:spcPct val="100000"/>
              </a:lnSpc>
            </a:pPr>
            <a:r>
              <a:rPr sz="1600" dirty="0">
                <a:solidFill>
                  <a:schemeClr val="bg1"/>
                </a:solidFill>
                <a:latin typeface="+mn-lt"/>
                <a:cs typeface="Constantia"/>
              </a:rPr>
              <a:t>&lt;h1&gt;This</a:t>
            </a:r>
            <a:r>
              <a:rPr sz="1600" spc="-85" dirty="0">
                <a:solidFill>
                  <a:schemeClr val="bg1"/>
                </a:solidFill>
                <a:latin typeface="+mn-lt"/>
                <a:cs typeface="Constantia"/>
              </a:rPr>
              <a:t> </a:t>
            </a:r>
            <a:r>
              <a:rPr sz="1600" dirty="0">
                <a:solidFill>
                  <a:schemeClr val="bg1"/>
                </a:solidFill>
                <a:latin typeface="+mn-lt"/>
                <a:cs typeface="Constantia"/>
              </a:rPr>
              <a:t>is</a:t>
            </a:r>
            <a:r>
              <a:rPr sz="1600" spc="-105" dirty="0">
                <a:solidFill>
                  <a:schemeClr val="bg1"/>
                </a:solidFill>
                <a:latin typeface="+mn-lt"/>
                <a:cs typeface="Constantia"/>
              </a:rPr>
              <a:t> </a:t>
            </a:r>
            <a:r>
              <a:rPr sz="1600" dirty="0">
                <a:solidFill>
                  <a:schemeClr val="bg1"/>
                </a:solidFill>
                <a:latin typeface="+mn-lt"/>
                <a:cs typeface="Constantia"/>
              </a:rPr>
              <a:t>a</a:t>
            </a:r>
            <a:r>
              <a:rPr sz="1600" spc="-120" dirty="0">
                <a:solidFill>
                  <a:schemeClr val="bg1"/>
                </a:solidFill>
                <a:latin typeface="+mn-lt"/>
                <a:cs typeface="Constantia"/>
              </a:rPr>
              <a:t> </a:t>
            </a:r>
            <a:r>
              <a:rPr sz="1600" dirty="0">
                <a:solidFill>
                  <a:schemeClr val="bg1"/>
                </a:solidFill>
                <a:latin typeface="+mn-lt"/>
                <a:cs typeface="Constantia"/>
              </a:rPr>
              <a:t>visible</a:t>
            </a:r>
            <a:r>
              <a:rPr sz="1600" spc="-80" dirty="0">
                <a:solidFill>
                  <a:schemeClr val="bg1"/>
                </a:solidFill>
                <a:latin typeface="+mn-lt"/>
                <a:cs typeface="Constantia"/>
              </a:rPr>
              <a:t> </a:t>
            </a:r>
            <a:r>
              <a:rPr sz="1600" spc="-10" dirty="0">
                <a:solidFill>
                  <a:schemeClr val="bg1"/>
                </a:solidFill>
                <a:latin typeface="+mn-lt"/>
                <a:cs typeface="Constantia"/>
              </a:rPr>
              <a:t>heading&lt;/h1&gt;</a:t>
            </a:r>
            <a:endParaRPr sz="1600" dirty="0">
              <a:solidFill>
                <a:schemeClr val="bg1"/>
              </a:solidFill>
              <a:latin typeface="+mn-lt"/>
              <a:cs typeface="Constantia"/>
            </a:endParaRPr>
          </a:p>
          <a:p>
            <a:pPr marL="12700">
              <a:lnSpc>
                <a:spcPct val="100000"/>
              </a:lnSpc>
            </a:pPr>
            <a:r>
              <a:rPr sz="1600" dirty="0">
                <a:solidFill>
                  <a:schemeClr val="bg1"/>
                </a:solidFill>
                <a:latin typeface="+mn-lt"/>
                <a:cs typeface="Constantia"/>
              </a:rPr>
              <a:t>&lt;h1</a:t>
            </a:r>
            <a:r>
              <a:rPr sz="1600" spc="-90" dirty="0">
                <a:solidFill>
                  <a:schemeClr val="bg1"/>
                </a:solidFill>
                <a:latin typeface="+mn-lt"/>
                <a:cs typeface="Constantia"/>
              </a:rPr>
              <a:t> </a:t>
            </a:r>
            <a:r>
              <a:rPr sz="1600" dirty="0">
                <a:solidFill>
                  <a:schemeClr val="bg1"/>
                </a:solidFill>
                <a:latin typeface="+mn-lt"/>
                <a:cs typeface="Constantia"/>
              </a:rPr>
              <a:t>class="hidden"&gt;This</a:t>
            </a:r>
            <a:r>
              <a:rPr sz="1600" spc="-75" dirty="0">
                <a:solidFill>
                  <a:schemeClr val="bg1"/>
                </a:solidFill>
                <a:latin typeface="+mn-lt"/>
                <a:cs typeface="Constantia"/>
              </a:rPr>
              <a:t> </a:t>
            </a:r>
            <a:r>
              <a:rPr sz="1600" dirty="0">
                <a:solidFill>
                  <a:schemeClr val="bg1"/>
                </a:solidFill>
                <a:latin typeface="+mn-lt"/>
                <a:cs typeface="Constantia"/>
              </a:rPr>
              <a:t>is</a:t>
            </a:r>
            <a:r>
              <a:rPr sz="1600" spc="-105" dirty="0">
                <a:solidFill>
                  <a:schemeClr val="bg1"/>
                </a:solidFill>
                <a:latin typeface="+mn-lt"/>
                <a:cs typeface="Constantia"/>
              </a:rPr>
              <a:t> </a:t>
            </a:r>
            <a:r>
              <a:rPr sz="1600" dirty="0">
                <a:solidFill>
                  <a:schemeClr val="bg1"/>
                </a:solidFill>
                <a:latin typeface="+mn-lt"/>
                <a:cs typeface="Constantia"/>
              </a:rPr>
              <a:t>a</a:t>
            </a:r>
            <a:r>
              <a:rPr sz="1600" spc="-65" dirty="0">
                <a:solidFill>
                  <a:schemeClr val="bg1"/>
                </a:solidFill>
                <a:latin typeface="+mn-lt"/>
                <a:cs typeface="Constantia"/>
              </a:rPr>
              <a:t> </a:t>
            </a:r>
            <a:r>
              <a:rPr sz="1600" dirty="0">
                <a:solidFill>
                  <a:schemeClr val="bg1"/>
                </a:solidFill>
                <a:latin typeface="+mn-lt"/>
                <a:cs typeface="Constantia"/>
              </a:rPr>
              <a:t>hidden</a:t>
            </a:r>
            <a:r>
              <a:rPr sz="1600" spc="-55" dirty="0">
                <a:solidFill>
                  <a:schemeClr val="bg1"/>
                </a:solidFill>
                <a:latin typeface="+mn-lt"/>
                <a:cs typeface="Constantia"/>
              </a:rPr>
              <a:t> </a:t>
            </a:r>
            <a:r>
              <a:rPr sz="1600" spc="-10" dirty="0">
                <a:solidFill>
                  <a:schemeClr val="bg1"/>
                </a:solidFill>
                <a:latin typeface="+mn-lt"/>
                <a:cs typeface="Constantia"/>
              </a:rPr>
              <a:t>heading&lt;/h1&gt;</a:t>
            </a:r>
            <a:endParaRPr sz="1600" dirty="0">
              <a:solidFill>
                <a:schemeClr val="bg1"/>
              </a:solidFill>
              <a:latin typeface="+mn-lt"/>
              <a:cs typeface="Constantia"/>
            </a:endParaRPr>
          </a:p>
          <a:p>
            <a:pPr marL="12700">
              <a:lnSpc>
                <a:spcPct val="100000"/>
              </a:lnSpc>
              <a:spcBef>
                <a:spcPts val="5"/>
              </a:spcBef>
            </a:pPr>
            <a:r>
              <a:rPr sz="1600" spc="-20" dirty="0">
                <a:solidFill>
                  <a:schemeClr val="bg1"/>
                </a:solidFill>
                <a:latin typeface="+mn-lt"/>
                <a:cs typeface="Constantia"/>
              </a:rPr>
              <a:t>&lt;p&gt;Notice</a:t>
            </a:r>
            <a:r>
              <a:rPr sz="1600" spc="-110" dirty="0">
                <a:solidFill>
                  <a:schemeClr val="bg1"/>
                </a:solidFill>
                <a:latin typeface="+mn-lt"/>
                <a:cs typeface="Constantia"/>
              </a:rPr>
              <a:t> </a:t>
            </a:r>
            <a:r>
              <a:rPr sz="1600" dirty="0">
                <a:solidFill>
                  <a:schemeClr val="bg1"/>
                </a:solidFill>
                <a:latin typeface="+mn-lt"/>
                <a:cs typeface="Constantia"/>
              </a:rPr>
              <a:t>that</a:t>
            </a:r>
            <a:r>
              <a:rPr sz="1600" spc="-100" dirty="0">
                <a:solidFill>
                  <a:schemeClr val="bg1"/>
                </a:solidFill>
                <a:latin typeface="+mn-lt"/>
                <a:cs typeface="Constantia"/>
              </a:rPr>
              <a:t> </a:t>
            </a:r>
            <a:r>
              <a:rPr sz="1600" dirty="0">
                <a:solidFill>
                  <a:schemeClr val="bg1"/>
                </a:solidFill>
                <a:latin typeface="+mn-lt"/>
                <a:cs typeface="Constantia"/>
              </a:rPr>
              <a:t>the</a:t>
            </a:r>
            <a:r>
              <a:rPr sz="1600" spc="-60" dirty="0">
                <a:solidFill>
                  <a:schemeClr val="bg1"/>
                </a:solidFill>
                <a:latin typeface="+mn-lt"/>
                <a:cs typeface="Constantia"/>
              </a:rPr>
              <a:t> </a:t>
            </a:r>
            <a:r>
              <a:rPr sz="1600" dirty="0">
                <a:solidFill>
                  <a:schemeClr val="bg1"/>
                </a:solidFill>
                <a:latin typeface="+mn-lt"/>
                <a:cs typeface="Constantia"/>
              </a:rPr>
              <a:t>hidden</a:t>
            </a:r>
            <a:r>
              <a:rPr sz="1600" spc="-45" dirty="0">
                <a:solidFill>
                  <a:schemeClr val="bg1"/>
                </a:solidFill>
                <a:latin typeface="+mn-lt"/>
                <a:cs typeface="Constantia"/>
              </a:rPr>
              <a:t> </a:t>
            </a:r>
            <a:r>
              <a:rPr sz="1600" dirty="0">
                <a:solidFill>
                  <a:schemeClr val="bg1"/>
                </a:solidFill>
                <a:latin typeface="+mn-lt"/>
                <a:cs typeface="Constantia"/>
              </a:rPr>
              <a:t>heading</a:t>
            </a:r>
            <a:r>
              <a:rPr sz="1600" spc="-60" dirty="0">
                <a:solidFill>
                  <a:schemeClr val="bg1"/>
                </a:solidFill>
                <a:latin typeface="+mn-lt"/>
                <a:cs typeface="Constantia"/>
              </a:rPr>
              <a:t> </a:t>
            </a:r>
            <a:r>
              <a:rPr sz="1600" dirty="0">
                <a:solidFill>
                  <a:schemeClr val="bg1"/>
                </a:solidFill>
                <a:latin typeface="+mn-lt"/>
                <a:cs typeface="Constantia"/>
              </a:rPr>
              <a:t>still</a:t>
            </a:r>
            <a:r>
              <a:rPr sz="1600" spc="-40" dirty="0">
                <a:solidFill>
                  <a:schemeClr val="bg1"/>
                </a:solidFill>
                <a:latin typeface="+mn-lt"/>
                <a:cs typeface="Constantia"/>
              </a:rPr>
              <a:t> </a:t>
            </a:r>
            <a:r>
              <a:rPr sz="1600" spc="-10" dirty="0">
                <a:solidFill>
                  <a:schemeClr val="bg1"/>
                </a:solidFill>
                <a:latin typeface="+mn-lt"/>
                <a:cs typeface="Constantia"/>
              </a:rPr>
              <a:t>takes</a:t>
            </a:r>
            <a:r>
              <a:rPr sz="1600" spc="-75" dirty="0">
                <a:solidFill>
                  <a:schemeClr val="bg1"/>
                </a:solidFill>
                <a:latin typeface="+mn-lt"/>
                <a:cs typeface="Constantia"/>
              </a:rPr>
              <a:t> </a:t>
            </a:r>
            <a:r>
              <a:rPr sz="1600" dirty="0">
                <a:solidFill>
                  <a:schemeClr val="bg1"/>
                </a:solidFill>
                <a:latin typeface="+mn-lt"/>
                <a:cs typeface="Constantia"/>
              </a:rPr>
              <a:t>up</a:t>
            </a:r>
            <a:r>
              <a:rPr sz="1600" spc="-95" dirty="0">
                <a:solidFill>
                  <a:schemeClr val="bg1"/>
                </a:solidFill>
                <a:latin typeface="+mn-lt"/>
                <a:cs typeface="Constantia"/>
              </a:rPr>
              <a:t> </a:t>
            </a:r>
            <a:r>
              <a:rPr sz="1600" spc="-10" dirty="0">
                <a:solidFill>
                  <a:schemeClr val="bg1"/>
                </a:solidFill>
                <a:latin typeface="+mn-lt"/>
                <a:cs typeface="Constantia"/>
              </a:rPr>
              <a:t>space.&lt;/p&gt;</a:t>
            </a:r>
            <a:endParaRPr sz="1600" dirty="0">
              <a:solidFill>
                <a:schemeClr val="bg1"/>
              </a:solidFill>
              <a:latin typeface="+mn-lt"/>
              <a:cs typeface="Constantia"/>
            </a:endParaRPr>
          </a:p>
          <a:p>
            <a:pPr marL="12700">
              <a:lnSpc>
                <a:spcPct val="100000"/>
              </a:lnSpc>
            </a:pPr>
            <a:r>
              <a:rPr sz="1600" spc="-10" dirty="0">
                <a:solidFill>
                  <a:schemeClr val="bg1"/>
                </a:solidFill>
                <a:latin typeface="+mn-lt"/>
                <a:cs typeface="Constantia"/>
              </a:rPr>
              <a:t>&lt;/body&gt;</a:t>
            </a:r>
            <a:endParaRPr sz="1600" dirty="0">
              <a:solidFill>
                <a:schemeClr val="bg1"/>
              </a:solidFill>
              <a:latin typeface="+mn-lt"/>
              <a:cs typeface="Constantia"/>
            </a:endParaRPr>
          </a:p>
          <a:p>
            <a:pPr marL="12700">
              <a:lnSpc>
                <a:spcPct val="100000"/>
              </a:lnSpc>
            </a:pPr>
            <a:r>
              <a:rPr sz="1600" spc="-10" dirty="0">
                <a:solidFill>
                  <a:schemeClr val="bg1"/>
                </a:solidFill>
                <a:latin typeface="+mn-lt"/>
                <a:cs typeface="Constantia"/>
              </a:rPr>
              <a:t>&lt;/html&gt;</a:t>
            </a:r>
            <a:endParaRPr sz="1600" dirty="0">
              <a:solidFill>
                <a:schemeClr val="bg1"/>
              </a:solidFill>
              <a:latin typeface="+mn-lt"/>
              <a:cs typeface="Constantia"/>
            </a:endParaRPr>
          </a:p>
          <a:p>
            <a:pPr>
              <a:lnSpc>
                <a:spcPct val="100000"/>
              </a:lnSpc>
              <a:spcBef>
                <a:spcPts val="2360"/>
              </a:spcBef>
            </a:pPr>
            <a:endParaRPr sz="2000" dirty="0">
              <a:solidFill>
                <a:schemeClr val="bg1"/>
              </a:solidFill>
              <a:latin typeface="+mn-lt"/>
              <a:cs typeface="Constantia"/>
            </a:endParaRPr>
          </a:p>
          <a:p>
            <a:pPr marL="12700">
              <a:lnSpc>
                <a:spcPct val="100000"/>
              </a:lnSpc>
            </a:pPr>
            <a:r>
              <a:rPr sz="2000" spc="-10" dirty="0">
                <a:solidFill>
                  <a:srgbClr val="00A3E0"/>
                </a:solidFill>
                <a:latin typeface="+mn-lt"/>
                <a:cs typeface="Constantia"/>
              </a:rPr>
              <a:t>Output:</a:t>
            </a:r>
            <a:endParaRPr sz="2000" dirty="0">
              <a:solidFill>
                <a:srgbClr val="00A3E0"/>
              </a:solidFill>
              <a:latin typeface="+mn-lt"/>
              <a:cs typeface="Constantia"/>
            </a:endParaRPr>
          </a:p>
          <a:p>
            <a:pPr marL="1394460" algn="ctr">
              <a:lnSpc>
                <a:spcPct val="100000"/>
              </a:lnSpc>
              <a:spcBef>
                <a:spcPts val="2060"/>
              </a:spcBef>
            </a:pPr>
            <a:r>
              <a:rPr sz="2400" b="1" dirty="0">
                <a:solidFill>
                  <a:schemeClr val="bg1"/>
                </a:solidFill>
                <a:latin typeface="+mn-lt"/>
                <a:cs typeface="Times New Roman"/>
              </a:rPr>
              <a:t>This</a:t>
            </a:r>
            <a:r>
              <a:rPr sz="2400" b="1" spc="-5" dirty="0">
                <a:solidFill>
                  <a:schemeClr val="bg1"/>
                </a:solidFill>
                <a:latin typeface="+mn-lt"/>
                <a:cs typeface="Times New Roman"/>
              </a:rPr>
              <a:t> </a:t>
            </a:r>
            <a:r>
              <a:rPr sz="2400" b="1" dirty="0">
                <a:solidFill>
                  <a:schemeClr val="bg1"/>
                </a:solidFill>
                <a:latin typeface="+mn-lt"/>
                <a:cs typeface="Times New Roman"/>
              </a:rPr>
              <a:t>is</a:t>
            </a:r>
            <a:r>
              <a:rPr sz="2400" b="1" spc="-15" dirty="0">
                <a:solidFill>
                  <a:schemeClr val="bg1"/>
                </a:solidFill>
                <a:latin typeface="+mn-lt"/>
                <a:cs typeface="Times New Roman"/>
              </a:rPr>
              <a:t> </a:t>
            </a:r>
            <a:r>
              <a:rPr sz="2400" b="1" dirty="0">
                <a:solidFill>
                  <a:schemeClr val="bg1"/>
                </a:solidFill>
                <a:latin typeface="+mn-lt"/>
                <a:cs typeface="Times New Roman"/>
              </a:rPr>
              <a:t>a</a:t>
            </a:r>
            <a:r>
              <a:rPr sz="2400" b="1" spc="-5" dirty="0">
                <a:solidFill>
                  <a:schemeClr val="bg1"/>
                </a:solidFill>
                <a:latin typeface="+mn-lt"/>
                <a:cs typeface="Times New Roman"/>
              </a:rPr>
              <a:t> </a:t>
            </a:r>
            <a:r>
              <a:rPr sz="2400" b="1" dirty="0">
                <a:solidFill>
                  <a:schemeClr val="bg1"/>
                </a:solidFill>
                <a:latin typeface="+mn-lt"/>
                <a:cs typeface="Times New Roman"/>
              </a:rPr>
              <a:t>visible</a:t>
            </a:r>
            <a:r>
              <a:rPr sz="2400" b="1" spc="-20" dirty="0">
                <a:solidFill>
                  <a:schemeClr val="bg1"/>
                </a:solidFill>
                <a:latin typeface="+mn-lt"/>
                <a:cs typeface="Times New Roman"/>
              </a:rPr>
              <a:t> </a:t>
            </a:r>
            <a:r>
              <a:rPr sz="2400" b="1" spc="-10" dirty="0">
                <a:solidFill>
                  <a:schemeClr val="bg1"/>
                </a:solidFill>
                <a:latin typeface="+mn-lt"/>
                <a:cs typeface="Times New Roman"/>
              </a:rPr>
              <a:t>heading</a:t>
            </a:r>
            <a:endParaRPr sz="2400" dirty="0">
              <a:solidFill>
                <a:schemeClr val="bg1"/>
              </a:solidFill>
              <a:latin typeface="+mn-lt"/>
              <a:cs typeface="Times New Roman"/>
            </a:endParaRPr>
          </a:p>
          <a:p>
            <a:pPr>
              <a:lnSpc>
                <a:spcPct val="100000"/>
              </a:lnSpc>
              <a:spcBef>
                <a:spcPts val="120"/>
              </a:spcBef>
            </a:pPr>
            <a:endParaRPr sz="2400" dirty="0">
              <a:solidFill>
                <a:schemeClr val="bg1"/>
              </a:solidFill>
              <a:latin typeface="+mn-lt"/>
              <a:cs typeface="Times New Roman"/>
            </a:endParaRPr>
          </a:p>
          <a:p>
            <a:pPr marL="1391285" algn="ctr">
              <a:lnSpc>
                <a:spcPct val="100000"/>
              </a:lnSpc>
            </a:pPr>
            <a:r>
              <a:rPr sz="2400" dirty="0">
                <a:solidFill>
                  <a:schemeClr val="bg1"/>
                </a:solidFill>
                <a:latin typeface="+mn-lt"/>
                <a:cs typeface="Times New Roman"/>
              </a:rPr>
              <a:t>Notice</a:t>
            </a:r>
            <a:r>
              <a:rPr sz="2400" spc="-35" dirty="0">
                <a:solidFill>
                  <a:schemeClr val="bg1"/>
                </a:solidFill>
                <a:latin typeface="+mn-lt"/>
                <a:cs typeface="Times New Roman"/>
              </a:rPr>
              <a:t> </a:t>
            </a:r>
            <a:r>
              <a:rPr sz="2400" dirty="0">
                <a:solidFill>
                  <a:schemeClr val="bg1"/>
                </a:solidFill>
                <a:latin typeface="+mn-lt"/>
                <a:cs typeface="Times New Roman"/>
              </a:rPr>
              <a:t>that</a:t>
            </a:r>
            <a:r>
              <a:rPr sz="2400" spc="-25" dirty="0">
                <a:solidFill>
                  <a:schemeClr val="bg1"/>
                </a:solidFill>
                <a:latin typeface="+mn-lt"/>
                <a:cs typeface="Times New Roman"/>
              </a:rPr>
              <a:t> </a:t>
            </a:r>
            <a:r>
              <a:rPr sz="2400" dirty="0">
                <a:solidFill>
                  <a:schemeClr val="bg1"/>
                </a:solidFill>
                <a:latin typeface="+mn-lt"/>
                <a:cs typeface="Times New Roman"/>
              </a:rPr>
              <a:t>the</a:t>
            </a:r>
            <a:r>
              <a:rPr sz="2400" spc="-15" dirty="0">
                <a:solidFill>
                  <a:schemeClr val="bg1"/>
                </a:solidFill>
                <a:latin typeface="+mn-lt"/>
                <a:cs typeface="Times New Roman"/>
              </a:rPr>
              <a:t> </a:t>
            </a:r>
            <a:r>
              <a:rPr sz="2400" dirty="0">
                <a:solidFill>
                  <a:schemeClr val="bg1"/>
                </a:solidFill>
                <a:latin typeface="+mn-lt"/>
                <a:cs typeface="Times New Roman"/>
              </a:rPr>
              <a:t>hidden heading</a:t>
            </a:r>
            <a:r>
              <a:rPr sz="2400" spc="-25" dirty="0">
                <a:solidFill>
                  <a:schemeClr val="bg1"/>
                </a:solidFill>
                <a:latin typeface="+mn-lt"/>
                <a:cs typeface="Times New Roman"/>
              </a:rPr>
              <a:t> </a:t>
            </a:r>
            <a:r>
              <a:rPr sz="2400" dirty="0">
                <a:solidFill>
                  <a:schemeClr val="bg1"/>
                </a:solidFill>
                <a:latin typeface="+mn-lt"/>
                <a:cs typeface="Times New Roman"/>
              </a:rPr>
              <a:t>still</a:t>
            </a:r>
            <a:r>
              <a:rPr sz="2400" spc="-35" dirty="0">
                <a:solidFill>
                  <a:schemeClr val="bg1"/>
                </a:solidFill>
                <a:latin typeface="+mn-lt"/>
                <a:cs typeface="Times New Roman"/>
              </a:rPr>
              <a:t> </a:t>
            </a:r>
            <a:r>
              <a:rPr sz="2400" dirty="0">
                <a:solidFill>
                  <a:schemeClr val="bg1"/>
                </a:solidFill>
                <a:latin typeface="+mn-lt"/>
                <a:cs typeface="Times New Roman"/>
              </a:rPr>
              <a:t>takes</a:t>
            </a:r>
            <a:r>
              <a:rPr sz="2400" spc="-20" dirty="0">
                <a:solidFill>
                  <a:schemeClr val="bg1"/>
                </a:solidFill>
                <a:latin typeface="+mn-lt"/>
                <a:cs typeface="Times New Roman"/>
              </a:rPr>
              <a:t> </a:t>
            </a:r>
            <a:r>
              <a:rPr sz="2400" dirty="0">
                <a:solidFill>
                  <a:schemeClr val="bg1"/>
                </a:solidFill>
                <a:latin typeface="+mn-lt"/>
                <a:cs typeface="Times New Roman"/>
              </a:rPr>
              <a:t>up</a:t>
            </a:r>
            <a:r>
              <a:rPr sz="2400" spc="-5" dirty="0">
                <a:solidFill>
                  <a:schemeClr val="bg1"/>
                </a:solidFill>
                <a:latin typeface="+mn-lt"/>
                <a:cs typeface="Times New Roman"/>
              </a:rPr>
              <a:t> </a:t>
            </a:r>
            <a:r>
              <a:rPr sz="2400" spc="-10" dirty="0">
                <a:solidFill>
                  <a:schemeClr val="bg1"/>
                </a:solidFill>
                <a:latin typeface="+mn-lt"/>
                <a:cs typeface="Times New Roman"/>
              </a:rPr>
              <a:t>space.</a:t>
            </a:r>
            <a:endParaRPr sz="2400" dirty="0">
              <a:solidFill>
                <a:schemeClr val="bg1"/>
              </a:solidFill>
              <a:latin typeface="+mn-lt"/>
              <a:cs typeface="Times New Roman"/>
            </a:endParaRPr>
          </a:p>
        </p:txBody>
      </p:sp>
    </p:spTree>
    <p:extLst>
      <p:ext uri="{BB962C8B-B14F-4D97-AF65-F5344CB8AC3E}">
        <p14:creationId xmlns:p14="http://schemas.microsoft.com/office/powerpoint/2010/main" val="4240246681"/>
      </p:ext>
    </p:extLst>
  </p:cSld>
  <p:clrMapOvr>
    <a:masterClrMapping/>
  </p:clrMapOvr>
  <p:transition>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C61816-FC54-A3EA-D1F1-B593AE6F68E5}"/>
              </a:ext>
            </a:extLst>
          </p:cNvPr>
          <p:cNvSpPr>
            <a:spLocks noGrp="1"/>
          </p:cNvSpPr>
          <p:nvPr>
            <p:ph type="sldNum" sz="quarter" idx="4"/>
          </p:nvPr>
        </p:nvSpPr>
        <p:spPr/>
        <p:txBody>
          <a:bodyPr/>
          <a:lstStyle/>
          <a:p>
            <a:fld id="{D71DA9FD-6EF8-4CC5-AF9B-B6159B5B937C}" type="slidenum">
              <a:rPr lang="en-GB" noProof="1" smtClean="0"/>
              <a:pPr/>
              <a:t>65</a:t>
            </a:fld>
            <a:endParaRPr lang="en-GB" noProof="1"/>
          </a:p>
        </p:txBody>
      </p:sp>
      <p:sp>
        <p:nvSpPr>
          <p:cNvPr id="3" name="Footer Placeholder 2">
            <a:extLst>
              <a:ext uri="{FF2B5EF4-FFF2-40B4-BE49-F238E27FC236}">
                <a16:creationId xmlns:a16="http://schemas.microsoft.com/office/drawing/2014/main" id="{026DAA03-E71F-3363-EF25-810ED8E0C66B}"/>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5" name="object 2">
            <a:extLst>
              <a:ext uri="{FF2B5EF4-FFF2-40B4-BE49-F238E27FC236}">
                <a16:creationId xmlns:a16="http://schemas.microsoft.com/office/drawing/2014/main" id="{E765926F-8B01-4F94-27CF-7D4733544141}"/>
              </a:ext>
            </a:extLst>
          </p:cNvPr>
          <p:cNvSpPr txBox="1"/>
          <p:nvPr/>
        </p:nvSpPr>
        <p:spPr>
          <a:xfrm>
            <a:off x="662389" y="464053"/>
            <a:ext cx="8213614" cy="4832092"/>
          </a:xfrm>
          <a:prstGeom prst="rect">
            <a:avLst/>
          </a:prstGeom>
        </p:spPr>
        <p:txBody>
          <a:bodyPr vert="horz" wrap="square" lIns="0" tIns="12700" rIns="0" bIns="0" rtlCol="0">
            <a:spAutoFit/>
          </a:bodyPr>
          <a:lstStyle/>
          <a:p>
            <a:pPr marL="12700">
              <a:spcBef>
                <a:spcPts val="100"/>
              </a:spcBef>
              <a:buClr>
                <a:srgbClr val="0AD0D9"/>
              </a:buClr>
              <a:buSzPct val="95000"/>
              <a:tabLst>
                <a:tab pos="285115" algn="l"/>
              </a:tabLst>
            </a:pPr>
            <a:r>
              <a:rPr sz="1600" spc="-10" dirty="0">
                <a:solidFill>
                  <a:srgbClr val="1E2A78"/>
                </a:solidFill>
                <a:latin typeface="+mn-lt"/>
                <a:cs typeface="Constantia"/>
              </a:rPr>
              <a:t>&lt;html&gt;</a:t>
            </a:r>
            <a:endParaRPr sz="1600" dirty="0">
              <a:solidFill>
                <a:srgbClr val="1E2A78"/>
              </a:solidFill>
              <a:latin typeface="+mn-lt"/>
              <a:cs typeface="Constantia"/>
            </a:endParaRPr>
          </a:p>
          <a:p>
            <a:pPr marL="12700">
              <a:buClr>
                <a:srgbClr val="0AD0D9"/>
              </a:buClr>
              <a:buSzPct val="95000"/>
              <a:tabLst>
                <a:tab pos="285115" algn="l"/>
              </a:tabLst>
            </a:pPr>
            <a:r>
              <a:rPr sz="1600" spc="-10" dirty="0">
                <a:solidFill>
                  <a:srgbClr val="1E2A78"/>
                </a:solidFill>
                <a:latin typeface="+mn-lt"/>
                <a:cs typeface="Constantia"/>
              </a:rPr>
              <a:t>&lt;head&gt;</a:t>
            </a:r>
            <a:endParaRPr sz="1600" dirty="0">
              <a:solidFill>
                <a:srgbClr val="1E2A78"/>
              </a:solidFill>
              <a:latin typeface="+mn-lt"/>
              <a:cs typeface="Constantia"/>
            </a:endParaRPr>
          </a:p>
          <a:p>
            <a:pPr marL="12700">
              <a:spcBef>
                <a:spcPts val="5"/>
              </a:spcBef>
              <a:buClr>
                <a:srgbClr val="0AD0D9"/>
              </a:buClr>
              <a:buSzPct val="95000"/>
              <a:tabLst>
                <a:tab pos="285115" algn="l"/>
              </a:tabLst>
            </a:pPr>
            <a:r>
              <a:rPr sz="1600" spc="-10" dirty="0">
                <a:solidFill>
                  <a:srgbClr val="1E2A78"/>
                </a:solidFill>
                <a:latin typeface="+mn-lt"/>
                <a:cs typeface="Constantia"/>
              </a:rPr>
              <a:t>&lt;style</a:t>
            </a:r>
            <a:r>
              <a:rPr sz="1600" spc="-95" dirty="0">
                <a:solidFill>
                  <a:srgbClr val="1E2A78"/>
                </a:solidFill>
                <a:latin typeface="+mn-lt"/>
                <a:cs typeface="Constantia"/>
              </a:rPr>
              <a:t> </a:t>
            </a:r>
            <a:r>
              <a:rPr sz="1600" spc="-10" dirty="0">
                <a:solidFill>
                  <a:srgbClr val="1E2A78"/>
                </a:solidFill>
                <a:latin typeface="+mn-lt"/>
                <a:cs typeface="Constantia"/>
              </a:rPr>
              <a:t>type="text/css"&gt;</a:t>
            </a:r>
            <a:endParaRPr sz="1600" dirty="0">
              <a:solidFill>
                <a:srgbClr val="1E2A78"/>
              </a:solidFill>
              <a:latin typeface="+mn-lt"/>
              <a:cs typeface="Constantia"/>
            </a:endParaRPr>
          </a:p>
          <a:p>
            <a:pPr marL="12700">
              <a:buClr>
                <a:srgbClr val="0AD0D9"/>
              </a:buClr>
              <a:buSzPct val="95000"/>
              <a:tabLst>
                <a:tab pos="285115" algn="l"/>
              </a:tabLst>
            </a:pPr>
            <a:r>
              <a:rPr sz="1600" spc="-25" dirty="0">
                <a:solidFill>
                  <a:srgbClr val="1E2A78"/>
                </a:solidFill>
                <a:latin typeface="+mn-lt"/>
                <a:cs typeface="Constantia"/>
              </a:rPr>
              <a:t>img</a:t>
            </a:r>
            <a:endParaRPr sz="1600" dirty="0">
              <a:solidFill>
                <a:srgbClr val="1E2A78"/>
              </a:solidFill>
              <a:latin typeface="+mn-lt"/>
              <a:cs typeface="Constantia"/>
            </a:endParaRPr>
          </a:p>
          <a:p>
            <a:pPr marL="12700">
              <a:buClr>
                <a:srgbClr val="0AD0D9"/>
              </a:buClr>
              <a:buSzPct val="95000"/>
              <a:tabLst>
                <a:tab pos="285115" algn="l"/>
              </a:tabLst>
            </a:pPr>
            <a:r>
              <a:rPr sz="1600" spc="-50" dirty="0">
                <a:solidFill>
                  <a:srgbClr val="1E2A78"/>
                </a:solidFill>
                <a:latin typeface="+mn-lt"/>
                <a:cs typeface="Constantia"/>
              </a:rPr>
              <a:t>{</a:t>
            </a:r>
            <a:endParaRPr sz="1600" dirty="0">
              <a:solidFill>
                <a:srgbClr val="1E2A78"/>
              </a:solidFill>
              <a:latin typeface="+mn-lt"/>
              <a:cs typeface="Constantia"/>
            </a:endParaRPr>
          </a:p>
          <a:p>
            <a:pPr marL="12700">
              <a:buClr>
                <a:srgbClr val="0AD0D9"/>
              </a:buClr>
              <a:buSzPct val="95000"/>
              <a:tabLst>
                <a:tab pos="285115" algn="l"/>
              </a:tabLst>
            </a:pPr>
            <a:r>
              <a:rPr sz="1600" spc="-10" dirty="0">
                <a:solidFill>
                  <a:srgbClr val="1E2A78"/>
                </a:solidFill>
                <a:latin typeface="+mn-lt"/>
                <a:cs typeface="Constantia"/>
              </a:rPr>
              <a:t>position:absolute;</a:t>
            </a:r>
            <a:endParaRPr sz="1600" dirty="0">
              <a:solidFill>
                <a:srgbClr val="1E2A78"/>
              </a:solidFill>
              <a:latin typeface="+mn-lt"/>
              <a:cs typeface="Constantia"/>
            </a:endParaRPr>
          </a:p>
          <a:p>
            <a:pPr marL="12700">
              <a:buClr>
                <a:srgbClr val="0AD0D9"/>
              </a:buClr>
              <a:buSzPct val="95000"/>
              <a:tabLst>
                <a:tab pos="285115" algn="l"/>
              </a:tabLst>
            </a:pPr>
            <a:r>
              <a:rPr sz="1600" spc="-10" dirty="0">
                <a:solidFill>
                  <a:srgbClr val="1E2A78"/>
                </a:solidFill>
                <a:latin typeface="+mn-lt"/>
                <a:cs typeface="Constantia"/>
              </a:rPr>
              <a:t>left:0px;</a:t>
            </a:r>
            <a:endParaRPr sz="1600" dirty="0">
              <a:solidFill>
                <a:srgbClr val="1E2A78"/>
              </a:solidFill>
              <a:latin typeface="+mn-lt"/>
              <a:cs typeface="Constantia"/>
            </a:endParaRPr>
          </a:p>
          <a:p>
            <a:pPr marL="12700">
              <a:buClr>
                <a:srgbClr val="0AD0D9"/>
              </a:buClr>
              <a:buSzPct val="95000"/>
              <a:tabLst>
                <a:tab pos="285115" algn="l"/>
              </a:tabLst>
            </a:pPr>
            <a:r>
              <a:rPr sz="1600" spc="-10" dirty="0">
                <a:solidFill>
                  <a:srgbClr val="1E2A78"/>
                </a:solidFill>
                <a:latin typeface="+mn-lt"/>
                <a:cs typeface="Constantia"/>
              </a:rPr>
              <a:t>top:0px;</a:t>
            </a:r>
            <a:endParaRPr sz="1600" dirty="0">
              <a:solidFill>
                <a:srgbClr val="1E2A78"/>
              </a:solidFill>
              <a:latin typeface="+mn-lt"/>
              <a:cs typeface="Constantia"/>
            </a:endParaRPr>
          </a:p>
          <a:p>
            <a:pPr marL="12700">
              <a:buClr>
                <a:srgbClr val="0AD0D9"/>
              </a:buClr>
              <a:buSzPct val="95000"/>
              <a:tabLst>
                <a:tab pos="285115" algn="l"/>
              </a:tabLst>
            </a:pPr>
            <a:r>
              <a:rPr sz="1600" spc="-10" dirty="0">
                <a:solidFill>
                  <a:srgbClr val="1E2A78"/>
                </a:solidFill>
                <a:latin typeface="+mn-lt"/>
                <a:cs typeface="Constantia"/>
              </a:rPr>
              <a:t>z-index:-</a:t>
            </a:r>
            <a:r>
              <a:rPr sz="1600" spc="-25" dirty="0">
                <a:solidFill>
                  <a:srgbClr val="1E2A78"/>
                </a:solidFill>
                <a:latin typeface="+mn-lt"/>
                <a:cs typeface="Constantia"/>
              </a:rPr>
              <a:t>1;</a:t>
            </a:r>
            <a:endParaRPr sz="1600" dirty="0">
              <a:solidFill>
                <a:srgbClr val="1E2A78"/>
              </a:solidFill>
              <a:latin typeface="+mn-lt"/>
              <a:cs typeface="Constantia"/>
            </a:endParaRPr>
          </a:p>
          <a:p>
            <a:pPr marL="12700">
              <a:buClr>
                <a:srgbClr val="0AD0D9"/>
              </a:buClr>
              <a:buSzPct val="95000"/>
              <a:tabLst>
                <a:tab pos="285115" algn="l"/>
              </a:tabLst>
            </a:pPr>
            <a:r>
              <a:rPr sz="1600" spc="-50" dirty="0">
                <a:solidFill>
                  <a:srgbClr val="1E2A78"/>
                </a:solidFill>
                <a:latin typeface="+mn-lt"/>
                <a:cs typeface="Constantia"/>
              </a:rPr>
              <a:t>}</a:t>
            </a:r>
            <a:endParaRPr sz="1600" dirty="0">
              <a:solidFill>
                <a:srgbClr val="1E2A78"/>
              </a:solidFill>
              <a:latin typeface="+mn-lt"/>
              <a:cs typeface="Constantia"/>
            </a:endParaRPr>
          </a:p>
          <a:p>
            <a:pPr marL="12700">
              <a:spcBef>
                <a:spcPts val="5"/>
              </a:spcBef>
              <a:buClr>
                <a:srgbClr val="0AD0D9"/>
              </a:buClr>
              <a:buSzPct val="95000"/>
              <a:tabLst>
                <a:tab pos="285115" algn="l"/>
              </a:tabLst>
            </a:pPr>
            <a:r>
              <a:rPr sz="1600" spc="-10" dirty="0">
                <a:solidFill>
                  <a:srgbClr val="1E2A78"/>
                </a:solidFill>
                <a:latin typeface="+mn-lt"/>
                <a:cs typeface="Constantia"/>
              </a:rPr>
              <a:t>&lt;/style&gt;</a:t>
            </a:r>
            <a:endParaRPr sz="1600" dirty="0">
              <a:solidFill>
                <a:srgbClr val="1E2A78"/>
              </a:solidFill>
              <a:latin typeface="+mn-lt"/>
              <a:cs typeface="Constantia"/>
            </a:endParaRPr>
          </a:p>
          <a:p>
            <a:pPr marL="12700">
              <a:buClr>
                <a:srgbClr val="0AD0D9"/>
              </a:buClr>
              <a:buSzPct val="95000"/>
              <a:tabLst>
                <a:tab pos="285115" algn="l"/>
              </a:tabLst>
            </a:pPr>
            <a:r>
              <a:rPr sz="1600" spc="-10" dirty="0">
                <a:solidFill>
                  <a:srgbClr val="1E2A78"/>
                </a:solidFill>
                <a:latin typeface="+mn-lt"/>
                <a:cs typeface="Constantia"/>
              </a:rPr>
              <a:t>&lt;/head&gt;</a:t>
            </a:r>
            <a:endParaRPr lang="en-US" sz="1600" spc="-10" dirty="0">
              <a:solidFill>
                <a:srgbClr val="1E2A78"/>
              </a:solidFill>
              <a:latin typeface="+mn-lt"/>
              <a:cs typeface="Constantia"/>
            </a:endParaRPr>
          </a:p>
          <a:p>
            <a:pPr marL="12700">
              <a:spcBef>
                <a:spcPts val="100"/>
              </a:spcBef>
              <a:buClr>
                <a:srgbClr val="0AD0D9"/>
              </a:buClr>
              <a:buSzPct val="95000"/>
              <a:tabLst>
                <a:tab pos="285115" algn="l"/>
              </a:tabLst>
            </a:pPr>
            <a:r>
              <a:rPr lang="en-US" sz="1600" spc="-10" dirty="0">
                <a:solidFill>
                  <a:srgbClr val="1E2A78"/>
                </a:solidFill>
                <a:latin typeface="+mn-lt"/>
                <a:cs typeface="Constantia"/>
              </a:rPr>
              <a:t>&lt;body&gt;</a:t>
            </a:r>
            <a:endParaRPr lang="en-US" sz="1600" dirty="0">
              <a:solidFill>
                <a:srgbClr val="1E2A78"/>
              </a:solidFill>
              <a:latin typeface="+mn-lt"/>
              <a:cs typeface="Constantia"/>
            </a:endParaRPr>
          </a:p>
          <a:p>
            <a:pPr marL="12700">
              <a:spcBef>
                <a:spcPts val="5"/>
              </a:spcBef>
              <a:buClr>
                <a:srgbClr val="0AD0D9"/>
              </a:buClr>
              <a:buSzPct val="95000"/>
              <a:tabLst>
                <a:tab pos="285115" algn="l"/>
              </a:tabLst>
            </a:pPr>
            <a:r>
              <a:rPr lang="en-US" sz="1600" spc="-10" dirty="0">
                <a:solidFill>
                  <a:srgbClr val="1E2A78"/>
                </a:solidFill>
                <a:latin typeface="+mn-lt"/>
                <a:cs typeface="Constantia"/>
              </a:rPr>
              <a:t>&lt;h1&gt;This</a:t>
            </a:r>
            <a:r>
              <a:rPr lang="en-US" sz="1600" spc="-75" dirty="0">
                <a:solidFill>
                  <a:srgbClr val="1E2A78"/>
                </a:solidFill>
                <a:latin typeface="+mn-lt"/>
                <a:cs typeface="Constantia"/>
              </a:rPr>
              <a:t> </a:t>
            </a:r>
            <a:r>
              <a:rPr lang="en-US" sz="1600" dirty="0">
                <a:solidFill>
                  <a:srgbClr val="1E2A78"/>
                </a:solidFill>
                <a:latin typeface="+mn-lt"/>
                <a:cs typeface="Constantia"/>
              </a:rPr>
              <a:t>is</a:t>
            </a:r>
            <a:r>
              <a:rPr lang="en-US" sz="1600" spc="-100" dirty="0">
                <a:solidFill>
                  <a:srgbClr val="1E2A78"/>
                </a:solidFill>
                <a:latin typeface="+mn-lt"/>
                <a:cs typeface="Constantia"/>
              </a:rPr>
              <a:t> </a:t>
            </a:r>
            <a:r>
              <a:rPr lang="en-US" sz="1600" dirty="0">
                <a:solidFill>
                  <a:srgbClr val="1E2A78"/>
                </a:solidFill>
                <a:latin typeface="+mn-lt"/>
                <a:cs typeface="Constantia"/>
              </a:rPr>
              <a:t>a</a:t>
            </a:r>
            <a:r>
              <a:rPr lang="en-US" sz="1600" spc="-45" dirty="0">
                <a:solidFill>
                  <a:srgbClr val="1E2A78"/>
                </a:solidFill>
                <a:latin typeface="+mn-lt"/>
                <a:cs typeface="Constantia"/>
              </a:rPr>
              <a:t> </a:t>
            </a:r>
            <a:r>
              <a:rPr lang="en-US" sz="1600" spc="-10" dirty="0">
                <a:solidFill>
                  <a:srgbClr val="1E2A78"/>
                </a:solidFill>
                <a:latin typeface="+mn-lt"/>
                <a:cs typeface="Constantia"/>
              </a:rPr>
              <a:t>heading&lt;/h1&gt;</a:t>
            </a:r>
            <a:endParaRPr lang="en-US" sz="1600" dirty="0">
              <a:solidFill>
                <a:srgbClr val="1E2A78"/>
              </a:solidFill>
              <a:latin typeface="+mn-lt"/>
              <a:cs typeface="Constantia"/>
            </a:endParaRPr>
          </a:p>
          <a:p>
            <a:pPr marL="12065" marR="302895">
              <a:spcBef>
                <a:spcPts val="480"/>
              </a:spcBef>
              <a:buClr>
                <a:srgbClr val="0AD0D9"/>
              </a:buClr>
              <a:buSzPct val="95000"/>
              <a:tabLst>
                <a:tab pos="285115" algn="l"/>
              </a:tabLst>
            </a:pPr>
            <a:r>
              <a:rPr lang="en-US" sz="1600" dirty="0">
                <a:solidFill>
                  <a:srgbClr val="1E2A78"/>
                </a:solidFill>
                <a:latin typeface="+mn-lt"/>
                <a:cs typeface="Constantia"/>
              </a:rPr>
              <a:t>&lt;</a:t>
            </a:r>
            <a:r>
              <a:rPr lang="en-US" sz="1600" dirty="0" err="1">
                <a:solidFill>
                  <a:srgbClr val="1E2A78"/>
                </a:solidFill>
                <a:latin typeface="+mn-lt"/>
                <a:cs typeface="Constantia"/>
              </a:rPr>
              <a:t>img</a:t>
            </a:r>
            <a:r>
              <a:rPr lang="en-US" sz="1600" spc="-80" dirty="0">
                <a:solidFill>
                  <a:srgbClr val="1E2A78"/>
                </a:solidFill>
                <a:latin typeface="+mn-lt"/>
                <a:cs typeface="Constantia"/>
              </a:rPr>
              <a:t> </a:t>
            </a:r>
            <a:r>
              <a:rPr lang="en-US" sz="1600" spc="-10" dirty="0" err="1">
                <a:solidFill>
                  <a:srgbClr val="1E2A78"/>
                </a:solidFill>
                <a:latin typeface="+mn-lt"/>
                <a:cs typeface="Constantia"/>
              </a:rPr>
              <a:t>src</a:t>
            </a:r>
            <a:r>
              <a:rPr lang="en-US" sz="1600" spc="-10" dirty="0">
                <a:solidFill>
                  <a:srgbClr val="1E2A78"/>
                </a:solidFill>
                <a:latin typeface="+mn-lt"/>
                <a:cs typeface="Constantia"/>
              </a:rPr>
              <a:t>=“mitrc.jpg" </a:t>
            </a:r>
            <a:r>
              <a:rPr lang="en-US" sz="1600" dirty="0">
                <a:solidFill>
                  <a:srgbClr val="1E2A78"/>
                </a:solidFill>
                <a:latin typeface="+mn-lt"/>
                <a:cs typeface="Constantia"/>
              </a:rPr>
              <a:t>width="100"</a:t>
            </a:r>
            <a:r>
              <a:rPr lang="en-US" sz="1600" spc="-120" dirty="0">
                <a:solidFill>
                  <a:srgbClr val="1E2A78"/>
                </a:solidFill>
                <a:latin typeface="+mn-lt"/>
                <a:cs typeface="Constantia"/>
              </a:rPr>
              <a:t> </a:t>
            </a:r>
            <a:r>
              <a:rPr lang="en-US" sz="1600" dirty="0">
                <a:solidFill>
                  <a:srgbClr val="1E2A78"/>
                </a:solidFill>
                <a:latin typeface="+mn-lt"/>
                <a:cs typeface="Constantia"/>
              </a:rPr>
              <a:t>height="40"</a:t>
            </a:r>
            <a:r>
              <a:rPr lang="en-US" sz="1600" spc="-75" dirty="0">
                <a:solidFill>
                  <a:srgbClr val="1E2A78"/>
                </a:solidFill>
                <a:latin typeface="+mn-lt"/>
                <a:cs typeface="Constantia"/>
              </a:rPr>
              <a:t> </a:t>
            </a:r>
            <a:r>
              <a:rPr lang="en-US" sz="1600" spc="-25" dirty="0">
                <a:solidFill>
                  <a:srgbClr val="1E2A78"/>
                </a:solidFill>
                <a:latin typeface="+mn-lt"/>
                <a:cs typeface="Constantia"/>
              </a:rPr>
              <a:t>/&gt;</a:t>
            </a:r>
            <a:endParaRPr lang="en-US" sz="1600" dirty="0">
              <a:solidFill>
                <a:srgbClr val="1E2A78"/>
              </a:solidFill>
              <a:latin typeface="+mn-lt"/>
              <a:cs typeface="Constantia"/>
            </a:endParaRPr>
          </a:p>
          <a:p>
            <a:pPr marL="12065" marR="5080">
              <a:spcBef>
                <a:spcPts val="480"/>
              </a:spcBef>
              <a:buClr>
                <a:srgbClr val="0AD0D9"/>
              </a:buClr>
              <a:buSzPct val="95000"/>
              <a:tabLst>
                <a:tab pos="285115" algn="l"/>
              </a:tabLst>
            </a:pPr>
            <a:r>
              <a:rPr lang="en-US" sz="1600" dirty="0">
                <a:solidFill>
                  <a:srgbClr val="1E2A78"/>
                </a:solidFill>
                <a:latin typeface="+mn-lt"/>
                <a:cs typeface="Constantia"/>
              </a:rPr>
              <a:t>&lt;p</a:t>
            </a:r>
            <a:r>
              <a:rPr lang="en-US" sz="1600" spc="-114" dirty="0">
                <a:solidFill>
                  <a:srgbClr val="1E2A78"/>
                </a:solidFill>
                <a:latin typeface="+mn-lt"/>
                <a:cs typeface="Constantia"/>
              </a:rPr>
              <a:t> </a:t>
            </a:r>
            <a:r>
              <a:rPr lang="en-US" sz="1600" spc="-10" dirty="0">
                <a:solidFill>
                  <a:srgbClr val="1E2A78"/>
                </a:solidFill>
                <a:latin typeface="+mn-lt"/>
                <a:cs typeface="Constantia"/>
              </a:rPr>
              <a:t>style=“</a:t>
            </a:r>
            <a:r>
              <a:rPr lang="en-US" sz="1600" spc="-10" dirty="0" err="1">
                <a:solidFill>
                  <a:srgbClr val="1E2A78"/>
                </a:solidFill>
                <a:latin typeface="+mn-lt"/>
                <a:cs typeface="Constantia"/>
              </a:rPr>
              <a:t>color:red</a:t>
            </a:r>
            <a:r>
              <a:rPr lang="en-US" sz="1600" spc="-10" dirty="0">
                <a:solidFill>
                  <a:srgbClr val="1E2A78"/>
                </a:solidFill>
                <a:latin typeface="+mn-lt"/>
                <a:cs typeface="Constantia"/>
              </a:rPr>
              <a:t>”&gt;Because </a:t>
            </a:r>
            <a:r>
              <a:rPr lang="en-US" sz="1600" dirty="0">
                <a:solidFill>
                  <a:srgbClr val="1E2A78"/>
                </a:solidFill>
                <a:latin typeface="+mn-lt"/>
                <a:cs typeface="Constantia"/>
              </a:rPr>
              <a:t>the</a:t>
            </a:r>
            <a:r>
              <a:rPr lang="en-US" sz="1600" spc="-90" dirty="0">
                <a:solidFill>
                  <a:srgbClr val="1E2A78"/>
                </a:solidFill>
                <a:latin typeface="+mn-lt"/>
                <a:cs typeface="Constantia"/>
              </a:rPr>
              <a:t> </a:t>
            </a:r>
            <a:r>
              <a:rPr lang="en-US" sz="1600" spc="-10" dirty="0">
                <a:solidFill>
                  <a:srgbClr val="1E2A78"/>
                </a:solidFill>
                <a:latin typeface="+mn-lt"/>
                <a:cs typeface="Constantia"/>
              </a:rPr>
              <a:t>image</a:t>
            </a:r>
            <a:r>
              <a:rPr lang="en-US" sz="1600" spc="-55" dirty="0">
                <a:solidFill>
                  <a:srgbClr val="1E2A78"/>
                </a:solidFill>
                <a:latin typeface="+mn-lt"/>
                <a:cs typeface="Constantia"/>
              </a:rPr>
              <a:t> </a:t>
            </a:r>
            <a:r>
              <a:rPr lang="en-US" sz="1600" dirty="0">
                <a:solidFill>
                  <a:srgbClr val="1E2A78"/>
                </a:solidFill>
                <a:latin typeface="+mn-lt"/>
                <a:cs typeface="Constantia"/>
              </a:rPr>
              <a:t>has</a:t>
            </a:r>
            <a:r>
              <a:rPr lang="en-US" sz="1600" spc="-95" dirty="0">
                <a:solidFill>
                  <a:srgbClr val="1E2A78"/>
                </a:solidFill>
                <a:latin typeface="+mn-lt"/>
                <a:cs typeface="Constantia"/>
              </a:rPr>
              <a:t> </a:t>
            </a:r>
            <a:r>
              <a:rPr lang="en-US" sz="1600" dirty="0">
                <a:solidFill>
                  <a:srgbClr val="1E2A78"/>
                </a:solidFill>
                <a:latin typeface="+mn-lt"/>
                <a:cs typeface="Constantia"/>
              </a:rPr>
              <a:t>a</a:t>
            </a:r>
            <a:r>
              <a:rPr lang="en-US" sz="1600" spc="-85" dirty="0">
                <a:solidFill>
                  <a:srgbClr val="1E2A78"/>
                </a:solidFill>
                <a:latin typeface="+mn-lt"/>
                <a:cs typeface="Constantia"/>
              </a:rPr>
              <a:t> </a:t>
            </a:r>
            <a:r>
              <a:rPr lang="en-US" sz="1600" spc="-10" dirty="0">
                <a:solidFill>
                  <a:srgbClr val="1E2A78"/>
                </a:solidFill>
                <a:latin typeface="+mn-lt"/>
                <a:cs typeface="Constantia"/>
              </a:rPr>
              <a:t>z-index</a:t>
            </a:r>
            <a:r>
              <a:rPr lang="en-US" sz="1600" spc="-130" dirty="0">
                <a:solidFill>
                  <a:srgbClr val="1E2A78"/>
                </a:solidFill>
                <a:latin typeface="+mn-lt"/>
                <a:cs typeface="Constantia"/>
              </a:rPr>
              <a:t> </a:t>
            </a:r>
            <a:r>
              <a:rPr lang="en-US" sz="1600" dirty="0">
                <a:solidFill>
                  <a:srgbClr val="1E2A78"/>
                </a:solidFill>
                <a:latin typeface="+mn-lt"/>
                <a:cs typeface="Constantia"/>
              </a:rPr>
              <a:t>of</a:t>
            </a:r>
            <a:r>
              <a:rPr lang="en-US" sz="1600" spc="40" dirty="0">
                <a:solidFill>
                  <a:srgbClr val="1E2A78"/>
                </a:solidFill>
                <a:latin typeface="+mn-lt"/>
                <a:cs typeface="Constantia"/>
              </a:rPr>
              <a:t> </a:t>
            </a:r>
            <a:r>
              <a:rPr lang="en-US" sz="1600" spc="-10" dirty="0">
                <a:solidFill>
                  <a:srgbClr val="1E2A78"/>
                </a:solidFill>
                <a:latin typeface="+mn-lt"/>
                <a:cs typeface="Constantia"/>
              </a:rPr>
              <a:t>-</a:t>
            </a:r>
            <a:r>
              <a:rPr lang="en-US" sz="1600" spc="-25" dirty="0">
                <a:solidFill>
                  <a:srgbClr val="1E2A78"/>
                </a:solidFill>
                <a:latin typeface="+mn-lt"/>
                <a:cs typeface="Constantia"/>
              </a:rPr>
              <a:t>1, </a:t>
            </a:r>
            <a:r>
              <a:rPr lang="en-US" sz="1600" dirty="0">
                <a:solidFill>
                  <a:srgbClr val="1E2A78"/>
                </a:solidFill>
                <a:latin typeface="+mn-lt"/>
                <a:cs typeface="Constantia"/>
              </a:rPr>
              <a:t>it</a:t>
            </a:r>
            <a:r>
              <a:rPr lang="en-US" sz="1600" spc="-125" dirty="0">
                <a:solidFill>
                  <a:srgbClr val="1E2A78"/>
                </a:solidFill>
                <a:latin typeface="+mn-lt"/>
                <a:cs typeface="Constantia"/>
              </a:rPr>
              <a:t> </a:t>
            </a:r>
            <a:r>
              <a:rPr lang="en-US" sz="1600" dirty="0">
                <a:solidFill>
                  <a:srgbClr val="1E2A78"/>
                </a:solidFill>
                <a:latin typeface="+mn-lt"/>
                <a:cs typeface="Constantia"/>
              </a:rPr>
              <a:t>will</a:t>
            </a:r>
            <a:r>
              <a:rPr lang="en-US" sz="1600" spc="-65" dirty="0">
                <a:solidFill>
                  <a:srgbClr val="1E2A78"/>
                </a:solidFill>
                <a:latin typeface="+mn-lt"/>
                <a:cs typeface="Constantia"/>
              </a:rPr>
              <a:t> </a:t>
            </a:r>
            <a:r>
              <a:rPr lang="en-US" sz="1600" dirty="0">
                <a:solidFill>
                  <a:srgbClr val="1E2A78"/>
                </a:solidFill>
                <a:latin typeface="+mn-lt"/>
                <a:cs typeface="Constantia"/>
              </a:rPr>
              <a:t>be</a:t>
            </a:r>
            <a:r>
              <a:rPr lang="en-US" sz="1600" spc="-120" dirty="0">
                <a:solidFill>
                  <a:srgbClr val="1E2A78"/>
                </a:solidFill>
                <a:latin typeface="+mn-lt"/>
                <a:cs typeface="Constantia"/>
              </a:rPr>
              <a:t> </a:t>
            </a:r>
            <a:r>
              <a:rPr lang="en-US" sz="1600" dirty="0">
                <a:solidFill>
                  <a:srgbClr val="1E2A78"/>
                </a:solidFill>
                <a:latin typeface="+mn-lt"/>
                <a:cs typeface="Constantia"/>
              </a:rPr>
              <a:t>placed</a:t>
            </a:r>
            <a:r>
              <a:rPr lang="en-US" sz="1600" spc="-40" dirty="0">
                <a:solidFill>
                  <a:srgbClr val="1E2A78"/>
                </a:solidFill>
                <a:latin typeface="+mn-lt"/>
                <a:cs typeface="Constantia"/>
              </a:rPr>
              <a:t> </a:t>
            </a:r>
            <a:r>
              <a:rPr lang="en-US" sz="1600" dirty="0">
                <a:solidFill>
                  <a:srgbClr val="1E2A78"/>
                </a:solidFill>
                <a:latin typeface="+mn-lt"/>
                <a:cs typeface="Constantia"/>
              </a:rPr>
              <a:t>behind</a:t>
            </a:r>
            <a:r>
              <a:rPr lang="en-US" sz="1600" spc="-75" dirty="0">
                <a:solidFill>
                  <a:srgbClr val="1E2A78"/>
                </a:solidFill>
                <a:latin typeface="+mn-lt"/>
                <a:cs typeface="Constantia"/>
              </a:rPr>
              <a:t> </a:t>
            </a:r>
            <a:r>
              <a:rPr lang="en-US" sz="1600" spc="-25" dirty="0">
                <a:solidFill>
                  <a:srgbClr val="1E2A78"/>
                </a:solidFill>
                <a:latin typeface="+mn-lt"/>
                <a:cs typeface="Constantia"/>
              </a:rPr>
              <a:t>the </a:t>
            </a:r>
            <a:r>
              <a:rPr lang="en-US" sz="1600" spc="-10" dirty="0">
                <a:solidFill>
                  <a:srgbClr val="1E2A78"/>
                </a:solidFill>
                <a:latin typeface="+mn-lt"/>
                <a:cs typeface="Constantia"/>
              </a:rPr>
              <a:t>text.&lt;/p&gt;</a:t>
            </a:r>
            <a:endParaRPr lang="en-US" sz="1600" dirty="0">
              <a:solidFill>
                <a:srgbClr val="1E2A78"/>
              </a:solidFill>
              <a:latin typeface="+mn-lt"/>
              <a:cs typeface="Constantia"/>
            </a:endParaRPr>
          </a:p>
          <a:p>
            <a:pPr marL="12700">
              <a:buClr>
                <a:srgbClr val="0AD0D9"/>
              </a:buClr>
              <a:buSzPct val="95000"/>
              <a:tabLst>
                <a:tab pos="285115" algn="l"/>
              </a:tabLst>
            </a:pPr>
            <a:r>
              <a:rPr lang="en-US" sz="1600" spc="-10" dirty="0">
                <a:solidFill>
                  <a:srgbClr val="1E2A78"/>
                </a:solidFill>
                <a:latin typeface="+mn-lt"/>
                <a:cs typeface="Constantia"/>
              </a:rPr>
              <a:t>&lt;/body&gt;</a:t>
            </a:r>
            <a:endParaRPr lang="en-US" sz="1600" dirty="0">
              <a:solidFill>
                <a:srgbClr val="1E2A78"/>
              </a:solidFill>
              <a:latin typeface="+mn-lt"/>
              <a:cs typeface="Constantia"/>
            </a:endParaRPr>
          </a:p>
          <a:p>
            <a:pPr marL="12700">
              <a:buClr>
                <a:srgbClr val="0AD0D9"/>
              </a:buClr>
              <a:buSzPct val="95000"/>
              <a:tabLst>
                <a:tab pos="285115" algn="l"/>
              </a:tabLst>
            </a:pPr>
            <a:r>
              <a:rPr lang="en-US" sz="1600" spc="-10" dirty="0">
                <a:solidFill>
                  <a:srgbClr val="1E2A78"/>
                </a:solidFill>
                <a:latin typeface="+mn-lt"/>
                <a:cs typeface="Constantia"/>
              </a:rPr>
              <a:t>&lt;/html&gt;</a:t>
            </a:r>
            <a:endParaRPr lang="en-US" sz="1600" dirty="0">
              <a:solidFill>
                <a:srgbClr val="1E2A78"/>
              </a:solidFill>
              <a:latin typeface="+mn-lt"/>
              <a:cs typeface="Constantia"/>
            </a:endParaRPr>
          </a:p>
        </p:txBody>
      </p:sp>
      <p:sp>
        <p:nvSpPr>
          <p:cNvPr id="6" name="object 4">
            <a:extLst>
              <a:ext uri="{FF2B5EF4-FFF2-40B4-BE49-F238E27FC236}">
                <a16:creationId xmlns:a16="http://schemas.microsoft.com/office/drawing/2014/main" id="{0FDB5A47-AC7B-B5F0-FBE5-F81BF587F73B}"/>
              </a:ext>
            </a:extLst>
          </p:cNvPr>
          <p:cNvSpPr txBox="1"/>
          <p:nvPr/>
        </p:nvSpPr>
        <p:spPr>
          <a:xfrm>
            <a:off x="646871" y="5412686"/>
            <a:ext cx="8740587" cy="936795"/>
          </a:xfrm>
          <a:prstGeom prst="rect">
            <a:avLst/>
          </a:prstGeom>
        </p:spPr>
        <p:txBody>
          <a:bodyPr vert="horz" wrap="square" lIns="0" tIns="13335" rIns="0" bIns="0" rtlCol="0">
            <a:spAutoFit/>
          </a:bodyPr>
          <a:lstStyle/>
          <a:p>
            <a:pPr marL="12700">
              <a:lnSpc>
                <a:spcPct val="100000"/>
              </a:lnSpc>
              <a:spcBef>
                <a:spcPts val="105"/>
              </a:spcBef>
            </a:pPr>
            <a:r>
              <a:rPr sz="2000" b="1" spc="-10" dirty="0">
                <a:solidFill>
                  <a:srgbClr val="00A3E0"/>
                </a:solidFill>
                <a:latin typeface="+mn-lt"/>
                <a:cs typeface="Arial"/>
              </a:rPr>
              <a:t>Output:</a:t>
            </a:r>
            <a:endParaRPr sz="2000" dirty="0">
              <a:solidFill>
                <a:srgbClr val="00A3E0"/>
              </a:solidFill>
              <a:latin typeface="+mn-lt"/>
              <a:cs typeface="Arial"/>
            </a:endParaRPr>
          </a:p>
          <a:p>
            <a:pPr marL="12700">
              <a:lnSpc>
                <a:spcPct val="100000"/>
              </a:lnSpc>
            </a:pPr>
            <a:r>
              <a:rPr sz="2000" b="1" dirty="0">
                <a:solidFill>
                  <a:srgbClr val="800000"/>
                </a:solidFill>
                <a:latin typeface="+mn-lt"/>
                <a:cs typeface="Arial"/>
              </a:rPr>
              <a:t>This</a:t>
            </a:r>
            <a:r>
              <a:rPr sz="2000" b="1" spc="-25" dirty="0">
                <a:solidFill>
                  <a:srgbClr val="800000"/>
                </a:solidFill>
                <a:latin typeface="+mn-lt"/>
                <a:cs typeface="Arial"/>
              </a:rPr>
              <a:t> </a:t>
            </a:r>
            <a:r>
              <a:rPr sz="2000" b="1" dirty="0">
                <a:solidFill>
                  <a:srgbClr val="800000"/>
                </a:solidFill>
                <a:latin typeface="+mn-lt"/>
                <a:cs typeface="Arial"/>
              </a:rPr>
              <a:t>is</a:t>
            </a:r>
            <a:r>
              <a:rPr sz="2000" b="1" spc="-20" dirty="0">
                <a:solidFill>
                  <a:srgbClr val="800000"/>
                </a:solidFill>
                <a:latin typeface="+mn-lt"/>
                <a:cs typeface="Arial"/>
              </a:rPr>
              <a:t> </a:t>
            </a:r>
            <a:r>
              <a:rPr sz="2000" b="1" dirty="0">
                <a:solidFill>
                  <a:srgbClr val="800000"/>
                </a:solidFill>
                <a:latin typeface="+mn-lt"/>
                <a:cs typeface="Arial"/>
              </a:rPr>
              <a:t>a</a:t>
            </a:r>
            <a:r>
              <a:rPr sz="2000" b="1" spc="-15" dirty="0">
                <a:solidFill>
                  <a:srgbClr val="800000"/>
                </a:solidFill>
                <a:latin typeface="+mn-lt"/>
                <a:cs typeface="Arial"/>
              </a:rPr>
              <a:t> </a:t>
            </a:r>
            <a:r>
              <a:rPr sz="2000" b="1" spc="-10" dirty="0">
                <a:solidFill>
                  <a:srgbClr val="800000"/>
                </a:solidFill>
                <a:latin typeface="+mn-lt"/>
                <a:cs typeface="Arial"/>
              </a:rPr>
              <a:t>headin</a:t>
            </a:r>
            <a:r>
              <a:rPr lang="en-US" sz="2000" b="1" spc="-10" dirty="0">
                <a:solidFill>
                  <a:srgbClr val="800000"/>
                </a:solidFill>
                <a:latin typeface="+mn-lt"/>
                <a:cs typeface="Arial"/>
              </a:rPr>
              <a:t>g</a:t>
            </a:r>
            <a:endParaRPr sz="2000" dirty="0">
              <a:latin typeface="+mn-lt"/>
              <a:cs typeface="Arial"/>
            </a:endParaRPr>
          </a:p>
          <a:p>
            <a:pPr marL="12700" marR="5080">
              <a:lnSpc>
                <a:spcPct val="100000"/>
              </a:lnSpc>
            </a:pPr>
            <a:r>
              <a:rPr sz="2000" dirty="0">
                <a:solidFill>
                  <a:srgbClr val="800000"/>
                </a:solidFill>
                <a:latin typeface="+mn-lt"/>
                <a:cs typeface="Arial MT"/>
              </a:rPr>
              <a:t>Because</a:t>
            </a:r>
            <a:r>
              <a:rPr sz="2000" spc="-55" dirty="0">
                <a:solidFill>
                  <a:srgbClr val="800000"/>
                </a:solidFill>
                <a:latin typeface="+mn-lt"/>
                <a:cs typeface="Arial MT"/>
              </a:rPr>
              <a:t> </a:t>
            </a:r>
            <a:r>
              <a:rPr sz="2000" dirty="0">
                <a:solidFill>
                  <a:srgbClr val="800000"/>
                </a:solidFill>
                <a:latin typeface="+mn-lt"/>
                <a:cs typeface="Arial MT"/>
              </a:rPr>
              <a:t>the</a:t>
            </a:r>
            <a:r>
              <a:rPr sz="2000" spc="-25" dirty="0">
                <a:solidFill>
                  <a:srgbClr val="800000"/>
                </a:solidFill>
                <a:latin typeface="+mn-lt"/>
                <a:cs typeface="Arial MT"/>
              </a:rPr>
              <a:t> </a:t>
            </a:r>
            <a:r>
              <a:rPr sz="2000" dirty="0">
                <a:solidFill>
                  <a:srgbClr val="800000"/>
                </a:solidFill>
                <a:latin typeface="+mn-lt"/>
                <a:cs typeface="Arial MT"/>
              </a:rPr>
              <a:t>image</a:t>
            </a:r>
            <a:r>
              <a:rPr sz="2000" spc="-20" dirty="0">
                <a:solidFill>
                  <a:srgbClr val="800000"/>
                </a:solidFill>
                <a:latin typeface="+mn-lt"/>
                <a:cs typeface="Arial MT"/>
              </a:rPr>
              <a:t> </a:t>
            </a:r>
            <a:r>
              <a:rPr sz="2000" dirty="0">
                <a:solidFill>
                  <a:srgbClr val="800000"/>
                </a:solidFill>
                <a:latin typeface="+mn-lt"/>
                <a:cs typeface="Arial MT"/>
              </a:rPr>
              <a:t>has</a:t>
            </a:r>
            <a:r>
              <a:rPr sz="2000" spc="-30" dirty="0">
                <a:solidFill>
                  <a:srgbClr val="800000"/>
                </a:solidFill>
                <a:latin typeface="+mn-lt"/>
                <a:cs typeface="Arial MT"/>
              </a:rPr>
              <a:t> </a:t>
            </a:r>
            <a:r>
              <a:rPr sz="2000" dirty="0">
                <a:solidFill>
                  <a:srgbClr val="800000"/>
                </a:solidFill>
                <a:latin typeface="+mn-lt"/>
                <a:cs typeface="Arial MT"/>
              </a:rPr>
              <a:t>a</a:t>
            </a:r>
            <a:r>
              <a:rPr sz="2000" spc="-5" dirty="0">
                <a:solidFill>
                  <a:srgbClr val="800000"/>
                </a:solidFill>
                <a:latin typeface="+mn-lt"/>
                <a:cs typeface="Arial MT"/>
              </a:rPr>
              <a:t> </a:t>
            </a:r>
            <a:r>
              <a:rPr sz="2000" dirty="0">
                <a:solidFill>
                  <a:srgbClr val="800000"/>
                </a:solidFill>
                <a:latin typeface="+mn-lt"/>
                <a:cs typeface="Arial MT"/>
              </a:rPr>
              <a:t>z-index</a:t>
            </a:r>
            <a:r>
              <a:rPr sz="2000" spc="-35" dirty="0">
                <a:solidFill>
                  <a:srgbClr val="800000"/>
                </a:solidFill>
                <a:latin typeface="+mn-lt"/>
                <a:cs typeface="Arial MT"/>
              </a:rPr>
              <a:t> </a:t>
            </a:r>
            <a:r>
              <a:rPr sz="2000" dirty="0">
                <a:solidFill>
                  <a:srgbClr val="800000"/>
                </a:solidFill>
                <a:latin typeface="+mn-lt"/>
                <a:cs typeface="Arial MT"/>
              </a:rPr>
              <a:t>of</a:t>
            </a:r>
            <a:r>
              <a:rPr sz="2000" spc="-15" dirty="0">
                <a:solidFill>
                  <a:srgbClr val="800000"/>
                </a:solidFill>
                <a:latin typeface="+mn-lt"/>
                <a:cs typeface="Arial MT"/>
              </a:rPr>
              <a:t> </a:t>
            </a:r>
            <a:r>
              <a:rPr sz="2000" spc="-50" dirty="0">
                <a:solidFill>
                  <a:srgbClr val="800000"/>
                </a:solidFill>
                <a:latin typeface="+mn-lt"/>
                <a:cs typeface="Arial MT"/>
              </a:rPr>
              <a:t>- </a:t>
            </a:r>
            <a:r>
              <a:rPr sz="2000" dirty="0">
                <a:solidFill>
                  <a:srgbClr val="800000"/>
                </a:solidFill>
                <a:latin typeface="+mn-lt"/>
                <a:cs typeface="Arial MT"/>
              </a:rPr>
              <a:t>1,</a:t>
            </a:r>
            <a:r>
              <a:rPr sz="2000" spc="-50" dirty="0">
                <a:solidFill>
                  <a:srgbClr val="800000"/>
                </a:solidFill>
                <a:latin typeface="+mn-lt"/>
                <a:cs typeface="Arial MT"/>
              </a:rPr>
              <a:t> </a:t>
            </a:r>
            <a:r>
              <a:rPr sz="2000" dirty="0">
                <a:solidFill>
                  <a:srgbClr val="800000"/>
                </a:solidFill>
                <a:latin typeface="+mn-lt"/>
                <a:cs typeface="Arial MT"/>
              </a:rPr>
              <a:t>it</a:t>
            </a:r>
            <a:r>
              <a:rPr sz="2000" spc="-10" dirty="0">
                <a:solidFill>
                  <a:srgbClr val="800000"/>
                </a:solidFill>
                <a:latin typeface="+mn-lt"/>
                <a:cs typeface="Arial MT"/>
              </a:rPr>
              <a:t> </a:t>
            </a:r>
            <a:r>
              <a:rPr sz="2000" dirty="0">
                <a:solidFill>
                  <a:srgbClr val="800000"/>
                </a:solidFill>
                <a:latin typeface="+mn-lt"/>
                <a:cs typeface="Arial MT"/>
              </a:rPr>
              <a:t>will</a:t>
            </a:r>
            <a:r>
              <a:rPr sz="2000" spc="-5" dirty="0">
                <a:solidFill>
                  <a:srgbClr val="800000"/>
                </a:solidFill>
                <a:latin typeface="+mn-lt"/>
                <a:cs typeface="Arial MT"/>
              </a:rPr>
              <a:t> </a:t>
            </a:r>
            <a:r>
              <a:rPr sz="2000" dirty="0">
                <a:solidFill>
                  <a:srgbClr val="800000"/>
                </a:solidFill>
                <a:latin typeface="+mn-lt"/>
                <a:cs typeface="Arial MT"/>
              </a:rPr>
              <a:t>be</a:t>
            </a:r>
            <a:r>
              <a:rPr sz="2000" spc="-25" dirty="0">
                <a:solidFill>
                  <a:srgbClr val="800000"/>
                </a:solidFill>
                <a:latin typeface="+mn-lt"/>
                <a:cs typeface="Arial MT"/>
              </a:rPr>
              <a:t> </a:t>
            </a:r>
            <a:r>
              <a:rPr sz="2000" dirty="0">
                <a:solidFill>
                  <a:srgbClr val="800000"/>
                </a:solidFill>
                <a:latin typeface="+mn-lt"/>
                <a:cs typeface="Arial MT"/>
              </a:rPr>
              <a:t>placed</a:t>
            </a:r>
            <a:r>
              <a:rPr sz="2000" spc="-40" dirty="0">
                <a:solidFill>
                  <a:srgbClr val="800000"/>
                </a:solidFill>
                <a:latin typeface="+mn-lt"/>
                <a:cs typeface="Arial MT"/>
              </a:rPr>
              <a:t> </a:t>
            </a:r>
            <a:r>
              <a:rPr sz="2000" dirty="0">
                <a:solidFill>
                  <a:srgbClr val="800000"/>
                </a:solidFill>
                <a:latin typeface="+mn-lt"/>
                <a:cs typeface="Arial MT"/>
              </a:rPr>
              <a:t>behind</a:t>
            </a:r>
            <a:r>
              <a:rPr sz="2000" spc="-25" dirty="0">
                <a:solidFill>
                  <a:srgbClr val="800000"/>
                </a:solidFill>
                <a:latin typeface="+mn-lt"/>
                <a:cs typeface="Arial MT"/>
              </a:rPr>
              <a:t> </a:t>
            </a:r>
            <a:r>
              <a:rPr sz="2000" dirty="0">
                <a:solidFill>
                  <a:srgbClr val="800000"/>
                </a:solidFill>
                <a:latin typeface="+mn-lt"/>
                <a:cs typeface="Arial MT"/>
              </a:rPr>
              <a:t>the</a:t>
            </a:r>
            <a:r>
              <a:rPr sz="2000" spc="-30" dirty="0">
                <a:solidFill>
                  <a:srgbClr val="800000"/>
                </a:solidFill>
                <a:latin typeface="+mn-lt"/>
                <a:cs typeface="Arial MT"/>
              </a:rPr>
              <a:t> </a:t>
            </a:r>
            <a:r>
              <a:rPr sz="2000" spc="-20" dirty="0">
                <a:solidFill>
                  <a:srgbClr val="800000"/>
                </a:solidFill>
                <a:latin typeface="+mn-lt"/>
                <a:cs typeface="Arial MT"/>
              </a:rPr>
              <a:t>text</a:t>
            </a:r>
            <a:r>
              <a:rPr lang="en-US" sz="2000" spc="-20" dirty="0">
                <a:solidFill>
                  <a:srgbClr val="800000"/>
                </a:solidFill>
                <a:latin typeface="+mn-lt"/>
                <a:cs typeface="Arial MT"/>
              </a:rPr>
              <a:t>.</a:t>
            </a:r>
            <a:endParaRPr sz="2000" dirty="0">
              <a:latin typeface="+mn-lt"/>
              <a:cs typeface="Arial MT"/>
            </a:endParaRPr>
          </a:p>
        </p:txBody>
      </p:sp>
    </p:spTree>
    <p:extLst>
      <p:ext uri="{BB962C8B-B14F-4D97-AF65-F5344CB8AC3E}">
        <p14:creationId xmlns:p14="http://schemas.microsoft.com/office/powerpoint/2010/main" val="3838022183"/>
      </p:ext>
    </p:extLst>
  </p:cSld>
  <p:clrMapOvr>
    <a:masterClrMapping/>
  </p:clrMapOvr>
  <p:transition>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37035" y="1178111"/>
            <a:ext cx="8430448" cy="5761038"/>
          </a:xfrm>
        </p:spPr>
        <p:txBody>
          <a:bodyPr/>
          <a:lstStyle/>
          <a:p>
            <a:pPr marL="383090" marR="82550" lvl="2">
              <a:lnSpc>
                <a:spcPct val="150000"/>
              </a:lnSpc>
              <a:spcBef>
                <a:spcPts val="660"/>
              </a:spcBef>
            </a:pPr>
            <a:r>
              <a:rPr lang="en-US" dirty="0">
                <a:cs typeface="Constantia"/>
              </a:rPr>
              <a:t>CSS saves time.</a:t>
            </a:r>
          </a:p>
          <a:p>
            <a:pPr marL="700566" marR="82550" lvl="3">
              <a:lnSpc>
                <a:spcPct val="150000"/>
              </a:lnSpc>
              <a:spcBef>
                <a:spcPts val="660"/>
              </a:spcBef>
              <a:buFont typeface="Courier New" panose="02070309020205020404" pitchFamily="49" charset="0"/>
              <a:buChar char="o"/>
            </a:pPr>
            <a:r>
              <a:rPr lang="en-US" dirty="0">
                <a:cs typeface="Constantia"/>
              </a:rPr>
              <a:t>When most of us first learn HTML, we get taught to set the font face, size, </a:t>
            </a:r>
            <a:r>
              <a:rPr lang="en-US" dirty="0" err="1">
                <a:cs typeface="Constantia"/>
              </a:rPr>
              <a:t>colour</a:t>
            </a:r>
            <a:r>
              <a:rPr lang="en-US" dirty="0">
                <a:cs typeface="Constantia"/>
              </a:rPr>
              <a:t>, style </a:t>
            </a:r>
            <a:r>
              <a:rPr lang="en-US" dirty="0" err="1">
                <a:cs typeface="Constantia"/>
              </a:rPr>
              <a:t>etc</a:t>
            </a:r>
            <a:r>
              <a:rPr lang="en-US" dirty="0">
                <a:cs typeface="Constantia"/>
              </a:rPr>
              <a:t> every time it occurs on a page. This means we find ourselves typing (or copying &amp; pasting) the same thing over and over again. With CSS, you only have to specify these details once for any element. CSS will automatically apply the specified styles whenever that element occurs.</a:t>
            </a:r>
          </a:p>
          <a:p>
            <a:pPr marL="383090" marR="82550" lvl="2">
              <a:lnSpc>
                <a:spcPct val="150000"/>
              </a:lnSpc>
              <a:spcBef>
                <a:spcPts val="660"/>
              </a:spcBef>
            </a:pPr>
            <a:r>
              <a:rPr lang="en-US" dirty="0">
                <a:cs typeface="Constantia"/>
              </a:rPr>
              <a:t>Pages load faster.</a:t>
            </a:r>
          </a:p>
          <a:p>
            <a:pPr marL="700566" marR="82550" lvl="3">
              <a:lnSpc>
                <a:spcPct val="150000"/>
              </a:lnSpc>
              <a:spcBef>
                <a:spcPts val="660"/>
              </a:spcBef>
              <a:buFont typeface="Courier New" panose="02070309020205020404" pitchFamily="49" charset="0"/>
              <a:buChar char="o"/>
            </a:pPr>
            <a:r>
              <a:rPr lang="en-US" dirty="0">
                <a:cs typeface="Constantia"/>
              </a:rPr>
              <a:t>Less code means faster download times.</a:t>
            </a:r>
          </a:p>
          <a:p>
            <a:pPr marL="383090" marR="82550" lvl="2">
              <a:lnSpc>
                <a:spcPct val="150000"/>
              </a:lnSpc>
              <a:spcBef>
                <a:spcPts val="660"/>
              </a:spcBef>
            </a:pPr>
            <a:r>
              <a:rPr lang="en-US" dirty="0">
                <a:cs typeface="Constantia"/>
              </a:rPr>
              <a:t>Easy maintenance.</a:t>
            </a:r>
          </a:p>
          <a:p>
            <a:pPr marL="700566" marR="82550" lvl="3">
              <a:lnSpc>
                <a:spcPct val="150000"/>
              </a:lnSpc>
              <a:spcBef>
                <a:spcPts val="660"/>
              </a:spcBef>
              <a:buFont typeface="Courier New" panose="02070309020205020404" pitchFamily="49" charset="0"/>
              <a:buChar char="o"/>
            </a:pPr>
            <a:r>
              <a:rPr lang="en-US" dirty="0">
                <a:cs typeface="Constantia"/>
              </a:rPr>
              <a:t>To change the style of an element, you only have to make an edit in one place.</a:t>
            </a:r>
          </a:p>
          <a:p>
            <a:pPr marL="383090" marR="82550" lvl="2">
              <a:lnSpc>
                <a:spcPct val="150000"/>
              </a:lnSpc>
              <a:spcBef>
                <a:spcPts val="660"/>
              </a:spcBef>
            </a:pPr>
            <a:r>
              <a:rPr lang="en-US" dirty="0">
                <a:cs typeface="Constantia"/>
              </a:rPr>
              <a:t>Superior styles to HTML.</a:t>
            </a:r>
          </a:p>
          <a:p>
            <a:pPr marL="700566" marR="82550" lvl="3">
              <a:lnSpc>
                <a:spcPct val="150000"/>
              </a:lnSpc>
              <a:spcBef>
                <a:spcPts val="660"/>
              </a:spcBef>
              <a:buFont typeface="Courier New" panose="02070309020205020404" pitchFamily="49" charset="0"/>
              <a:buChar char="o"/>
            </a:pPr>
            <a:r>
              <a:rPr lang="en-US" dirty="0">
                <a:cs typeface="Constantia"/>
              </a:rPr>
              <a:t>CSS has a much wider array of attributes than HTML.</a:t>
            </a:r>
          </a:p>
          <a:p>
            <a:pPr marL="383090" marR="864235" lvl="2">
              <a:lnSpc>
                <a:spcPct val="150000"/>
              </a:lnSpc>
              <a:spcBef>
                <a:spcPts val="560"/>
              </a:spcBef>
            </a:pPr>
            <a:endParaRPr lang="en-US" dirty="0">
              <a:cs typeface="Constantia"/>
            </a:endParaRP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66</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277291" y="718596"/>
            <a:ext cx="8661082" cy="560071"/>
          </a:xfrm>
        </p:spPr>
        <p:txBody>
          <a:bodyPr/>
          <a:lstStyle/>
          <a:p>
            <a:r>
              <a:rPr lang="de-DE" noProof="0" dirty="0"/>
              <a:t>ADVANTAGES OF CSS</a:t>
            </a:r>
          </a:p>
        </p:txBody>
      </p:sp>
    </p:spTree>
    <p:extLst>
      <p:ext uri="{BB962C8B-B14F-4D97-AF65-F5344CB8AC3E}">
        <p14:creationId xmlns:p14="http://schemas.microsoft.com/office/powerpoint/2010/main" val="2538940283"/>
      </p:ext>
    </p:extLst>
  </p:cSld>
  <p:clrMapOvr>
    <a:masterClrMapping/>
  </p:clrMapOvr>
  <p:transition>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6980A81-2276-45CE-8340-D7852DC7F841}"/>
              </a:ext>
            </a:extLst>
          </p:cNvPr>
          <p:cNvSpPr>
            <a:spLocks noGrp="1"/>
          </p:cNvSpPr>
          <p:nvPr>
            <p:ph sz="quarter" idx="10"/>
          </p:nvPr>
        </p:nvSpPr>
        <p:spPr>
          <a:xfrm>
            <a:off x="337035" y="1178111"/>
            <a:ext cx="8430448" cy="5761038"/>
          </a:xfrm>
        </p:spPr>
        <p:txBody>
          <a:bodyPr/>
          <a:lstStyle/>
          <a:p>
            <a:pPr marL="383090" marR="82550" lvl="2">
              <a:lnSpc>
                <a:spcPct val="150000"/>
              </a:lnSpc>
              <a:spcBef>
                <a:spcPts val="660"/>
              </a:spcBef>
            </a:pPr>
            <a:r>
              <a:rPr lang="en-US" dirty="0">
                <a:cs typeface="Constantia"/>
              </a:rPr>
              <a:t>Browser Compatibility</a:t>
            </a:r>
          </a:p>
          <a:p>
            <a:pPr marL="700566" marR="82550" lvl="3">
              <a:lnSpc>
                <a:spcPct val="150000"/>
              </a:lnSpc>
              <a:spcBef>
                <a:spcPts val="660"/>
              </a:spcBef>
              <a:buFont typeface="Courier New" panose="02070309020205020404" pitchFamily="49" charset="0"/>
              <a:buChar char="o"/>
            </a:pPr>
            <a:r>
              <a:rPr lang="en-US" dirty="0">
                <a:cs typeface="Constantia"/>
              </a:rPr>
              <a:t>Browsers have varying levels of compliance with Style Sheets. This means that some Style Sheet features are supported and some aren't. To confuse things more, some browser manufacturers decide to come up with their own proprietary tags.</a:t>
            </a:r>
          </a:p>
        </p:txBody>
      </p:sp>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67</a:t>
            </a:fld>
            <a:endParaRPr lang="en-GB" noProof="0" dirty="0"/>
          </a:p>
        </p:txBody>
      </p:sp>
      <p:sp>
        <p:nvSpPr>
          <p:cNvPr id="5" name="Fußzeilenplatzhalter 4">
            <a:extLst>
              <a:ext uri="{FF2B5EF4-FFF2-40B4-BE49-F238E27FC236}">
                <a16:creationId xmlns:a16="http://schemas.microsoft.com/office/drawing/2014/main" id="{CD5BBBA0-6963-8B4F-0CEB-3D024CE84E8D}"/>
              </a:ext>
            </a:extLst>
          </p:cNvPr>
          <p:cNvSpPr>
            <a:spLocks noGrp="1"/>
          </p:cNvSpPr>
          <p:nvPr>
            <p:ph type="ftr" sz="quarter" idx="3"/>
          </p:nvPr>
        </p:nvSpPr>
        <p:spPr>
          <a:xfrm>
            <a:off x="2548625" y="7201442"/>
            <a:ext cx="4937081" cy="179412"/>
          </a:xfrm>
        </p:spPr>
        <p:txBody>
          <a:bodyPr/>
          <a:lstStyle/>
          <a:p>
            <a:r>
              <a:rPr lang="en-US" noProof="0" dirty="0"/>
              <a:t>Speaker name. Name of event or project. Date</a:t>
            </a:r>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277291" y="718596"/>
            <a:ext cx="8661082" cy="560071"/>
          </a:xfrm>
        </p:spPr>
        <p:txBody>
          <a:bodyPr/>
          <a:lstStyle/>
          <a:p>
            <a:r>
              <a:rPr lang="de-DE" noProof="0" dirty="0"/>
              <a:t>DISADVANTAGES OF CSS</a:t>
            </a:r>
          </a:p>
        </p:txBody>
      </p:sp>
    </p:spTree>
    <p:extLst>
      <p:ext uri="{BB962C8B-B14F-4D97-AF65-F5344CB8AC3E}">
        <p14:creationId xmlns:p14="http://schemas.microsoft.com/office/powerpoint/2010/main" val="3528667474"/>
      </p:ext>
    </p:extLst>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F0285A-18F7-058B-8F15-6C37EC9E719D}"/>
              </a:ext>
            </a:extLst>
          </p:cNvPr>
          <p:cNvSpPr>
            <a:spLocks noGrp="1"/>
          </p:cNvSpPr>
          <p:nvPr>
            <p:ph type="body" sz="quarter" idx="11"/>
          </p:nvPr>
        </p:nvSpPr>
        <p:spPr/>
        <p:txBody>
          <a:bodyPr/>
          <a:lstStyle/>
          <a:p>
            <a:r>
              <a:rPr lang="en-US" dirty="0"/>
              <a:t>Introduction to Programming Using HTML and CSS</a:t>
            </a:r>
          </a:p>
        </p:txBody>
      </p:sp>
      <p:sp>
        <p:nvSpPr>
          <p:cNvPr id="3" name="Text Placeholder 2">
            <a:extLst>
              <a:ext uri="{FF2B5EF4-FFF2-40B4-BE49-F238E27FC236}">
                <a16:creationId xmlns:a16="http://schemas.microsoft.com/office/drawing/2014/main" id="{338A1A09-3BF4-B0DF-D392-67C18C637C2D}"/>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D52CE480-DEFD-8509-A91B-6338708379F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69827949"/>
      </p:ext>
    </p:extLst>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1BF651-0835-215A-D7AD-E289FBCE00F0}"/>
              </a:ext>
            </a:extLst>
          </p:cNvPr>
          <p:cNvSpPr>
            <a:spLocks noGrp="1"/>
          </p:cNvSpPr>
          <p:nvPr>
            <p:ph type="body" sz="quarter" idx="11"/>
          </p:nvPr>
        </p:nvSpPr>
        <p:spPr/>
        <p:txBody>
          <a:bodyPr/>
          <a:lstStyle/>
          <a:p>
            <a:r>
              <a:rPr lang="en-US" dirty="0"/>
              <a:t>Programming in HTML5 with JavaScript and CSS3</a:t>
            </a:r>
          </a:p>
        </p:txBody>
      </p:sp>
      <p:sp>
        <p:nvSpPr>
          <p:cNvPr id="3" name="Text Placeholder 2">
            <a:extLst>
              <a:ext uri="{FF2B5EF4-FFF2-40B4-BE49-F238E27FC236}">
                <a16:creationId xmlns:a16="http://schemas.microsoft.com/office/drawing/2014/main" id="{06D09D57-80EE-5D9E-F2E2-0F82740FC8C1}"/>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FDC34943-C515-25AE-3DBA-19DE030EB836}"/>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012555296"/>
      </p:ext>
    </p:extLst>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1D43A3-94EA-BB5C-197D-976E39306258}"/>
              </a:ext>
            </a:extLst>
          </p:cNvPr>
          <p:cNvSpPr>
            <a:spLocks noGrp="1"/>
          </p:cNvSpPr>
          <p:nvPr>
            <p:ph type="body" sz="quarter" idx="11"/>
          </p:nvPr>
        </p:nvSpPr>
        <p:spPr/>
        <p:txBody>
          <a:bodyPr/>
          <a:lstStyle/>
          <a:p>
            <a:r>
              <a:rPr lang="en-US" dirty="0"/>
              <a:t>Introduction to Programming Using JavaScript</a:t>
            </a:r>
          </a:p>
        </p:txBody>
      </p:sp>
      <p:sp>
        <p:nvSpPr>
          <p:cNvPr id="3" name="Text Placeholder 2">
            <a:extLst>
              <a:ext uri="{FF2B5EF4-FFF2-40B4-BE49-F238E27FC236}">
                <a16:creationId xmlns:a16="http://schemas.microsoft.com/office/drawing/2014/main" id="{05B0C54B-5097-6058-EE98-F9BA94CA0710}"/>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5FB90C14-6279-5E2C-F43E-0DB04DF9D7FB}"/>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63329954"/>
      </p:ext>
    </p:extLst>
  </p:cSld>
  <p:clrMapOvr>
    <a:masterClrMapping/>
  </p:clrMapOvr>
  <p:transition>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625452-1C0B-6E3B-5443-426CEA1EB5C7}"/>
              </a:ext>
            </a:extLst>
          </p:cNvPr>
          <p:cNvSpPr>
            <a:spLocks noGrp="1"/>
          </p:cNvSpPr>
          <p:nvPr>
            <p:ph type="body" sz="quarter" idx="11"/>
          </p:nvPr>
        </p:nvSpPr>
        <p:spPr/>
        <p:txBody>
          <a:bodyPr/>
          <a:lstStyle/>
          <a:p>
            <a:r>
              <a:rPr lang="en-US" dirty="0">
                <a:solidFill>
                  <a:schemeClr val="bg1"/>
                </a:solidFill>
              </a:rPr>
              <a:t>Apprentice Programmer</a:t>
            </a:r>
          </a:p>
        </p:txBody>
      </p:sp>
    </p:spTree>
    <p:extLst>
      <p:ext uri="{BB962C8B-B14F-4D97-AF65-F5344CB8AC3E}">
        <p14:creationId xmlns:p14="http://schemas.microsoft.com/office/powerpoint/2010/main" val="3608418283"/>
      </p:ext>
    </p:extLst>
  </p:cSld>
  <p:clrMapOvr>
    <a:masterClrMapping/>
  </p:clrMapOvr>
  <p:transition>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C9DD93-A79E-5204-F12F-5FE099992711}"/>
              </a:ext>
            </a:extLst>
          </p:cNvPr>
          <p:cNvSpPr>
            <a:spLocks noGrp="1"/>
          </p:cNvSpPr>
          <p:nvPr>
            <p:ph type="body" sz="quarter" idx="11"/>
          </p:nvPr>
        </p:nvSpPr>
        <p:spPr/>
        <p:txBody>
          <a:bodyPr/>
          <a:lstStyle/>
          <a:p>
            <a:r>
              <a:rPr lang="en-US" dirty="0"/>
              <a:t>Web Programmer</a:t>
            </a:r>
          </a:p>
        </p:txBody>
      </p:sp>
      <p:sp>
        <p:nvSpPr>
          <p:cNvPr id="3" name="Text Placeholder 2">
            <a:extLst>
              <a:ext uri="{FF2B5EF4-FFF2-40B4-BE49-F238E27FC236}">
                <a16:creationId xmlns:a16="http://schemas.microsoft.com/office/drawing/2014/main" id="{23ABF4C4-ECC2-3162-8DB0-4EF0A25D18AD}"/>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5D0B8690-54F7-062B-6D38-0C0C40EEAEC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59650048"/>
      </p:ext>
    </p:extLst>
  </p:cSld>
  <p:clrMapOvr>
    <a:masterClrMapping/>
  </p:clrMapOvr>
  <p:transition>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972BA8-4E6C-505A-CE9D-BAD2C3030A04}"/>
              </a:ext>
            </a:extLst>
          </p:cNvPr>
          <p:cNvSpPr>
            <a:spLocks noGrp="1"/>
          </p:cNvSpPr>
          <p:nvPr>
            <p:ph type="body" sz="quarter" idx="11"/>
          </p:nvPr>
        </p:nvSpPr>
        <p:spPr/>
        <p:txBody>
          <a:bodyPr/>
          <a:lstStyle/>
          <a:p>
            <a:r>
              <a:rPr lang="en-US" dirty="0"/>
              <a:t>CSS Color Lab: Paint Store	</a:t>
            </a:r>
          </a:p>
        </p:txBody>
      </p:sp>
      <p:sp>
        <p:nvSpPr>
          <p:cNvPr id="3" name="Text Placeholder 2">
            <a:extLst>
              <a:ext uri="{FF2B5EF4-FFF2-40B4-BE49-F238E27FC236}">
                <a16:creationId xmlns:a16="http://schemas.microsoft.com/office/drawing/2014/main" id="{351A9B64-B018-1227-FC01-B1FC6658FB40}"/>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6853348C-9432-B830-E62F-9984806A7EC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793894308"/>
      </p:ext>
    </p:extLst>
  </p:cSld>
  <p:clrMapOvr>
    <a:masterClrMapping/>
  </p:clrMapOvr>
  <p:transition>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690E7D-C04F-C362-270F-18F412B9C3B9}"/>
              </a:ext>
            </a:extLst>
          </p:cNvPr>
          <p:cNvSpPr>
            <a:spLocks noGrp="1"/>
          </p:cNvSpPr>
          <p:nvPr>
            <p:ph type="body" sz="quarter" idx="11"/>
          </p:nvPr>
        </p:nvSpPr>
        <p:spPr/>
        <p:txBody>
          <a:bodyPr/>
          <a:lstStyle/>
          <a:p>
            <a:r>
              <a:rPr lang="en-US" dirty="0"/>
              <a:t>JavaScript Functions Lab: Rock Paper Scissors</a:t>
            </a:r>
          </a:p>
        </p:txBody>
      </p:sp>
      <p:sp>
        <p:nvSpPr>
          <p:cNvPr id="3" name="Text Placeholder 2">
            <a:extLst>
              <a:ext uri="{FF2B5EF4-FFF2-40B4-BE49-F238E27FC236}">
                <a16:creationId xmlns:a16="http://schemas.microsoft.com/office/drawing/2014/main" id="{0E2A1C55-C680-08A3-4133-7A7C043D9E59}"/>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6F5F1858-0AD7-F0C3-E4AB-15E8F70B979B}"/>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30160699"/>
      </p:ext>
    </p:extLst>
  </p:cSld>
  <p:clrMapOvr>
    <a:masterClrMapping/>
  </p:clrMapOvr>
  <p:transition>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5E165C-1E25-75E3-0CB1-68C5B02B33C5}"/>
              </a:ext>
            </a:extLst>
          </p:cNvPr>
          <p:cNvSpPr>
            <a:spLocks noGrp="1"/>
          </p:cNvSpPr>
          <p:nvPr>
            <p:ph type="body" sz="quarter" idx="11"/>
          </p:nvPr>
        </p:nvSpPr>
        <p:spPr/>
        <p:txBody>
          <a:bodyPr/>
          <a:lstStyle/>
          <a:p>
            <a:r>
              <a:rPr lang="en-US" dirty="0"/>
              <a:t>JavaScript Functions Lab: Sleep Debt Calculator</a:t>
            </a:r>
          </a:p>
        </p:txBody>
      </p:sp>
      <p:sp>
        <p:nvSpPr>
          <p:cNvPr id="3" name="Text Placeholder 2">
            <a:extLst>
              <a:ext uri="{FF2B5EF4-FFF2-40B4-BE49-F238E27FC236}">
                <a16:creationId xmlns:a16="http://schemas.microsoft.com/office/drawing/2014/main" id="{66445BE8-15C7-3723-8397-20EE014A1B97}"/>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78FF76CE-92C8-ED1C-6443-37FEEB8538D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42024903"/>
      </p:ext>
    </p:extLst>
  </p:cSld>
  <p:clrMapOvr>
    <a:masterClrMapping/>
  </p:clrMapOvr>
  <p:transition>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1BA4B9-1CC3-291B-96F1-159BA494F2E2}"/>
              </a:ext>
            </a:extLst>
          </p:cNvPr>
          <p:cNvSpPr>
            <a:spLocks noGrp="1"/>
          </p:cNvSpPr>
          <p:nvPr>
            <p:ph type="body" sz="quarter" idx="11"/>
          </p:nvPr>
        </p:nvSpPr>
        <p:spPr/>
        <p:txBody>
          <a:bodyPr/>
          <a:lstStyle/>
          <a:p>
            <a:r>
              <a:rPr lang="en-US" dirty="0"/>
              <a:t>JavaScript Iterator Lab: Grammar Checker</a:t>
            </a:r>
          </a:p>
        </p:txBody>
      </p:sp>
      <p:sp>
        <p:nvSpPr>
          <p:cNvPr id="3" name="Text Placeholder 2">
            <a:extLst>
              <a:ext uri="{FF2B5EF4-FFF2-40B4-BE49-F238E27FC236}">
                <a16:creationId xmlns:a16="http://schemas.microsoft.com/office/drawing/2014/main" id="{2C5604C3-0745-3F19-E12A-115285281E0F}"/>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4695872A-5B3D-FCDD-8AA4-FC58B722898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7510805"/>
      </p:ext>
    </p:extLst>
  </p:cSld>
  <p:clrMapOvr>
    <a:masterClrMapping/>
  </p:clrMapOvr>
  <p:transition>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C2722D-E073-120F-8EAC-22723F95560F}"/>
              </a:ext>
            </a:extLst>
          </p:cNvPr>
          <p:cNvSpPr>
            <a:spLocks noGrp="1"/>
          </p:cNvSpPr>
          <p:nvPr>
            <p:ph type="body" sz="quarter" idx="11"/>
          </p:nvPr>
        </p:nvSpPr>
        <p:spPr/>
        <p:txBody>
          <a:bodyPr/>
          <a:lstStyle/>
          <a:p>
            <a:r>
              <a:rPr lang="en-US" dirty="0"/>
              <a:t>JavaScript Loops Lab: Whale Talk</a:t>
            </a:r>
          </a:p>
        </p:txBody>
      </p:sp>
      <p:sp>
        <p:nvSpPr>
          <p:cNvPr id="3" name="Text Placeholder 2">
            <a:extLst>
              <a:ext uri="{FF2B5EF4-FFF2-40B4-BE49-F238E27FC236}">
                <a16:creationId xmlns:a16="http://schemas.microsoft.com/office/drawing/2014/main" id="{34DB25F7-3A09-961D-E3F1-802065E7ED5E}"/>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717B0C21-A904-B1D6-0F79-4833627AB96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77353857"/>
      </p:ext>
    </p:extLst>
  </p:cSld>
  <p:clrMapOvr>
    <a:masterClrMapping/>
  </p:clrMapOvr>
  <p:transition>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8A2AE8-E7E9-549F-EF6B-2D75443A836B}"/>
              </a:ext>
            </a:extLst>
          </p:cNvPr>
          <p:cNvSpPr>
            <a:spLocks noGrp="1"/>
          </p:cNvSpPr>
          <p:nvPr>
            <p:ph type="body" sz="quarter" idx="11"/>
          </p:nvPr>
        </p:nvSpPr>
        <p:spPr/>
        <p:txBody>
          <a:bodyPr/>
          <a:lstStyle/>
          <a:p>
            <a:r>
              <a:rPr lang="en-US" dirty="0"/>
              <a:t>JavaScript Scope Lab: </a:t>
            </a:r>
          </a:p>
          <a:p>
            <a:r>
              <a:rPr lang="en-US" dirty="0"/>
              <a:t>Training Days</a:t>
            </a:r>
          </a:p>
        </p:txBody>
      </p:sp>
    </p:spTree>
    <p:extLst>
      <p:ext uri="{BB962C8B-B14F-4D97-AF65-F5344CB8AC3E}">
        <p14:creationId xmlns:p14="http://schemas.microsoft.com/office/powerpoint/2010/main" val="54039157"/>
      </p:ext>
    </p:extLst>
  </p:cSld>
  <p:clrMapOvr>
    <a:masterClrMapping/>
  </p:clrMapOvr>
  <p:transition>
    <p:wipe dir="r"/>
  </p:transition>
</p:sld>
</file>

<file path=ppt/theme/theme1.xml><?xml version="1.0" encoding="utf-8"?>
<a:theme xmlns:a="http://schemas.openxmlformats.org/drawingml/2006/main" name="Deutsche Bank title master 2024 05">
  <a:themeElements>
    <a:clrScheme name="Deutsche Bank 2024 05">
      <a:dk1>
        <a:srgbClr val="000000"/>
      </a:dk1>
      <a:lt1>
        <a:srgbClr val="FFFFFF"/>
      </a:lt1>
      <a:dk2>
        <a:srgbClr val="16184E"/>
      </a:dk2>
      <a:lt2>
        <a:srgbClr val="CCEDF9"/>
      </a:lt2>
      <a:accent1>
        <a:srgbClr val="1E2A78"/>
      </a:accent1>
      <a:accent2>
        <a:srgbClr val="3BB8B8"/>
      </a:accent2>
      <a:accent3>
        <a:srgbClr val="24778D"/>
      </a:accent3>
      <a:accent4>
        <a:srgbClr val="25A62D"/>
      </a:accent4>
      <a:accent5>
        <a:srgbClr val="C9DD03"/>
      </a:accent5>
      <a:accent6>
        <a:srgbClr val="A1AC05"/>
      </a:accent6>
      <a:hlink>
        <a:srgbClr val="00A3E0"/>
      </a:hlink>
      <a:folHlink>
        <a:srgbClr val="00A3E0"/>
      </a:folHlink>
    </a:clrScheme>
    <a:fontScheme name="Deutsche Bank 04.2024">
      <a:majorFont>
        <a:latin typeface="Deutsche Bank Text"/>
        <a:ea typeface="MS PGothic"/>
        <a:cs typeface=""/>
      </a:majorFont>
      <a:minorFont>
        <a:latin typeface="Deutsche Bank Tex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6350">
          <a:noFill/>
          <a:miter lim="800000"/>
          <a:headEnd/>
          <a:tailEnd/>
        </a:ln>
      </a:spPr>
      <a:bodyPr lIns="100913" tIns="50457" rIns="100913" bIns="50457" rtlCol="0" anchor="ctr">
        <a:noAutofit/>
      </a:bodyPr>
      <a:lstStyle>
        <a:defPPr algn="ctr" defTabSz="963613" eaLnBrk="0" hangingPunct="0">
          <a:tabLst>
            <a:tab pos="1257300" algn="l"/>
          </a:tabLst>
          <a:defRPr dirty="0" err="1" smtClean="0">
            <a:solidFill>
              <a:srgbClr val="FFFFFF"/>
            </a:solidFill>
            <a:latin typeface="+mn-lt"/>
          </a:defRPr>
        </a:defPPr>
      </a:lstStyle>
    </a:spDef>
    <a:lnDef>
      <a:spPr bwMode="auto">
        <a:noFill/>
        <a:ln w="12700">
          <a:solidFill>
            <a:schemeClr val="tx1"/>
          </a:solidFill>
          <a:round/>
          <a:headEnd/>
          <a:tailEnd/>
        </a:ln>
      </a:spPr>
      <a:bodyPr/>
      <a:lstStyle/>
    </a:lnDef>
    <a:txDef>
      <a:spPr bwMode="ltGray">
        <a:noFill/>
        <a:ln w="6350">
          <a:noFill/>
          <a:miter lim="800000"/>
          <a:headEnd/>
          <a:tailEnd/>
        </a:ln>
      </a:spPr>
      <a:bodyPr wrap="square" lIns="100913" tIns="50457" rIns="100913" bIns="50457" rtlCol="0" anchor="t" anchorCtr="0">
        <a:spAutoFit/>
      </a:bodyPr>
      <a:lstStyle>
        <a:defPPr eaLnBrk="0" hangingPunct="0">
          <a:defRPr dirty="0" err="1" smtClean="0">
            <a:latin typeface="+mn-lt"/>
          </a:defRPr>
        </a:defPPr>
      </a:lstStyle>
    </a:txDef>
  </a:objectDefaults>
  <a:extraClrSchemeLst/>
  <a:custClrLst>
    <a:custClr name="Deep Blue">
      <a:srgbClr val="1E2A78"/>
    </a:custClr>
    <a:custClr name="Dark Blue">
      <a:srgbClr val="16184E"/>
    </a:custClr>
    <a:custClr name="Bright Blue 100">
      <a:srgbClr val="00A3E0"/>
    </a:custClr>
    <a:custClr name="Vibrant Cyan">
      <a:srgbClr val="00D1FF"/>
    </a:custClr>
    <a:custClr name="Light Blue">
      <a:srgbClr val="ADEBFF"/>
    </a:custClr>
    <a:custClr name="Bright Blue 20">
      <a:srgbClr val="CCEDF9"/>
    </a:custClr>
    <a:custClr name="Bright Blue 10">
      <a:srgbClr val="E1F5FA"/>
    </a:custClr>
    <a:custClr name="Grey">
      <a:srgbClr val="EDF1F7"/>
    </a:custClr>
    <a:custClr name="White">
      <a:srgbClr val="FFFFFF"/>
    </a:custClr>
    <a:custClr name="White">
      <a:srgbClr val="FFFFFF"/>
    </a:custClr>
    <a:custClr name="Turquoise">
      <a:srgbClr val="3BB8B8"/>
    </a:custClr>
    <a:custClr name="Petrol">
      <a:srgbClr val="24778D"/>
    </a:custClr>
    <a:custClr name="Summer Green">
      <a:srgbClr val="25A62D"/>
    </a:custClr>
    <a:custClr name="Spring Green">
      <a:srgbClr val="C9DD03"/>
    </a:custClr>
    <a:custClr name="Autumn Green">
      <a:srgbClr val="A1AC05"/>
    </a:custClr>
    <a:custClr name="Yellow">
      <a:srgbClr val="FFE600"/>
    </a:custClr>
    <a:custClr name="Orange">
      <a:srgbClr val="F28011"/>
    </a:custClr>
    <a:custClr name="Red">
      <a:srgbClr val="E7001D"/>
    </a:custClr>
    <a:custClr name="Night Violet">
      <a:srgbClr val="452061"/>
    </a:custClr>
  </a:custClrLst>
  <a:extLst>
    <a:ext uri="{05A4C25C-085E-4340-85A3-A5531E510DB2}">
      <thm15:themeFamily xmlns:thm15="http://schemas.microsoft.com/office/thememl/2012/main" name="DB-ppt-master-4-3-en-2024-0508.potx" id="{56FC950F-17A0-42ED-BDC3-9ED249BED13E}" vid="{53EA2D11-DF2B-4BDB-BAF4-F4AE0A137879}"/>
    </a:ext>
  </a:extLst>
</a:theme>
</file>

<file path=ppt/theme/theme2.xml><?xml version="1.0" encoding="utf-8"?>
<a:theme xmlns:a="http://schemas.openxmlformats.org/drawingml/2006/main" name="Deutsche Bank content master 2024 05">
  <a:themeElements>
    <a:clrScheme name="Deutsche Bank 2024 05">
      <a:dk1>
        <a:srgbClr val="000000"/>
      </a:dk1>
      <a:lt1>
        <a:srgbClr val="FFFFFF"/>
      </a:lt1>
      <a:dk2>
        <a:srgbClr val="16184E"/>
      </a:dk2>
      <a:lt2>
        <a:srgbClr val="CCEDF9"/>
      </a:lt2>
      <a:accent1>
        <a:srgbClr val="1E2A78"/>
      </a:accent1>
      <a:accent2>
        <a:srgbClr val="3BB8B8"/>
      </a:accent2>
      <a:accent3>
        <a:srgbClr val="24778D"/>
      </a:accent3>
      <a:accent4>
        <a:srgbClr val="25A62D"/>
      </a:accent4>
      <a:accent5>
        <a:srgbClr val="C9DD03"/>
      </a:accent5>
      <a:accent6>
        <a:srgbClr val="A1AC05"/>
      </a:accent6>
      <a:hlink>
        <a:srgbClr val="00A3E0"/>
      </a:hlink>
      <a:folHlink>
        <a:srgbClr val="00A3E0"/>
      </a:folHlink>
    </a:clrScheme>
    <a:fontScheme name="Deutsche Bank 04.2024">
      <a:majorFont>
        <a:latin typeface="Deutsche Bank Text"/>
        <a:ea typeface="MS PGothic"/>
        <a:cs typeface=""/>
      </a:majorFont>
      <a:minorFont>
        <a:latin typeface="Deutsche Bank Tex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6350">
          <a:noFill/>
          <a:miter lim="800000"/>
          <a:headEnd/>
          <a:tailEnd/>
        </a:ln>
      </a:spPr>
      <a:bodyPr lIns="100913" tIns="50457" rIns="100913" bIns="50457" rtlCol="0" anchor="ctr">
        <a:noAutofit/>
      </a:bodyPr>
      <a:lstStyle>
        <a:defPPr algn="ctr" defTabSz="963613" eaLnBrk="0" hangingPunct="0">
          <a:tabLst>
            <a:tab pos="1257300" algn="l"/>
          </a:tabLst>
          <a:defRPr dirty="0" err="1" smtClean="0">
            <a:solidFill>
              <a:srgbClr val="FFFFFF"/>
            </a:solidFill>
            <a:latin typeface="+mn-lt"/>
          </a:defRPr>
        </a:defPPr>
      </a:lstStyle>
    </a:spDef>
    <a:lnDef>
      <a:spPr bwMode="auto">
        <a:noFill/>
        <a:ln w="12700">
          <a:solidFill>
            <a:schemeClr val="tx1"/>
          </a:solidFill>
          <a:round/>
          <a:headEnd/>
          <a:tailEnd/>
        </a:ln>
      </a:spPr>
      <a:bodyPr/>
      <a:lstStyle/>
    </a:lnDef>
    <a:txDef>
      <a:spPr bwMode="ltGray">
        <a:noFill/>
        <a:ln w="6350">
          <a:noFill/>
          <a:miter lim="800000"/>
          <a:headEnd/>
          <a:tailEnd/>
        </a:ln>
      </a:spPr>
      <a:bodyPr wrap="square" lIns="100913" tIns="50457" rIns="100913" bIns="50457" rtlCol="0" anchor="t" anchorCtr="0">
        <a:spAutoFit/>
      </a:bodyPr>
      <a:lstStyle>
        <a:defPPr eaLnBrk="0" hangingPunct="0">
          <a:defRPr dirty="0" err="1" smtClean="0">
            <a:latin typeface="+mn-lt"/>
          </a:defRPr>
        </a:defPPr>
      </a:lstStyle>
    </a:txDef>
  </a:objectDefaults>
  <a:extraClrSchemeLst/>
  <a:custClrLst>
    <a:custClr name="Deep Blue">
      <a:srgbClr val="1E2A78"/>
    </a:custClr>
    <a:custClr name="Dark Blue">
      <a:srgbClr val="16184E"/>
    </a:custClr>
    <a:custClr name="Bright Blue 100">
      <a:srgbClr val="00A3E0"/>
    </a:custClr>
    <a:custClr name="Vibrant Cyan">
      <a:srgbClr val="00D1FF"/>
    </a:custClr>
    <a:custClr name="Light Blue">
      <a:srgbClr val="ADEBFF"/>
    </a:custClr>
    <a:custClr name="Bright Blue 20">
      <a:srgbClr val="CCEDF9"/>
    </a:custClr>
    <a:custClr name="Bright Blue 10">
      <a:srgbClr val="E1F5FA"/>
    </a:custClr>
    <a:custClr name="Grey">
      <a:srgbClr val="EDF1F7"/>
    </a:custClr>
    <a:custClr name="White">
      <a:srgbClr val="FFFFFF"/>
    </a:custClr>
    <a:custClr name="White">
      <a:srgbClr val="FFFFFF"/>
    </a:custClr>
    <a:custClr name="Turquoise">
      <a:srgbClr val="3BB8B8"/>
    </a:custClr>
    <a:custClr name="Petrol">
      <a:srgbClr val="24778D"/>
    </a:custClr>
    <a:custClr name="Summer Green">
      <a:srgbClr val="25A62D"/>
    </a:custClr>
    <a:custClr name="Spring Green">
      <a:srgbClr val="C9DD03"/>
    </a:custClr>
    <a:custClr name="Autumn Green">
      <a:srgbClr val="A1AC05"/>
    </a:custClr>
    <a:custClr name="Yellow">
      <a:srgbClr val="FFE600"/>
    </a:custClr>
    <a:custClr name="Orange">
      <a:srgbClr val="F28011"/>
    </a:custClr>
    <a:custClr name="Red">
      <a:srgbClr val="E7001D"/>
    </a:custClr>
    <a:custClr name="Night Violet">
      <a:srgbClr val="452061"/>
    </a:custClr>
  </a:custClrLst>
  <a:extLst>
    <a:ext uri="{05A4C25C-085E-4340-85A3-A5531E510DB2}">
      <thm15:themeFamily xmlns:thm15="http://schemas.microsoft.com/office/thememl/2012/main" name="DB-ppt-master-4-3-en-2024-0508.potx" id="{56FC950F-17A0-42ED-BDC3-9ED249BED13E}" vid="{03834664-6782-4666-862B-88381C97A3B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DB-ppt-master-4-3-en-2024-0508</Template>
  <TotalTime>179</TotalTime>
  <Words>6701</Words>
  <Application>Microsoft Office PowerPoint</Application>
  <PresentationFormat>Custom</PresentationFormat>
  <Paragraphs>850</Paragraphs>
  <Slides>79</Slides>
  <Notes>26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79</vt:i4>
      </vt:variant>
    </vt:vector>
  </HeadingPairs>
  <TitlesOfParts>
    <vt:vector size="87" baseType="lpstr">
      <vt:lpstr>Wingdings</vt:lpstr>
      <vt:lpstr>Deutsche Bank Text</vt:lpstr>
      <vt:lpstr>Constantia</vt:lpstr>
      <vt:lpstr>Courier New</vt:lpstr>
      <vt:lpstr>Arial</vt:lpstr>
      <vt:lpstr>Arial Narrow</vt:lpstr>
      <vt:lpstr>Deutsche Bank title master 2024 05</vt:lpstr>
      <vt:lpstr>Deutsche Bank content master 2024 05</vt:lpstr>
      <vt:lpstr>PowerPoint Presentation</vt:lpstr>
      <vt:lpstr>HTML Contents</vt:lpstr>
      <vt:lpstr>INTRODUCTION  OF  HTML</vt:lpstr>
      <vt:lpstr>INTRODUCTION  OF  HTML</vt:lpstr>
      <vt:lpstr>PowerPoint Presentation</vt:lpstr>
      <vt:lpstr>PowerPoint Presentation</vt:lpstr>
      <vt:lpstr>HTML  TOOLS</vt:lpstr>
      <vt:lpstr>HTML  TERMINOLOGY</vt:lpstr>
      <vt:lpstr>PowerPoint Presentation</vt:lpstr>
      <vt:lpstr> HTML Tag &lt;HTML&gt;</vt:lpstr>
      <vt:lpstr> An HTML document has two distinct parts HEAD and BODY</vt:lpstr>
      <vt:lpstr> HEAD Tag &lt;HEAD&gt;</vt:lpstr>
      <vt:lpstr> BODY Tag &lt;BODY&gt;</vt:lpstr>
      <vt:lpstr>Attributes used with &lt;BODY&gt;</vt:lpstr>
      <vt:lpstr>Attributes used with &lt;BODY&gt;</vt:lpstr>
      <vt:lpstr>Follow the steps to create and view in browser</vt:lpstr>
      <vt:lpstr> Saving and Viewing a HTML Document</vt:lpstr>
      <vt:lpstr>PowerPoint Presentation</vt:lpstr>
      <vt:lpstr>PowerPoint Presentation</vt:lpstr>
      <vt:lpstr>THE MOST COMMON CHARACTER FORMATTING TAGS</vt:lpstr>
      <vt:lpstr>Font Colors and Size: &lt;FONT&gt;</vt:lpstr>
      <vt:lpstr>An HTML document formatText.html shows the use of Character Formatting Tags.</vt:lpstr>
      <vt:lpstr>PowerPoint Presentation</vt:lpstr>
      <vt:lpstr>Attributes of Marquee Tag </vt:lpstr>
      <vt:lpstr>PowerPoint Presentation</vt:lpstr>
      <vt:lpstr>The Most Common Paragraph Formatting Tags</vt:lpstr>
      <vt:lpstr>Using Line Break Tag: &lt;BR&gt;</vt:lpstr>
      <vt:lpstr>Using Preformatted Text Tag: &lt;PRE&gt;</vt:lpstr>
      <vt:lpstr> An HTML document control.html shows the use of &lt;P&gt;, &lt;BR&gt; and &lt;PRE&gt;</vt:lpstr>
      <vt:lpstr>OUTPUT</vt:lpstr>
      <vt:lpstr>Using Horizontal Rule Tag: &lt;HR&gt;</vt:lpstr>
      <vt:lpstr>&lt;HR&gt; accepts following attributes</vt:lpstr>
      <vt:lpstr>PowerPoint Presentation</vt:lpstr>
      <vt:lpstr>PowerPoint Presentation</vt:lpstr>
      <vt:lpstr>PowerPoint Presentation</vt:lpstr>
      <vt:lpstr>SPECIAL CHARTACTER</vt:lpstr>
      <vt:lpstr>PowerPoint Presentation</vt:lpstr>
      <vt:lpstr>ADVANTAGES  OF  HTML</vt:lpstr>
      <vt:lpstr>DISADVANTAGES  OF  HTML</vt:lpstr>
      <vt:lpstr>PowerPoint Presentation</vt:lpstr>
      <vt:lpstr>OVERVIEW</vt:lpstr>
      <vt:lpstr>Understanding Style Rules</vt:lpstr>
      <vt:lpstr>PowerPoint Presentation</vt:lpstr>
      <vt:lpstr>PowerPoint Presentation</vt:lpstr>
      <vt:lpstr>THE ID SELECTOR</vt:lpstr>
      <vt:lpstr>THE CLASS SELECTOR</vt:lpstr>
      <vt:lpstr>THREE WAYS TO INSERT CSS</vt:lpstr>
      <vt:lpstr>THREE WAYS TO INSERT CSS</vt:lpstr>
      <vt:lpstr>THREE WAYS TO INSERT CSS</vt:lpstr>
      <vt:lpstr>PowerPoint Presentation</vt:lpstr>
      <vt:lpstr>PowerPoint Presentation</vt:lpstr>
      <vt:lpstr>PowerPoint Presentation</vt:lpstr>
      <vt:lpstr>PowerPoint Presentation</vt:lpstr>
      <vt:lpstr>PowerPoint Presentation</vt:lpstr>
      <vt:lpstr>PowerPoint Presentation</vt:lpstr>
      <vt:lpstr>STYLING LINKS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OF CSS</vt:lpstr>
      <vt:lpstr>DISADVANTAGES OF CSS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Cynthia Majhi</dc:creator>
  <cp:keywords/>
  <dc:description/>
  <cp:lastModifiedBy>Cynthia Majhi</cp:lastModifiedBy>
  <cp:revision>6</cp:revision>
  <dcterms:created xsi:type="dcterms:W3CDTF">2024-07-01T21:34:57Z</dcterms:created>
  <dcterms:modified xsi:type="dcterms:W3CDTF">2024-07-04T13:50:06Z</dcterms:modified>
  <cp:category/>
</cp:coreProperties>
</file>