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p:sldMasterIdLst>
    <p:sldMasterId id="2147485431" r:id="rId1"/>
    <p:sldMasterId id="2147485382" r:id="rId2"/>
  </p:sldMasterIdLst>
  <p:notesMasterIdLst>
    <p:notesMasterId r:id="rId45"/>
  </p:notesMasterIdLst>
  <p:handoutMasterIdLst>
    <p:handoutMasterId r:id="rId46"/>
  </p:handoutMasterIdLst>
  <p:sldIdLst>
    <p:sldId id="345" r:id="rId3"/>
    <p:sldId id="305" r:id="rId4"/>
    <p:sldId id="382" r:id="rId5"/>
    <p:sldId id="383" r:id="rId6"/>
    <p:sldId id="384" r:id="rId7"/>
    <p:sldId id="385" r:id="rId8"/>
    <p:sldId id="386" r:id="rId9"/>
    <p:sldId id="393" r:id="rId10"/>
    <p:sldId id="387" r:id="rId11"/>
    <p:sldId id="388" r:id="rId12"/>
    <p:sldId id="389" r:id="rId13"/>
    <p:sldId id="390" r:id="rId14"/>
    <p:sldId id="391" r:id="rId15"/>
    <p:sldId id="392" r:id="rId16"/>
    <p:sldId id="394" r:id="rId17"/>
    <p:sldId id="370" r:id="rId18"/>
    <p:sldId id="381" r:id="rId19"/>
    <p:sldId id="348" r:id="rId20"/>
    <p:sldId id="374" r:id="rId21"/>
    <p:sldId id="376" r:id="rId22"/>
    <p:sldId id="346" r:id="rId23"/>
    <p:sldId id="347" r:id="rId24"/>
    <p:sldId id="380" r:id="rId25"/>
    <p:sldId id="353" r:id="rId26"/>
    <p:sldId id="354" r:id="rId27"/>
    <p:sldId id="355" r:id="rId28"/>
    <p:sldId id="356" r:id="rId29"/>
    <p:sldId id="357" r:id="rId30"/>
    <p:sldId id="358" r:id="rId31"/>
    <p:sldId id="359" r:id="rId32"/>
    <p:sldId id="364" r:id="rId33"/>
    <p:sldId id="365" r:id="rId34"/>
    <p:sldId id="368" r:id="rId35"/>
    <p:sldId id="369" r:id="rId36"/>
    <p:sldId id="360" r:id="rId37"/>
    <p:sldId id="371" r:id="rId38"/>
    <p:sldId id="377" r:id="rId39"/>
    <p:sldId id="366" r:id="rId40"/>
    <p:sldId id="367" r:id="rId41"/>
    <p:sldId id="363" r:id="rId42"/>
    <p:sldId id="373" r:id="rId43"/>
    <p:sldId id="372" r:id="rId44"/>
  </p:sldIdLst>
  <p:sldSz cx="10080625" cy="7559675"/>
  <p:notesSz cx="6794500" cy="9906000"/>
  <p:embeddedFontLst>
    <p:embeddedFont>
      <p:font typeface="Deutsche Bank Text" panose="020B0604020202020204" charset="0"/>
      <p:regular r:id="rId47"/>
      <p:italic r:id="rId48"/>
    </p:embeddedFont>
  </p:embeddedFontLst>
  <p:defaultTextStyle>
    <a:defPPr>
      <a:defRPr lang="de-DE"/>
    </a:defPPr>
    <a:lvl1pPr algn="l" defTabSz="1007967" rtl="0" fontAlgn="base">
      <a:spcBef>
        <a:spcPct val="0"/>
      </a:spcBef>
      <a:spcAft>
        <a:spcPct val="0"/>
      </a:spcAft>
      <a:defRPr sz="2000" kern="1200">
        <a:solidFill>
          <a:schemeClr val="tx1"/>
        </a:solidFill>
        <a:latin typeface="Arial" charset="0"/>
        <a:ea typeface="+mn-ea"/>
        <a:cs typeface="Arial" charset="0"/>
      </a:defRPr>
    </a:lvl1pPr>
    <a:lvl2pPr marL="503190" indent="-46034" algn="l" defTabSz="1007967" rtl="0" fontAlgn="base">
      <a:spcBef>
        <a:spcPct val="0"/>
      </a:spcBef>
      <a:spcAft>
        <a:spcPct val="0"/>
      </a:spcAft>
      <a:defRPr sz="2000" kern="1200">
        <a:solidFill>
          <a:schemeClr val="tx1"/>
        </a:solidFill>
        <a:latin typeface="Arial" charset="0"/>
        <a:ea typeface="+mn-ea"/>
        <a:cs typeface="Arial" charset="0"/>
      </a:defRPr>
    </a:lvl2pPr>
    <a:lvl3pPr marL="1007967" indent="-93654" algn="l" defTabSz="1007967" rtl="0" fontAlgn="base">
      <a:spcBef>
        <a:spcPct val="0"/>
      </a:spcBef>
      <a:spcAft>
        <a:spcPct val="0"/>
      </a:spcAft>
      <a:defRPr sz="2000" kern="1200">
        <a:solidFill>
          <a:schemeClr val="tx1"/>
        </a:solidFill>
        <a:latin typeface="Arial" charset="0"/>
        <a:ea typeface="+mn-ea"/>
        <a:cs typeface="Arial" charset="0"/>
      </a:defRPr>
    </a:lvl3pPr>
    <a:lvl4pPr marL="1512745" indent="-141274" algn="l" defTabSz="1007967" rtl="0" fontAlgn="base">
      <a:spcBef>
        <a:spcPct val="0"/>
      </a:spcBef>
      <a:spcAft>
        <a:spcPct val="0"/>
      </a:spcAft>
      <a:defRPr sz="2000" kern="1200">
        <a:solidFill>
          <a:schemeClr val="tx1"/>
        </a:solidFill>
        <a:latin typeface="Arial" charset="0"/>
        <a:ea typeface="+mn-ea"/>
        <a:cs typeface="Arial" charset="0"/>
      </a:defRPr>
    </a:lvl4pPr>
    <a:lvl5pPr marL="2017521" indent="-188896" algn="l" defTabSz="1007967" rtl="0" fontAlgn="base">
      <a:spcBef>
        <a:spcPct val="0"/>
      </a:spcBef>
      <a:spcAft>
        <a:spcPct val="0"/>
      </a:spcAft>
      <a:defRPr sz="2000" kern="1200">
        <a:solidFill>
          <a:schemeClr val="tx1"/>
        </a:solidFill>
        <a:latin typeface="Arial" charset="0"/>
        <a:ea typeface="+mn-ea"/>
        <a:cs typeface="Arial" charset="0"/>
      </a:defRPr>
    </a:lvl5pPr>
    <a:lvl6pPr marL="2285783" algn="l" defTabSz="914313" rtl="0" eaLnBrk="1" latinLnBrk="0" hangingPunct="1">
      <a:defRPr sz="2000" kern="1200">
        <a:solidFill>
          <a:schemeClr val="tx1"/>
        </a:solidFill>
        <a:latin typeface="Arial" charset="0"/>
        <a:ea typeface="+mn-ea"/>
        <a:cs typeface="Arial" charset="0"/>
      </a:defRPr>
    </a:lvl6pPr>
    <a:lvl7pPr marL="2742939" algn="l" defTabSz="914313" rtl="0" eaLnBrk="1" latinLnBrk="0" hangingPunct="1">
      <a:defRPr sz="2000" kern="1200">
        <a:solidFill>
          <a:schemeClr val="tx1"/>
        </a:solidFill>
        <a:latin typeface="Arial" charset="0"/>
        <a:ea typeface="+mn-ea"/>
        <a:cs typeface="Arial" charset="0"/>
      </a:defRPr>
    </a:lvl7pPr>
    <a:lvl8pPr marL="3200096" algn="l" defTabSz="914313" rtl="0" eaLnBrk="1" latinLnBrk="0" hangingPunct="1">
      <a:defRPr sz="2000" kern="1200">
        <a:solidFill>
          <a:schemeClr val="tx1"/>
        </a:solidFill>
        <a:latin typeface="Arial" charset="0"/>
        <a:ea typeface="+mn-ea"/>
        <a:cs typeface="Arial" charset="0"/>
      </a:defRPr>
    </a:lvl8pPr>
    <a:lvl9pPr marL="3657252" algn="l" defTabSz="914313" rtl="0" eaLnBrk="1" latinLnBrk="0" hangingPunct="1">
      <a:defRPr sz="2000"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Presentation" id="{99D45B1D-E2F9-40E8-BA81-C3EB943B1B11}">
          <p14:sldIdLst>
            <p14:sldId id="345"/>
            <p14:sldId id="305"/>
            <p14:sldId id="382"/>
            <p14:sldId id="383"/>
            <p14:sldId id="384"/>
            <p14:sldId id="385"/>
            <p14:sldId id="386"/>
            <p14:sldId id="393"/>
            <p14:sldId id="387"/>
            <p14:sldId id="388"/>
            <p14:sldId id="389"/>
            <p14:sldId id="390"/>
            <p14:sldId id="391"/>
            <p14:sldId id="392"/>
            <p14:sldId id="394"/>
            <p14:sldId id="370"/>
            <p14:sldId id="381"/>
            <p14:sldId id="348"/>
            <p14:sldId id="374"/>
            <p14:sldId id="376"/>
            <p14:sldId id="346"/>
          </p14:sldIdLst>
        </p14:section>
        <p14:section name="Alternative title chart Deep Blue" id="{9AFDEDDF-C2B4-4D45-9150-D3C0D019C39F}">
          <p14:sldIdLst>
            <p14:sldId id="347"/>
          </p14:sldIdLst>
        </p14:section>
        <p14:section name="Alternative title chart for printing" id="{14E8CA92-4D75-4082-BB46-473338DEA41A}">
          <p14:sldIdLst>
            <p14:sldId id="380"/>
          </p14:sldIdLst>
        </p14:section>
        <p14:section name="Content samples" id="{7C0EABEC-FF18-414D-91C5-6D8FD60A9AE8}">
          <p14:sldIdLst>
            <p14:sldId id="353"/>
            <p14:sldId id="354"/>
            <p14:sldId id="355"/>
            <p14:sldId id="356"/>
            <p14:sldId id="357"/>
            <p14:sldId id="358"/>
            <p14:sldId id="359"/>
            <p14:sldId id="364"/>
            <p14:sldId id="365"/>
            <p14:sldId id="368"/>
            <p14:sldId id="369"/>
          </p14:sldIdLst>
        </p14:section>
        <p14:section name="Chapter titles" id="{2980862F-8681-4062-96C1-42A577A01812}">
          <p14:sldIdLst>
            <p14:sldId id="360"/>
            <p14:sldId id="371"/>
            <p14:sldId id="377"/>
            <p14:sldId id="366"/>
            <p14:sldId id="367"/>
          </p14:sldIdLst>
        </p14:section>
        <p14:section name="Colours" id="{E9E7C2AA-6601-45EC-A2F6-DF460909D73C}">
          <p14:sldIdLst>
            <p14:sldId id="363"/>
          </p14:sldIdLst>
        </p14:section>
        <p14:section name="Instructions" id="{CF4CE1A4-4831-45C6-9BC7-5F1B2693779D}">
          <p14:sldIdLst>
            <p14:sldId id="373"/>
            <p14:sldId id="37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0">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19256D"/>
    <a:srgbClr val="18246A"/>
    <a:srgbClr val="1B1D5F"/>
    <a:srgbClr val="202272"/>
    <a:srgbClr val="23257B"/>
    <a:srgbClr val="671E75"/>
    <a:srgbClr val="E1F5FA"/>
    <a:srgbClr val="CCEDF9"/>
    <a:srgbClr val="1E2A78"/>
    <a:srgbClr val="121D69"/>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Designformatvorlage 1 - Akz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Helle Formatvorlage 2 - Akz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283" autoAdjust="0"/>
  </p:normalViewPr>
  <p:slideViewPr>
    <p:cSldViewPr snapToGrid="0" snapToObjects="1" showGuides="1">
      <p:cViewPr varScale="1">
        <p:scale>
          <a:sx n="73" d="100"/>
          <a:sy n="73" d="100"/>
        </p:scale>
        <p:origin x="1478" y="62"/>
      </p:cViewPr>
      <p:guideLst/>
    </p:cSldViewPr>
  </p:slideViewPr>
  <p:outlineViewPr>
    <p:cViewPr>
      <p:scale>
        <a:sx n="33" d="100"/>
        <a:sy n="33" d="100"/>
      </p:scale>
      <p:origin x="0" y="-29826"/>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76" d="100"/>
          <a:sy n="76" d="100"/>
        </p:scale>
        <p:origin x="3168" y="102"/>
      </p:cViewPr>
      <p:guideLst>
        <p:guide orient="horz" pos="3120"/>
        <p:guide pos="214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1.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2.fnt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wrap="square" lIns="91440" tIns="45720" rIns="91440" bIns="45720" numCol="1" anchor="t" anchorCtr="0" compatLnSpc="1">
            <a:prstTxWarp prst="textNoShape">
              <a:avLst/>
            </a:prstTxWarp>
          </a:bodyPr>
          <a:lstStyle>
            <a:lvl1pPr>
              <a:defRPr sz="1200">
                <a:latin typeface="Arial" charset="0"/>
                <a:ea typeface="+mn-ea"/>
                <a:cs typeface="Arial" charset="0"/>
              </a:defRPr>
            </a:lvl1pPr>
          </a:lstStyle>
          <a:p>
            <a:pPr>
              <a:defRPr/>
            </a:pPr>
            <a:endParaRPr lang="en-GB" dirty="0">
              <a:latin typeface="Deutsche Bank Text" panose="020B0503020202030204" pitchFamily="34" charset="0"/>
              <a:cs typeface="Deutsche Bank Text" panose="020B0503020202030204" pitchFamily="34" charset="0"/>
            </a:endParaRPr>
          </a:p>
        </p:txBody>
      </p:sp>
      <p:sp>
        <p:nvSpPr>
          <p:cNvPr id="3" name="Date Placeholder 2"/>
          <p:cNvSpPr>
            <a:spLocks noGrp="1"/>
          </p:cNvSpPr>
          <p:nvPr>
            <p:ph type="dt" sz="quarter" idx="1"/>
          </p:nvPr>
        </p:nvSpPr>
        <p:spPr>
          <a:xfrm>
            <a:off x="3848100" y="0"/>
            <a:ext cx="2944813" cy="4953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E9BAC376-ACF6-4037-8F33-4FBF19ACBAFA}" type="datetime1">
              <a:rPr lang="en-US">
                <a:latin typeface="Deutsche Bank Text" panose="020B0503020202030204" pitchFamily="34" charset="0"/>
                <a:cs typeface="Deutsche Bank Text" panose="020B0503020202030204" pitchFamily="34" charset="0"/>
              </a:rPr>
              <a:pPr>
                <a:defRPr/>
              </a:pPr>
              <a:t>5/20/2025</a:t>
            </a:fld>
            <a:endParaRPr lang="en-GB" dirty="0">
              <a:latin typeface="Deutsche Bank Text" panose="020B0503020202030204" pitchFamily="34" charset="0"/>
              <a:cs typeface="Deutsche Bank Text" panose="020B0503020202030204" pitchFamily="34" charset="0"/>
            </a:endParaRPr>
          </a:p>
        </p:txBody>
      </p:sp>
      <p:sp>
        <p:nvSpPr>
          <p:cNvPr id="4" name="Footer Placeholder 3"/>
          <p:cNvSpPr>
            <a:spLocks noGrp="1"/>
          </p:cNvSpPr>
          <p:nvPr>
            <p:ph type="ftr" sz="quarter" idx="2"/>
          </p:nvPr>
        </p:nvSpPr>
        <p:spPr>
          <a:xfrm>
            <a:off x="0" y="9409113"/>
            <a:ext cx="2944813" cy="495300"/>
          </a:xfrm>
          <a:prstGeom prst="rect">
            <a:avLst/>
          </a:prstGeom>
        </p:spPr>
        <p:txBody>
          <a:bodyPr vert="horz" wrap="square" lIns="91440" tIns="45720" rIns="91440" bIns="45720" numCol="1" anchor="b" anchorCtr="0" compatLnSpc="1">
            <a:prstTxWarp prst="textNoShape">
              <a:avLst/>
            </a:prstTxWarp>
          </a:bodyPr>
          <a:lstStyle>
            <a:lvl1pPr>
              <a:defRPr sz="1200">
                <a:latin typeface="Arial" charset="0"/>
                <a:ea typeface="+mn-ea"/>
                <a:cs typeface="Arial" charset="0"/>
              </a:defRPr>
            </a:lvl1pPr>
          </a:lstStyle>
          <a:p>
            <a:pPr>
              <a:defRPr/>
            </a:pPr>
            <a:endParaRPr lang="en-GB" dirty="0">
              <a:latin typeface="Deutsche Bank Text" panose="020B0503020202030204" pitchFamily="34" charset="0"/>
              <a:cs typeface="Deutsche Bank Text" panose="020B0503020202030204" pitchFamily="34" charset="0"/>
            </a:endParaRPr>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89938E28-B09B-447E-BCAC-DE51036E3ED3}" type="slidenum">
              <a:rPr lang="en-GB">
                <a:latin typeface="Deutsche Bank Text" panose="020B0503020202030204" pitchFamily="34" charset="0"/>
                <a:cs typeface="Deutsche Bank Text" panose="020B0503020202030204" pitchFamily="34" charset="0"/>
              </a:rPr>
              <a:pPr>
                <a:defRPr/>
              </a:pPr>
              <a:t>‹#›</a:t>
            </a:fld>
            <a:endParaRPr lang="en-GB"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0011513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0" userDrawn="1">
          <p15:clr>
            <a:srgbClr val="F26B43"/>
          </p15:clr>
        </p15:guide>
        <p15:guide id="2" pos="21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wrap="square" lIns="91440" tIns="45720" rIns="91440" bIns="45720" numCol="1" anchor="t" anchorCtr="0" compatLnSpc="1">
            <a:prstTxWarp prst="textNoShape">
              <a:avLst/>
            </a:prstTxWarp>
          </a:bodyPr>
          <a:lstStyle>
            <a:lvl1pPr>
              <a:defRPr sz="1200">
                <a:latin typeface="Deutsche Bank Text" panose="020B0503020202030204" pitchFamily="34" charset="0"/>
                <a:ea typeface="+mn-ea"/>
                <a:cs typeface="Deutsche Bank Text" panose="020B0503020202030204" pitchFamily="34" charset="0"/>
              </a:defRPr>
            </a:lvl1pPr>
          </a:lstStyle>
          <a:p>
            <a:pPr>
              <a:defRPr/>
            </a:pPr>
            <a:endParaRPr lang="en-GB" dirty="0"/>
          </a:p>
        </p:txBody>
      </p:sp>
      <p:sp>
        <p:nvSpPr>
          <p:cNvPr id="3" name="Date Placeholder 2"/>
          <p:cNvSpPr>
            <a:spLocks noGrp="1"/>
          </p:cNvSpPr>
          <p:nvPr>
            <p:ph type="dt" idx="1"/>
          </p:nvPr>
        </p:nvSpPr>
        <p:spPr>
          <a:xfrm>
            <a:off x="3848100" y="0"/>
            <a:ext cx="2944813" cy="495300"/>
          </a:xfrm>
          <a:prstGeom prst="rect">
            <a:avLst/>
          </a:prstGeom>
        </p:spPr>
        <p:txBody>
          <a:bodyPr vert="horz" wrap="square" lIns="91440" tIns="45720" rIns="91440" bIns="45720" numCol="1" anchor="t" anchorCtr="0" compatLnSpc="1">
            <a:prstTxWarp prst="textNoShape">
              <a:avLst/>
            </a:prstTxWarp>
          </a:bodyPr>
          <a:lstStyle>
            <a:lvl1pPr algn="r">
              <a:defRPr sz="1200">
                <a:latin typeface="Deutsche Bank Text" panose="020B0503020202030204" pitchFamily="34" charset="0"/>
                <a:cs typeface="Deutsche Bank Text" panose="020B0503020202030204" pitchFamily="34" charset="0"/>
              </a:defRPr>
            </a:lvl1pPr>
          </a:lstStyle>
          <a:p>
            <a:pPr>
              <a:defRPr/>
            </a:pPr>
            <a:fld id="{43EBB1D3-38BD-4B0D-B98C-370541E46E48}" type="datetime1">
              <a:rPr lang="en-US" smtClean="0"/>
              <a:pPr>
                <a:defRPr/>
              </a:pPr>
              <a:t>5/20/2025</a:t>
            </a:fld>
            <a:endParaRPr lang="en-GB" dirty="0"/>
          </a:p>
        </p:txBody>
      </p:sp>
      <p:sp>
        <p:nvSpPr>
          <p:cNvPr id="4" name="Slide Image Placeholder 3"/>
          <p:cNvSpPr>
            <a:spLocks noGrp="1" noRot="1" noChangeAspect="1"/>
          </p:cNvSpPr>
          <p:nvPr>
            <p:ph type="sldImg" idx="2"/>
          </p:nvPr>
        </p:nvSpPr>
        <p:spPr>
          <a:xfrm>
            <a:off x="920750" y="742950"/>
            <a:ext cx="4953000" cy="371475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79450" y="4705350"/>
            <a:ext cx="5435600" cy="44577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Footer Placeholder 5"/>
          <p:cNvSpPr>
            <a:spLocks noGrp="1"/>
          </p:cNvSpPr>
          <p:nvPr>
            <p:ph type="ftr" sz="quarter" idx="4"/>
          </p:nvPr>
        </p:nvSpPr>
        <p:spPr>
          <a:xfrm>
            <a:off x="0" y="9409113"/>
            <a:ext cx="2944813" cy="495300"/>
          </a:xfrm>
          <a:prstGeom prst="rect">
            <a:avLst/>
          </a:prstGeom>
        </p:spPr>
        <p:txBody>
          <a:bodyPr vert="horz" wrap="square" lIns="91440" tIns="45720" rIns="91440" bIns="45720" numCol="1" anchor="b" anchorCtr="0" compatLnSpc="1">
            <a:prstTxWarp prst="textNoShape">
              <a:avLst/>
            </a:prstTxWarp>
          </a:bodyPr>
          <a:lstStyle>
            <a:lvl1pPr>
              <a:defRPr sz="1200">
                <a:latin typeface="Deutsche Bank Text" panose="020B0503020202030204" pitchFamily="34" charset="0"/>
                <a:ea typeface="+mn-ea"/>
                <a:cs typeface="Deutsche Bank Text" panose="020B0503020202030204" pitchFamily="34" charset="0"/>
              </a:defRPr>
            </a:lvl1pPr>
          </a:lstStyle>
          <a:p>
            <a:pPr>
              <a:defRPr/>
            </a:pPr>
            <a:endParaRPr lang="en-GB" dirty="0"/>
          </a:p>
        </p:txBody>
      </p:sp>
      <p:sp>
        <p:nvSpPr>
          <p:cNvPr id="7" name="Slide Number Placeholder 6"/>
          <p:cNvSpPr>
            <a:spLocks noGrp="1"/>
          </p:cNvSpPr>
          <p:nvPr>
            <p:ph type="sldNum" sz="quarter" idx="5"/>
          </p:nvPr>
        </p:nvSpPr>
        <p:spPr>
          <a:xfrm>
            <a:off x="3848100" y="9409113"/>
            <a:ext cx="2944813" cy="495300"/>
          </a:xfrm>
          <a:prstGeom prst="rect">
            <a:avLst/>
          </a:prstGeom>
        </p:spPr>
        <p:txBody>
          <a:bodyPr vert="horz" wrap="square" lIns="91440" tIns="45720" rIns="91440" bIns="45720" numCol="1" anchor="b" anchorCtr="0" compatLnSpc="1">
            <a:prstTxWarp prst="textNoShape">
              <a:avLst/>
            </a:prstTxWarp>
          </a:bodyPr>
          <a:lstStyle>
            <a:lvl1pPr algn="r">
              <a:defRPr sz="1200">
                <a:latin typeface="Deutsche Bank Text" panose="020B0503020202030204" pitchFamily="34" charset="0"/>
                <a:cs typeface="Deutsche Bank Text" panose="020B0503020202030204" pitchFamily="34" charset="0"/>
              </a:defRPr>
            </a:lvl1pPr>
          </a:lstStyle>
          <a:p>
            <a:pPr>
              <a:defRPr/>
            </a:pPr>
            <a:fld id="{C5BDCC07-116E-44A3-8F3A-12365A52EE2D}" type="slidenum">
              <a:rPr lang="en-GB" smtClean="0"/>
              <a:pPr>
                <a:defRPr/>
              </a:pPr>
              <a:t>‹#›</a:t>
            </a:fld>
            <a:endParaRPr lang="en-GB" dirty="0"/>
          </a:p>
        </p:txBody>
      </p:sp>
    </p:spTree>
    <p:extLst>
      <p:ext uri="{BB962C8B-B14F-4D97-AF65-F5344CB8AC3E}">
        <p14:creationId xmlns:p14="http://schemas.microsoft.com/office/powerpoint/2010/main" val="304585649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ＭＳ Ｐゴシック" pitchFamily="-106" charset="-128"/>
      </a:defRPr>
    </a:lvl1pPr>
    <a:lvl2pPr marL="457156"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2pPr>
    <a:lvl3pPr marL="914313"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3pPr>
    <a:lvl4pPr marL="1371469"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4pPr>
    <a:lvl5pPr marL="1828627" algn="l" rtl="0" eaLnBrk="0" fontAlgn="base" hangingPunct="0">
      <a:spcBef>
        <a:spcPct val="30000"/>
      </a:spcBef>
      <a:spcAft>
        <a:spcPct val="0"/>
      </a:spcAft>
      <a:defRPr sz="1199" kern="1200">
        <a:solidFill>
          <a:schemeClr val="tx1"/>
        </a:solidFill>
        <a:latin typeface="Deutsche Bank Text" panose="020B0503020202030204" pitchFamily="34" charset="0"/>
        <a:ea typeface="ＭＳ Ｐゴシック" pitchFamily="-106" charset="-128"/>
        <a:cs typeface="+mn-cs"/>
      </a:defRPr>
    </a:lvl5pPr>
    <a:lvl6pPr marL="2285783" algn="l" defTabSz="914313" rtl="0" eaLnBrk="1" latinLnBrk="0" hangingPunct="1">
      <a:defRPr sz="1199" kern="1200">
        <a:solidFill>
          <a:schemeClr val="tx1"/>
        </a:solidFill>
        <a:latin typeface="+mn-lt"/>
        <a:ea typeface="+mn-ea"/>
        <a:cs typeface="+mn-cs"/>
      </a:defRPr>
    </a:lvl6pPr>
    <a:lvl7pPr marL="2742939" algn="l" defTabSz="914313" rtl="0" eaLnBrk="1" latinLnBrk="0" hangingPunct="1">
      <a:defRPr sz="1199" kern="1200">
        <a:solidFill>
          <a:schemeClr val="tx1"/>
        </a:solidFill>
        <a:latin typeface="+mn-lt"/>
        <a:ea typeface="+mn-ea"/>
        <a:cs typeface="+mn-cs"/>
      </a:defRPr>
    </a:lvl7pPr>
    <a:lvl8pPr marL="3200096" algn="l" defTabSz="914313" rtl="0" eaLnBrk="1" latinLnBrk="0" hangingPunct="1">
      <a:defRPr sz="1199" kern="1200">
        <a:solidFill>
          <a:schemeClr val="tx1"/>
        </a:solidFill>
        <a:latin typeface="+mn-lt"/>
        <a:ea typeface="+mn-ea"/>
        <a:cs typeface="+mn-cs"/>
      </a:defRPr>
    </a:lvl8pPr>
    <a:lvl9pPr marL="3657252" algn="l" defTabSz="914313" rtl="0" eaLnBrk="1" latinLnBrk="0" hangingPunct="1">
      <a:defRPr sz="1199"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0" userDrawn="1">
          <p15:clr>
            <a:srgbClr val="F26B43"/>
          </p15:clr>
        </p15:guide>
        <p15:guide id="2" pos="21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0</a:t>
            </a:fld>
            <a:endParaRPr lang="en-GB" dirty="0"/>
          </a:p>
        </p:txBody>
      </p:sp>
    </p:spTree>
    <p:extLst>
      <p:ext uri="{BB962C8B-B14F-4D97-AF65-F5344CB8AC3E}">
        <p14:creationId xmlns:p14="http://schemas.microsoft.com/office/powerpoint/2010/main" val="3275788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920750" y="742950"/>
            <a:ext cx="4953000" cy="3714750"/>
          </a:xfrm>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pPr>
              <a:defRPr/>
            </a:pPr>
            <a:fld id="{C5BDCC07-116E-44A3-8F3A-12365A52EE2D}" type="slidenum">
              <a:rPr lang="en-GB" smtClean="0"/>
              <a:pPr>
                <a:defRPr/>
              </a:pPr>
              <a:t>1</a:t>
            </a:fld>
            <a:endParaRPr lang="en-GB" dirty="0"/>
          </a:p>
        </p:txBody>
      </p:sp>
    </p:spTree>
    <p:extLst>
      <p:ext uri="{BB962C8B-B14F-4D97-AF65-F5344CB8AC3E}">
        <p14:creationId xmlns:p14="http://schemas.microsoft.com/office/powerpoint/2010/main" val="1197456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AWS elastic bean stalk is specifically for webapps</a:t>
            </a:r>
          </a:p>
          <a:p>
            <a:pPr marL="171450" indent="-171450">
              <a:buFont typeface="Arial" panose="020B0604020202020204" pitchFamily="34" charset="0"/>
              <a:buChar char="•"/>
            </a:pPr>
            <a:r>
              <a:rPr lang="nn-NO" dirty="0"/>
              <a:t>Ideal for springboot 3, teir webapps</a:t>
            </a:r>
            <a:endParaRPr lang="en-US" dirty="0"/>
          </a:p>
          <a:p>
            <a:pPr marL="171450" indent="-171450">
              <a:buFont typeface="Arial" panose="020B0604020202020204" pitchFamily="34" charset="0"/>
              <a:buChar char="•"/>
            </a:pPr>
            <a:r>
              <a:rPr lang="en-US" dirty="0"/>
              <a:t>Also add a text as AWS </a:t>
            </a:r>
            <a:r>
              <a:rPr lang="en-US" dirty="0" err="1"/>
              <a:t>rds</a:t>
            </a:r>
            <a:r>
              <a:rPr lang="en-US" dirty="0"/>
              <a:t> takes 6 </a:t>
            </a:r>
            <a:r>
              <a:rPr lang="en-US" dirty="0" err="1"/>
              <a:t>db</a:t>
            </a:r>
            <a:r>
              <a:rPr lang="en-US" dirty="0"/>
              <a:t> engines as in which </a:t>
            </a:r>
            <a:r>
              <a:rPr lang="en-US" dirty="0" err="1"/>
              <a:t>postgreSql</a:t>
            </a:r>
            <a:r>
              <a:rPr lang="en-US" dirty="0"/>
              <a:t> is one of them</a:t>
            </a:r>
          </a:p>
          <a:p>
            <a:pPr marL="171450" indent="-171450">
              <a:buFont typeface="Arial" panose="020B0604020202020204" pitchFamily="34" charset="0"/>
              <a:buChar char="•"/>
            </a:pPr>
            <a:r>
              <a:rPr lang="en-US" dirty="0"/>
              <a:t>S3 bucket is used for </a:t>
            </a:r>
            <a:r>
              <a:rPr lang="en-US" dirty="0" err="1"/>
              <a:t>artifiactory</a:t>
            </a:r>
            <a:r>
              <a:rPr lang="en-US" dirty="0"/>
              <a:t> storage</a:t>
            </a:r>
            <a:endParaRPr lang="en-IN" dirty="0"/>
          </a:p>
        </p:txBody>
      </p:sp>
      <p:sp>
        <p:nvSpPr>
          <p:cNvPr id="4" name="Slide Number Placeholder 3"/>
          <p:cNvSpPr>
            <a:spLocks noGrp="1"/>
          </p:cNvSpPr>
          <p:nvPr>
            <p:ph type="sldNum" sz="quarter" idx="5"/>
          </p:nvPr>
        </p:nvSpPr>
        <p:spPr/>
        <p:txBody>
          <a:bodyPr/>
          <a:lstStyle/>
          <a:p>
            <a:pPr>
              <a:defRPr/>
            </a:pPr>
            <a:fld id="{C5BDCC07-116E-44A3-8F3A-12365A52EE2D}" type="slidenum">
              <a:rPr lang="en-GB" smtClean="0"/>
              <a:pPr>
                <a:defRPr/>
              </a:pPr>
              <a:t>13</a:t>
            </a:fld>
            <a:endParaRPr lang="en-GB" dirty="0"/>
          </a:p>
        </p:txBody>
      </p:sp>
    </p:spTree>
    <p:extLst>
      <p:ext uri="{BB962C8B-B14F-4D97-AF65-F5344CB8AC3E}">
        <p14:creationId xmlns:p14="http://schemas.microsoft.com/office/powerpoint/2010/main" val="6864304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motif a">
    <p:spTree>
      <p:nvGrpSpPr>
        <p:cNvPr id="1" name=""/>
        <p:cNvGrpSpPr/>
        <p:nvPr/>
      </p:nvGrpSpPr>
      <p:grpSpPr>
        <a:xfrm>
          <a:off x="0" y="0"/>
          <a:ext cx="0" cy="0"/>
          <a:chOff x="0" y="0"/>
          <a:chExt cx="0" cy="0"/>
        </a:xfrm>
      </p:grpSpPr>
      <p:pic>
        <p:nvPicPr>
          <p:cNvPr id="6" name="Grafik 5" descr="Ein Bild, das Wasser, Riff, Blau, Natur enthält.&#10;&#10;Automatisch generierte Beschreibung">
            <a:extLst>
              <a:ext uri="{FF2B5EF4-FFF2-40B4-BE49-F238E27FC236}">
                <a16:creationId xmlns:a16="http://schemas.microsoft.com/office/drawing/2014/main" id="{464997F2-9B9D-6DD3-A108-26726DA0282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0"/>
            <a:ext cx="10080625" cy="7564344"/>
          </a:xfrm>
          <a:prstGeom prst="rect">
            <a:avLst/>
          </a:prstGeom>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14" name="TextBox 19">
            <a:extLst>
              <a:ext uri="{FF2B5EF4-FFF2-40B4-BE49-F238E27FC236}">
                <a16:creationId xmlns:a16="http://schemas.microsoft.com/office/drawing/2014/main" id="{7D5582B9-A14B-4A21-8DF9-86F8C3E76015}"/>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29" name="Textplatzhalter 28">
            <a:extLst>
              <a:ext uri="{FF2B5EF4-FFF2-40B4-BE49-F238E27FC236}">
                <a16:creationId xmlns:a16="http://schemas.microsoft.com/office/drawing/2014/main" id="{32811098-3698-4FDF-AA92-9463B68235BE}"/>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4" name="Text Placeholder 3">
            <a:extLst>
              <a:ext uri="{FF2B5EF4-FFF2-40B4-BE49-F238E27FC236}">
                <a16:creationId xmlns:a16="http://schemas.microsoft.com/office/drawing/2014/main" id="{90BF98DE-A1FB-4777-A6D7-53EE7B7D4A83}"/>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5" name="Textplatzhalter 4">
            <a:extLst>
              <a:ext uri="{FF2B5EF4-FFF2-40B4-BE49-F238E27FC236}">
                <a16:creationId xmlns:a16="http://schemas.microsoft.com/office/drawing/2014/main" id="{0398177C-F289-4DAD-8522-AE91DC3A48DD}"/>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32" name="Freeform 4">
            <a:extLst>
              <a:ext uri="{FF2B5EF4-FFF2-40B4-BE49-F238E27FC236}">
                <a16:creationId xmlns:a16="http://schemas.microsoft.com/office/drawing/2014/main" id="{4E53B689-C72C-7B6F-5A66-462B34CE322A}"/>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1437373360"/>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motif b">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8DC414C1-79BB-3E09-27EA-B2307F326749}"/>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1"/>
            <a:ext cx="10080626" cy="7559676"/>
          </a:xfrm>
          <a:prstGeom prst="rect">
            <a:avLst/>
          </a:prstGeom>
        </p:spPr>
      </p:pic>
      <p:sp>
        <p:nvSpPr>
          <p:cNvPr id="6" name="Google Shape;12;p7">
            <a:extLst>
              <a:ext uri="{FF2B5EF4-FFF2-40B4-BE49-F238E27FC236}">
                <a16:creationId xmlns:a16="http://schemas.microsoft.com/office/drawing/2014/main" id="{1E62B1D4-C419-7A49-E014-929AD122DEBD}"/>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TextBox 19">
            <a:extLst>
              <a:ext uri="{FF2B5EF4-FFF2-40B4-BE49-F238E27FC236}">
                <a16:creationId xmlns:a16="http://schemas.microsoft.com/office/drawing/2014/main" id="{15602E41-261A-8705-530E-3EBF44476930}"/>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0DD96424-AFE7-260D-C4B3-384DBFD8992E}"/>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A7A9C5DA-DE64-FAAC-715E-28E772C193D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E8BECE73-C1D7-417F-49BA-4D8C5280600B}"/>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1B8C0B7F-0789-2E53-6002-52433EEFE41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07441855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motif c">
    <p:spTree>
      <p:nvGrpSpPr>
        <p:cNvPr id="1" name=""/>
        <p:cNvGrpSpPr/>
        <p:nvPr/>
      </p:nvGrpSpPr>
      <p:grpSpPr>
        <a:xfrm>
          <a:off x="0" y="0"/>
          <a:ext cx="0" cy="0"/>
          <a:chOff x="0" y="0"/>
          <a:chExt cx="0" cy="0"/>
        </a:xfrm>
      </p:grpSpPr>
      <p:pic>
        <p:nvPicPr>
          <p:cNvPr id="5" name="Grafik 4" descr="Ein Bild, das draußen, Pflanze, Kleidung, Gras enthält.&#10;&#10;Automatisch generierte Beschreibung">
            <a:extLst>
              <a:ext uri="{FF2B5EF4-FFF2-40B4-BE49-F238E27FC236}">
                <a16:creationId xmlns:a16="http://schemas.microsoft.com/office/drawing/2014/main" id="{4D9D469C-C4F9-226C-0BF7-496695C31AC6}"/>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1" y="-2335"/>
            <a:ext cx="10080626" cy="7564344"/>
          </a:xfrm>
          <a:prstGeom prst="rect">
            <a:avLst/>
          </a:prstGeom>
        </p:spPr>
      </p:pic>
      <p:sp>
        <p:nvSpPr>
          <p:cNvPr id="6" name="Google Shape;12;p7">
            <a:extLst>
              <a:ext uri="{FF2B5EF4-FFF2-40B4-BE49-F238E27FC236}">
                <a16:creationId xmlns:a16="http://schemas.microsoft.com/office/drawing/2014/main" id="{F4043393-BED1-F12A-EA3E-0A79DB3E7BD7}"/>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D6E485D2-37E9-19E9-D1C7-41EAD1F2A200}"/>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57BE6A9C-33FB-2884-DAD7-6C52F4BCBBA1}"/>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5D3A85E9-EFDD-22F2-AE61-AFEA6AB8662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C5A04C0A-D752-43E3-B53C-D45E2B7CECAE}"/>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74D48FAC-A496-0FE9-7426-5A5B1C5EB2D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632657821"/>
      </p:ext>
    </p:extLst>
  </p:cSld>
  <p:clrMapOvr>
    <a:masterClrMapping/>
  </p:clrMapOvr>
  <p:transition>
    <p:wipe dir="r"/>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Title Motif 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87C31EB-3667-1D0B-590E-4114D58866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29" y="2335"/>
            <a:ext cx="10079564" cy="7559673"/>
          </a:xfrm>
          <a:prstGeom prst="rect">
            <a:avLst/>
          </a:prstGeom>
        </p:spPr>
      </p:pic>
      <p:sp>
        <p:nvSpPr>
          <p:cNvPr id="6" name="Google Shape;12;p7">
            <a:extLst>
              <a:ext uri="{FF2B5EF4-FFF2-40B4-BE49-F238E27FC236}">
                <a16:creationId xmlns:a16="http://schemas.microsoft.com/office/drawing/2014/main" id="{9C7B523F-D19C-1ECC-5541-927E95507DE2}"/>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0E16D581-CF62-BC82-9035-2024214C0FA2}"/>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12223723-47F5-5ABA-4F26-E1168061BA14}"/>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C5EA1C8D-DE02-CE49-AC28-3490B597D740}"/>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DAA092B3-60AD-0411-9654-33031EB459D5}"/>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E2A551FC-1172-4C75-7F62-5EC4659326A0}"/>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19755836"/>
      </p:ext>
    </p:extLst>
  </p:cSld>
  <p:clrMapOvr>
    <a:masterClrMapping/>
  </p:clrMapOvr>
  <p:transition>
    <p:wipe dir="r"/>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Title Motif e">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E87C31EB-3667-1D0B-590E-4114D58866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29" y="2335"/>
            <a:ext cx="10079565" cy="7559674"/>
          </a:xfrm>
          <a:prstGeom prst="rect">
            <a:avLst/>
          </a:prstGeom>
        </p:spPr>
      </p:pic>
      <p:sp>
        <p:nvSpPr>
          <p:cNvPr id="6" name="Google Shape;12;p7">
            <a:extLst>
              <a:ext uri="{FF2B5EF4-FFF2-40B4-BE49-F238E27FC236}">
                <a16:creationId xmlns:a16="http://schemas.microsoft.com/office/drawing/2014/main" id="{9C7B523F-D19C-1ECC-5541-927E95507DE2}"/>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E61703D2-7802-5FD6-5327-8A4198B7FA86}"/>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8BAD8F3D-ED9C-878F-D566-B187EC8F5A7B}"/>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9824645B-6B05-E358-7020-7772D24A3C06}"/>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9832E489-A333-28A8-23B2-768D59133CBA}"/>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B3F61F01-BA47-6837-898C-121FFE88041F}"/>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26993166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Title Motif e">
    <p:spTree>
      <p:nvGrpSpPr>
        <p:cNvPr id="1" name=""/>
        <p:cNvGrpSpPr/>
        <p:nvPr/>
      </p:nvGrpSpPr>
      <p:grpSpPr>
        <a:xfrm>
          <a:off x="0" y="0"/>
          <a:ext cx="0" cy="0"/>
          <a:chOff x="0" y="0"/>
          <a:chExt cx="0" cy="0"/>
        </a:xfrm>
      </p:grpSpPr>
      <p:pic>
        <p:nvPicPr>
          <p:cNvPr id="5" name="Grafik 4" descr="Ein Bild, das Turm, Himmel, Gebäude, draußen enthält.&#10;&#10;Automatisch generierte Beschreibung">
            <a:extLst>
              <a:ext uri="{FF2B5EF4-FFF2-40B4-BE49-F238E27FC236}">
                <a16:creationId xmlns:a16="http://schemas.microsoft.com/office/drawing/2014/main" id="{E87C31EB-3667-1D0B-590E-4114D5886611}"/>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2335"/>
            <a:ext cx="10080623" cy="7559674"/>
          </a:xfrm>
          <a:prstGeom prst="rect">
            <a:avLst/>
          </a:prstGeom>
        </p:spPr>
      </p:pic>
      <p:sp>
        <p:nvSpPr>
          <p:cNvPr id="6" name="Google Shape;12;p7">
            <a:extLst>
              <a:ext uri="{FF2B5EF4-FFF2-40B4-BE49-F238E27FC236}">
                <a16:creationId xmlns:a16="http://schemas.microsoft.com/office/drawing/2014/main" id="{9C7B523F-D19C-1ECC-5541-927E95507DE2}"/>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Box 19">
            <a:extLst>
              <a:ext uri="{FF2B5EF4-FFF2-40B4-BE49-F238E27FC236}">
                <a16:creationId xmlns:a16="http://schemas.microsoft.com/office/drawing/2014/main" id="{BA5B2412-E3D2-C5C0-C61C-70ABCCFCD411}"/>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17BEBDA3-2CAB-0C40-9813-BAD498DA2239}"/>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E7F33B8C-6DFB-2867-D6AF-23D445F3566F}"/>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EB83D716-379C-4DE5-BF3A-395C806F9C99}"/>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8CFEE4C6-AE5C-5880-DBFD-79BB119A14F7}"/>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566226042"/>
      </p:ext>
    </p:extLst>
  </p:cSld>
  <p:clrMapOvr>
    <a:masterClrMapping/>
  </p:clrMapOvr>
  <p:transition>
    <p:wipe dir="r"/>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Motif 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6A1C39-83E4-3A0E-2953-8177B5997A5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1059" y="-1"/>
            <a:ext cx="10079566" cy="7559675"/>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2;p7">
            <a:extLst>
              <a:ext uri="{FF2B5EF4-FFF2-40B4-BE49-F238E27FC236}">
                <a16:creationId xmlns:a16="http://schemas.microsoft.com/office/drawing/2014/main" id="{C3B6050F-8762-847A-D7AF-AD0EA366019F}"/>
              </a:ext>
            </a:extLst>
          </p:cNvPr>
          <p:cNvSpPr/>
          <p:nvPr userDrawn="1"/>
        </p:nvSpPr>
        <p:spPr>
          <a:xfrm>
            <a:off x="630001" y="1258889"/>
            <a:ext cx="8190150" cy="5670786"/>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4" name="TextBox 19">
            <a:extLst>
              <a:ext uri="{FF2B5EF4-FFF2-40B4-BE49-F238E27FC236}">
                <a16:creationId xmlns:a16="http://schemas.microsoft.com/office/drawing/2014/main" id="{665AAA21-3876-BCB5-F3B2-26F223D9EBCF}"/>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5" name="Textplatzhalter 28">
            <a:extLst>
              <a:ext uri="{FF2B5EF4-FFF2-40B4-BE49-F238E27FC236}">
                <a16:creationId xmlns:a16="http://schemas.microsoft.com/office/drawing/2014/main" id="{B111BE9E-0B24-3B98-352B-5D1D4D58E39A}"/>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11" name="Text Placeholder 3">
            <a:extLst>
              <a:ext uri="{FF2B5EF4-FFF2-40B4-BE49-F238E27FC236}">
                <a16:creationId xmlns:a16="http://schemas.microsoft.com/office/drawing/2014/main" id="{4D0965BC-C2B6-DAE3-AA4F-41037C4A42F3}"/>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chemeClr val="bg1"/>
                </a:solidFill>
              </a:defRPr>
            </a:lvl1pPr>
          </a:lstStyle>
          <a:p>
            <a:pPr lvl="0"/>
            <a:r>
              <a:rPr lang="en-GB" dirty="0"/>
              <a:t>Date, Speaker name</a:t>
            </a:r>
          </a:p>
        </p:txBody>
      </p:sp>
      <p:sp>
        <p:nvSpPr>
          <p:cNvPr id="12" name="Textplatzhalter 4">
            <a:extLst>
              <a:ext uri="{FF2B5EF4-FFF2-40B4-BE49-F238E27FC236}">
                <a16:creationId xmlns:a16="http://schemas.microsoft.com/office/drawing/2014/main" id="{F2B3B9FB-6AEC-0DCB-FE8B-A75DCE2AE9FF}"/>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3" name="Freeform 4">
            <a:extLst>
              <a:ext uri="{FF2B5EF4-FFF2-40B4-BE49-F238E27FC236}">
                <a16:creationId xmlns:a16="http://schemas.microsoft.com/office/drawing/2014/main" id="{6C1D52DF-B30D-D46E-0C2E-71E40D41E98A}"/>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544895568"/>
      </p:ext>
    </p:extLst>
  </p:cSld>
  <p:clrMapOvr>
    <a:masterClrMapping/>
  </p:clrMapOvr>
  <p:transition>
    <p:wipe dir="r"/>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dark blue a">
    <p:bg>
      <p:bgPr>
        <a:gradFill>
          <a:gsLst>
            <a:gs pos="0">
              <a:srgbClr val="16184E"/>
            </a:gs>
            <a:gs pos="60000">
              <a:srgbClr val="121D69"/>
            </a:gs>
            <a:gs pos="100000">
              <a:srgbClr val="1E2A78"/>
            </a:gs>
          </a:gsLst>
          <a:lin ang="5400000" scaled="0"/>
        </a:gra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1"/>
            <a:ext cx="8190000" cy="5669674"/>
          </a:xfrm>
          <a:prstGeom prst="rect">
            <a:avLst/>
          </a:prstGeom>
          <a:gradFill flip="none" rotWithShape="1">
            <a:gsLst>
              <a:gs pos="0">
                <a:srgbClr val="1E2A78"/>
              </a:gs>
              <a:gs pos="0">
                <a:srgbClr val="16184E"/>
              </a:gs>
              <a:gs pos="50000">
                <a:srgbClr val="1E2A78">
                  <a:shade val="67500"/>
                  <a:satMod val="115000"/>
                </a:srgbClr>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TextBox 19">
            <a:extLst>
              <a:ext uri="{FF2B5EF4-FFF2-40B4-BE49-F238E27FC236}">
                <a16:creationId xmlns:a16="http://schemas.microsoft.com/office/drawing/2014/main" id="{5A2F61EE-8E1E-9E03-BB70-52E5DBE64634}"/>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chemeClr val="bg1"/>
                </a:solidFill>
                <a:latin typeface="+mn-lt"/>
                <a:ea typeface="Deutsche Bank Text" panose="020B0503020202030204" pitchFamily="34" charset="0"/>
                <a:cs typeface="Deutsche Bank Text" panose="020B0503020202030204" pitchFamily="34" charset="0"/>
              </a:rPr>
              <a:t>Deutsche Bank</a:t>
            </a:r>
          </a:p>
          <a:p>
            <a:pPr>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4" name="Textplatzhalter 28">
            <a:extLst>
              <a:ext uri="{FF2B5EF4-FFF2-40B4-BE49-F238E27FC236}">
                <a16:creationId xmlns:a16="http://schemas.microsoft.com/office/drawing/2014/main" id="{E584979F-6337-4A75-B68B-BA91DB37A285}"/>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chemeClr val="bg1"/>
                </a:solidFill>
              </a:defRPr>
            </a:lvl1pPr>
          </a:lstStyle>
          <a:p>
            <a:pPr lvl="0"/>
            <a:r>
              <a:rPr lang="en-GB" noProof="0" dirty="0"/>
              <a:t>Click to edit headline</a:t>
            </a:r>
          </a:p>
        </p:txBody>
      </p:sp>
      <p:sp>
        <p:nvSpPr>
          <p:cNvPr id="5" name="Text Placeholder 3">
            <a:extLst>
              <a:ext uri="{FF2B5EF4-FFF2-40B4-BE49-F238E27FC236}">
                <a16:creationId xmlns:a16="http://schemas.microsoft.com/office/drawing/2014/main" id="{A82ECE73-3AC5-721D-D3A8-C14BF504037B}"/>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rgbClr val="00A3E0"/>
                </a:solidFill>
              </a:defRPr>
            </a:lvl1pPr>
          </a:lstStyle>
          <a:p>
            <a:pPr lvl="0"/>
            <a:r>
              <a:rPr lang="en-GB" dirty="0"/>
              <a:t>Date, Speaker name</a:t>
            </a:r>
          </a:p>
        </p:txBody>
      </p:sp>
      <p:sp>
        <p:nvSpPr>
          <p:cNvPr id="10" name="Textplatzhalter 4">
            <a:extLst>
              <a:ext uri="{FF2B5EF4-FFF2-40B4-BE49-F238E27FC236}">
                <a16:creationId xmlns:a16="http://schemas.microsoft.com/office/drawing/2014/main" id="{1E363099-8EAB-9C21-E0B4-3AF1F10B8235}"/>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chemeClr val="bg1"/>
                </a:solidFill>
                <a:latin typeface="+mj-lt"/>
              </a:defRPr>
            </a:lvl1pPr>
          </a:lstStyle>
          <a:p>
            <a:pPr lvl="0"/>
            <a:r>
              <a:rPr lang="en-GB" noProof="0" dirty="0"/>
              <a:t>Click to edit subline</a:t>
            </a:r>
          </a:p>
        </p:txBody>
      </p:sp>
      <p:sp>
        <p:nvSpPr>
          <p:cNvPr id="11" name="Freeform 4">
            <a:extLst>
              <a:ext uri="{FF2B5EF4-FFF2-40B4-BE49-F238E27FC236}">
                <a16:creationId xmlns:a16="http://schemas.microsoft.com/office/drawing/2014/main" id="{4E528143-1636-E51D-EEE1-E056863E5777}"/>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402642732"/>
      </p:ext>
    </p:extLst>
  </p:cSld>
  <p:clrMapOvr>
    <a:masterClrMapping/>
  </p:clrMapOvr>
  <p:transition>
    <p:wipe dir="r"/>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dark blue a">
    <p:bg>
      <p:bgPr>
        <a:solidFill>
          <a:schemeClr val="bg1"/>
        </a:soli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1"/>
            <a:ext cx="8190000" cy="5669674"/>
          </a:xfrm>
          <a:prstGeom prst="rect">
            <a:avLst/>
          </a:prstGeom>
          <a:noFill/>
          <a:ln>
            <a:solidFill>
              <a:srgbClr val="1E2A78"/>
            </a:solid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C1EC0D30-7283-B089-FA73-818FD8B640F2}"/>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rgbClr val="1E2A78"/>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6" name="TextBox 19">
            <a:extLst>
              <a:ext uri="{FF2B5EF4-FFF2-40B4-BE49-F238E27FC236}">
                <a16:creationId xmlns:a16="http://schemas.microsoft.com/office/drawing/2014/main" id="{050CA34D-6CFD-2DC5-5D04-13245E1A0C21}"/>
              </a:ext>
            </a:extLst>
          </p:cNvPr>
          <p:cNvSpPr txBox="1"/>
          <p:nvPr userDrawn="1"/>
        </p:nvSpPr>
        <p:spPr bwMode="auto">
          <a:xfrm>
            <a:off x="947738" y="1576388"/>
            <a:ext cx="4500563" cy="447651"/>
          </a:xfrm>
          <a:prstGeom prst="rect">
            <a:avLst/>
          </a:prstGeom>
          <a:noFill/>
        </p:spPr>
        <p:txBody>
          <a:bodyPr wrap="none" lIns="0" tIns="0" rIns="0" bIns="0">
            <a:noAutofit/>
          </a:bodyPr>
          <a:lstStyle/>
          <a:p>
            <a:pPr>
              <a:lnSpc>
                <a:spcPts val="1600"/>
              </a:lnSpc>
              <a:defRPr/>
            </a:pPr>
            <a:r>
              <a:rPr lang="en-GB" sz="1600" dirty="0">
                <a:solidFill>
                  <a:srgbClr val="1E2A78"/>
                </a:solidFill>
                <a:latin typeface="+mn-lt"/>
                <a:ea typeface="Deutsche Bank Text" panose="020B0503020202030204" pitchFamily="34" charset="0"/>
                <a:cs typeface="Deutsche Bank Text" panose="020B0503020202030204" pitchFamily="34" charset="0"/>
              </a:rPr>
              <a:t>Deutsche Bank</a:t>
            </a:r>
          </a:p>
          <a:p>
            <a:pPr marL="0" lvl="1" indent="0">
              <a:lnSpc>
                <a:spcPts val="1600"/>
              </a:lnSpc>
              <a:defRPr/>
            </a:pPr>
            <a:r>
              <a:rPr lang="en-GB" sz="1600" dirty="0">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7" name="Textplatzhalter 28">
            <a:extLst>
              <a:ext uri="{FF2B5EF4-FFF2-40B4-BE49-F238E27FC236}">
                <a16:creationId xmlns:a16="http://schemas.microsoft.com/office/drawing/2014/main" id="{01045BBC-AC19-5CA2-DAC6-057530298D72}"/>
              </a:ext>
            </a:extLst>
          </p:cNvPr>
          <p:cNvSpPr>
            <a:spLocks noGrp="1"/>
          </p:cNvSpPr>
          <p:nvPr>
            <p:ph type="body" sz="quarter" idx="11" hasCustomPrompt="1"/>
          </p:nvPr>
        </p:nvSpPr>
        <p:spPr>
          <a:xfrm>
            <a:off x="947738" y="2195065"/>
            <a:ext cx="7559675" cy="1707966"/>
          </a:xfrm>
          <a:prstGeom prst="rect">
            <a:avLst/>
          </a:prstGeom>
        </p:spPr>
        <p:txBody>
          <a:bodyPr lIns="0" tIns="0" rIns="0" bIns="0" anchor="b" anchorCtr="0">
            <a:noAutofit/>
          </a:bodyPr>
          <a:lstStyle>
            <a:lvl1pPr>
              <a:lnSpc>
                <a:spcPct val="90000"/>
              </a:lnSpc>
              <a:defRPr sz="4000">
                <a:solidFill>
                  <a:srgbClr val="1E2A78"/>
                </a:solidFill>
              </a:defRPr>
            </a:lvl1pPr>
          </a:lstStyle>
          <a:p>
            <a:pPr lvl="0"/>
            <a:r>
              <a:rPr lang="en-GB" noProof="0" dirty="0"/>
              <a:t>Click to edit headline</a:t>
            </a:r>
          </a:p>
        </p:txBody>
      </p:sp>
      <p:sp>
        <p:nvSpPr>
          <p:cNvPr id="8" name="Text Placeholder 3">
            <a:extLst>
              <a:ext uri="{FF2B5EF4-FFF2-40B4-BE49-F238E27FC236}">
                <a16:creationId xmlns:a16="http://schemas.microsoft.com/office/drawing/2014/main" id="{8A487DB7-A906-D330-0E85-3140711482E5}"/>
              </a:ext>
            </a:extLst>
          </p:cNvPr>
          <p:cNvSpPr>
            <a:spLocks noGrp="1"/>
          </p:cNvSpPr>
          <p:nvPr>
            <p:ph type="body" sz="quarter" idx="13" hasCustomPrompt="1"/>
          </p:nvPr>
        </p:nvSpPr>
        <p:spPr>
          <a:xfrm>
            <a:off x="947738" y="6115050"/>
            <a:ext cx="7559675" cy="491231"/>
          </a:xfrm>
          <a:prstGeom prst="rect">
            <a:avLst/>
          </a:prstGeom>
        </p:spPr>
        <p:txBody>
          <a:bodyPr anchor="b" anchorCtr="0"/>
          <a:lstStyle>
            <a:lvl1pPr>
              <a:defRPr sz="1200">
                <a:solidFill>
                  <a:srgbClr val="00A3E0"/>
                </a:solidFill>
              </a:defRPr>
            </a:lvl1pPr>
          </a:lstStyle>
          <a:p>
            <a:pPr lvl="0"/>
            <a:r>
              <a:rPr lang="en-GB" dirty="0"/>
              <a:t>Date, Speaker name</a:t>
            </a:r>
          </a:p>
        </p:txBody>
      </p:sp>
      <p:sp>
        <p:nvSpPr>
          <p:cNvPr id="9" name="Textplatzhalter 4">
            <a:extLst>
              <a:ext uri="{FF2B5EF4-FFF2-40B4-BE49-F238E27FC236}">
                <a16:creationId xmlns:a16="http://schemas.microsoft.com/office/drawing/2014/main" id="{BAF7134E-E5EF-0855-D369-A6B0C69BC31E}"/>
              </a:ext>
            </a:extLst>
          </p:cNvPr>
          <p:cNvSpPr>
            <a:spLocks noGrp="1"/>
          </p:cNvSpPr>
          <p:nvPr>
            <p:ph type="body" sz="quarter" idx="10" hasCustomPrompt="1"/>
          </p:nvPr>
        </p:nvSpPr>
        <p:spPr>
          <a:xfrm>
            <a:off x="947738" y="3903030"/>
            <a:ext cx="7559675" cy="2212019"/>
          </a:xfrm>
          <a:prstGeom prst="rect">
            <a:avLst/>
          </a:prstGeom>
        </p:spPr>
        <p:txBody>
          <a:bodyPr lIns="0" tIns="0" rIns="0" bIns="0" anchor="t" anchorCtr="0">
            <a:noAutofit/>
          </a:bodyPr>
          <a:lstStyle>
            <a:lvl1pPr>
              <a:lnSpc>
                <a:spcPct val="90000"/>
              </a:lnSpc>
              <a:spcBef>
                <a:spcPts val="0"/>
              </a:spcBef>
              <a:spcAft>
                <a:spcPts val="0"/>
              </a:spcAft>
              <a:defRPr sz="2000">
                <a:solidFill>
                  <a:srgbClr val="1E2A78"/>
                </a:solidFill>
                <a:latin typeface="+mj-lt"/>
              </a:defRPr>
            </a:lvl1pPr>
          </a:lstStyle>
          <a:p>
            <a:pPr lvl="0"/>
            <a:r>
              <a:rPr lang="en-GB" noProof="0" dirty="0"/>
              <a:t>Click to edit subline</a:t>
            </a:r>
          </a:p>
        </p:txBody>
      </p:sp>
    </p:spTree>
    <p:extLst>
      <p:ext uri="{BB962C8B-B14F-4D97-AF65-F5344CB8AC3E}">
        <p14:creationId xmlns:p14="http://schemas.microsoft.com/office/powerpoint/2010/main" val="995852135"/>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ark blue a">
    <p:bg>
      <p:bgPr>
        <a:gradFill>
          <a:gsLst>
            <a:gs pos="0">
              <a:srgbClr val="16184E"/>
            </a:gs>
            <a:gs pos="60000">
              <a:srgbClr val="121D69"/>
            </a:gs>
            <a:gs pos="100000">
              <a:srgbClr val="1E2A78"/>
            </a:gs>
          </a:gsLst>
          <a:lin ang="5400000" scaled="0"/>
        </a:gradFill>
        <a:effectLst/>
      </p:bgPr>
    </p:bg>
    <p:spTree>
      <p:nvGrpSpPr>
        <p:cNvPr id="1" name=""/>
        <p:cNvGrpSpPr/>
        <p:nvPr/>
      </p:nvGrpSpPr>
      <p:grpSpPr>
        <a:xfrm>
          <a:off x="0" y="0"/>
          <a:ext cx="0" cy="0"/>
          <a:chOff x="0" y="0"/>
          <a:chExt cx="0" cy="0"/>
        </a:xfrm>
      </p:grpSpPr>
      <p:sp>
        <p:nvSpPr>
          <p:cNvPr id="19" name="Google Shape;12;p7">
            <a:extLst>
              <a:ext uri="{FF2B5EF4-FFF2-40B4-BE49-F238E27FC236}">
                <a16:creationId xmlns:a16="http://schemas.microsoft.com/office/drawing/2014/main" id="{BEB3A141-6558-B848-2022-CBBE6450236A}"/>
              </a:ext>
            </a:extLst>
          </p:cNvPr>
          <p:cNvSpPr/>
          <p:nvPr userDrawn="1"/>
        </p:nvSpPr>
        <p:spPr>
          <a:xfrm>
            <a:off x="628650" y="1260000"/>
            <a:ext cx="8191500" cy="5669437"/>
          </a:xfrm>
          <a:prstGeom prst="rect">
            <a:avLst/>
          </a:prstGeom>
          <a:gradFill flip="none" rotWithShape="1">
            <a:gsLst>
              <a:gs pos="0">
                <a:srgbClr val="1E2A78"/>
              </a:gs>
              <a:gs pos="0">
                <a:srgbClr val="16184E"/>
              </a:gs>
              <a:gs pos="50000">
                <a:srgbClr val="1E2A78">
                  <a:shade val="67500"/>
                  <a:satMod val="115000"/>
                </a:srgbClr>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Textplatzhalter 28">
            <a:extLst>
              <a:ext uri="{FF2B5EF4-FFF2-40B4-BE49-F238E27FC236}">
                <a16:creationId xmlns:a16="http://schemas.microsoft.com/office/drawing/2014/main" id="{CA990533-1AB6-AD8B-9943-917D9C9EEF73}"/>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
        <p:nvSpPr>
          <p:cNvPr id="3" name="Freeform 4">
            <a:extLst>
              <a:ext uri="{FF2B5EF4-FFF2-40B4-BE49-F238E27FC236}">
                <a16:creationId xmlns:a16="http://schemas.microsoft.com/office/drawing/2014/main" id="{FB31D5BD-3B98-76B2-078C-549248A7D1C8}"/>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58632534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dark blue b">
    <p:bg>
      <p:bgPr>
        <a:solidFill>
          <a:schemeClr val="tx2"/>
        </a:solidFill>
        <a:effectLst/>
      </p:bgPr>
    </p:bg>
    <p:spTree>
      <p:nvGrpSpPr>
        <p:cNvPr id="1" name=""/>
        <p:cNvGrpSpPr/>
        <p:nvPr/>
      </p:nvGrpSpPr>
      <p:grpSpPr>
        <a:xfrm>
          <a:off x="0" y="0"/>
          <a:ext cx="0" cy="0"/>
          <a:chOff x="0" y="0"/>
          <a:chExt cx="0" cy="0"/>
        </a:xfrm>
      </p:grpSpPr>
      <p:sp>
        <p:nvSpPr>
          <p:cNvPr id="4" name="Google Shape;12;p7">
            <a:extLst>
              <a:ext uri="{FF2B5EF4-FFF2-40B4-BE49-F238E27FC236}">
                <a16:creationId xmlns:a16="http://schemas.microsoft.com/office/drawing/2014/main" id="{55C03535-6265-42EE-6675-8963596CE341}"/>
              </a:ext>
            </a:extLst>
          </p:cNvPr>
          <p:cNvSpPr/>
          <p:nvPr userDrawn="1"/>
        </p:nvSpPr>
        <p:spPr>
          <a:xfrm>
            <a:off x="2565312" y="1260000"/>
            <a:ext cx="4950000" cy="5669438"/>
          </a:xfrm>
          <a:prstGeom prst="rect">
            <a:avLst/>
          </a:prstGeom>
          <a:gradFill flip="none" rotWithShape="1">
            <a:gsLst>
              <a:gs pos="0">
                <a:srgbClr val="1E2A78"/>
              </a:gs>
              <a:gs pos="0">
                <a:srgbClr val="16184E">
                  <a:lumMod val="95209"/>
                  <a:lumOff val="4791"/>
                </a:srgbClr>
              </a:gs>
              <a:gs pos="40000">
                <a:srgbClr val="1E2A78">
                  <a:shade val="67500"/>
                  <a:satMod val="115000"/>
                </a:srgbClr>
              </a:gs>
              <a:gs pos="60000">
                <a:srgbClr val="1A2673"/>
              </a:gs>
              <a:gs pos="100000">
                <a:srgbClr val="1E2A78"/>
              </a:gs>
            </a:gsLst>
            <a:lin ang="16200000" scaled="1"/>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AEAED333-BC93-BE22-8FA7-886AD2E4B79D}"/>
              </a:ext>
            </a:extLst>
          </p:cNvPr>
          <p:cNvSpPr>
            <a:spLocks noEditPoints="1"/>
          </p:cNvSpPr>
          <p:nvPr userDrawn="1"/>
        </p:nvSpPr>
        <p:spPr bwMode="black">
          <a:xfrm>
            <a:off x="7515312"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3" name="Textplatzhalter 28">
            <a:extLst>
              <a:ext uri="{FF2B5EF4-FFF2-40B4-BE49-F238E27FC236}">
                <a16:creationId xmlns:a16="http://schemas.microsoft.com/office/drawing/2014/main" id="{56FBFA31-3F45-A694-DBD4-683EA159F9CB}"/>
              </a:ext>
            </a:extLst>
          </p:cNvPr>
          <p:cNvSpPr>
            <a:spLocks noGrp="1"/>
          </p:cNvSpPr>
          <p:nvPr>
            <p:ph type="body" sz="quarter" idx="11" hasCustomPrompt="1"/>
          </p:nvPr>
        </p:nvSpPr>
        <p:spPr>
          <a:xfrm>
            <a:off x="947738" y="1576388"/>
            <a:ext cx="7559675" cy="2326957"/>
          </a:xfrm>
          <a:prstGeom prst="rect">
            <a:avLst/>
          </a:prstGeom>
        </p:spPr>
        <p:txBody>
          <a:bodyPr lIns="0" tIns="0" rIns="0" bIns="0" anchor="b" anchorCtr="0">
            <a:noAutofit/>
          </a:bodyPr>
          <a:lstStyle>
            <a:lvl1pPr>
              <a:lnSpc>
                <a:spcPct val="90000"/>
              </a:lnSpc>
              <a:defRPr sz="2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2700955661"/>
      </p:ext>
    </p:extLst>
  </p:cSld>
  <p:clrMapOvr>
    <a:masterClrMapping/>
  </p:clrMapOvr>
  <p:transition>
    <p:wipe dir="r"/>
  </p:transition>
  <p:extLst>
    <p:ext uri="{DCECCB84-F9BA-43D5-87BE-67443E8EF086}">
      <p15:sldGuideLst xmlns:p15="http://schemas.microsoft.com/office/powerpoint/2012/main">
        <p15:guide id="1" orient="horz" pos="118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dark blue c">
    <p:bg>
      <p:bgPr>
        <a:solidFill>
          <a:srgbClr val="1E2A78"/>
        </a:solidFill>
        <a:effectLst/>
      </p:bgPr>
    </p:bg>
    <p:spTree>
      <p:nvGrpSpPr>
        <p:cNvPr id="1" name=""/>
        <p:cNvGrpSpPr/>
        <p:nvPr/>
      </p:nvGrpSpPr>
      <p:grpSpPr>
        <a:xfrm>
          <a:off x="0" y="0"/>
          <a:ext cx="0" cy="0"/>
          <a:chOff x="0" y="0"/>
          <a:chExt cx="0" cy="0"/>
        </a:xfrm>
      </p:grpSpPr>
      <p:sp>
        <p:nvSpPr>
          <p:cNvPr id="4" name="Google Shape;12;p7">
            <a:extLst>
              <a:ext uri="{FF2B5EF4-FFF2-40B4-BE49-F238E27FC236}">
                <a16:creationId xmlns:a16="http://schemas.microsoft.com/office/drawing/2014/main" id="{478F2925-04D1-4766-6CA4-84070AEF58B6}"/>
              </a:ext>
            </a:extLst>
          </p:cNvPr>
          <p:cNvSpPr/>
          <p:nvPr userDrawn="1"/>
        </p:nvSpPr>
        <p:spPr>
          <a:xfrm>
            <a:off x="2565312" y="1260000"/>
            <a:ext cx="4950000" cy="5669438"/>
          </a:xfrm>
          <a:prstGeom prst="rect">
            <a:avLst/>
          </a:prstGeom>
          <a:gradFill flip="none" rotWithShape="1">
            <a:gsLst>
              <a:gs pos="0">
                <a:srgbClr val="1E2A78"/>
              </a:gs>
              <a:gs pos="0">
                <a:srgbClr val="16184E">
                  <a:lumMod val="95209"/>
                  <a:lumOff val="4791"/>
                </a:srgbClr>
              </a:gs>
              <a:gs pos="50000">
                <a:srgbClr val="1E2A78">
                  <a:shade val="67500"/>
                  <a:satMod val="115000"/>
                </a:srgbClr>
              </a:gs>
              <a:gs pos="100000">
                <a:srgbClr val="19256D"/>
              </a:gs>
            </a:gsLst>
            <a:lin ang="5400000" scaled="0"/>
            <a:tileRect/>
          </a:gra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2" name="Freeform 4">
            <a:extLst>
              <a:ext uri="{FF2B5EF4-FFF2-40B4-BE49-F238E27FC236}">
                <a16:creationId xmlns:a16="http://schemas.microsoft.com/office/drawing/2014/main" id="{C6AF6C9C-04FF-978A-3741-090781A38C6A}"/>
              </a:ext>
            </a:extLst>
          </p:cNvPr>
          <p:cNvSpPr>
            <a:spLocks noEditPoints="1"/>
          </p:cNvSpPr>
          <p:nvPr userDrawn="1"/>
        </p:nvSpPr>
        <p:spPr bwMode="black">
          <a:xfrm>
            <a:off x="7515312"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6" name="Textplatzhalter 28">
            <a:extLst>
              <a:ext uri="{FF2B5EF4-FFF2-40B4-BE49-F238E27FC236}">
                <a16:creationId xmlns:a16="http://schemas.microsoft.com/office/drawing/2014/main" id="{F593DE32-463B-A375-82E4-E92E9E1DFB1F}"/>
              </a:ext>
            </a:extLst>
          </p:cNvPr>
          <p:cNvSpPr>
            <a:spLocks noGrp="1"/>
          </p:cNvSpPr>
          <p:nvPr>
            <p:ph type="body" sz="quarter" idx="11" hasCustomPrompt="1"/>
          </p:nvPr>
        </p:nvSpPr>
        <p:spPr>
          <a:xfrm>
            <a:off x="947738" y="1576388"/>
            <a:ext cx="7559675" cy="2326957"/>
          </a:xfrm>
          <a:prstGeom prst="rect">
            <a:avLst/>
          </a:prstGeom>
        </p:spPr>
        <p:txBody>
          <a:bodyPr lIns="0" tIns="0" rIns="0" bIns="0" anchor="b" anchorCtr="0">
            <a:noAutofit/>
          </a:bodyPr>
          <a:lstStyle>
            <a:lvl1pPr>
              <a:lnSpc>
                <a:spcPct val="90000"/>
              </a:lnSpc>
              <a:defRPr sz="2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1046412339"/>
      </p:ext>
    </p:extLst>
  </p:cSld>
  <p:clrMapOvr>
    <a:masterClrMapping/>
  </p:clrMapOvr>
  <p:transition>
    <p:wipe dir="r"/>
  </p:transition>
  <p:extLst>
    <p:ext uri="{DCECCB84-F9BA-43D5-87BE-67443E8EF086}">
      <p15:sldGuideLst xmlns:p15="http://schemas.microsoft.com/office/powerpoint/2012/main">
        <p15:guide id="1" orient="horz" pos="119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Motif a">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04967A62-4196-FA3E-C7FF-BA6A4C5E222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529" y="0"/>
            <a:ext cx="10079566" cy="7559675"/>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28650" y="1258888"/>
            <a:ext cx="8191500" cy="5670549"/>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4" name="Freeform 4">
            <a:extLst>
              <a:ext uri="{FF2B5EF4-FFF2-40B4-BE49-F238E27FC236}">
                <a16:creationId xmlns:a16="http://schemas.microsoft.com/office/drawing/2014/main" id="{5E4B23BD-18F2-B8DA-FE37-BBF44476DBC6}"/>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2" name="Textplatzhalter 28">
            <a:extLst>
              <a:ext uri="{FF2B5EF4-FFF2-40B4-BE49-F238E27FC236}">
                <a16:creationId xmlns:a16="http://schemas.microsoft.com/office/drawing/2014/main" id="{EAC9AE21-434F-1438-6D3A-A08CA2D65CA1}"/>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2583516740"/>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Motif b">
    <p:spTree>
      <p:nvGrpSpPr>
        <p:cNvPr id="1" name=""/>
        <p:cNvGrpSpPr/>
        <p:nvPr/>
      </p:nvGrpSpPr>
      <p:grpSpPr>
        <a:xfrm>
          <a:off x="0" y="0"/>
          <a:ext cx="0" cy="0"/>
          <a:chOff x="0" y="0"/>
          <a:chExt cx="0" cy="0"/>
        </a:xfrm>
      </p:grpSpPr>
      <p:pic>
        <p:nvPicPr>
          <p:cNvPr id="5" name="Grafik 4" descr="Ein Bild, das Wasser, Riff, Natur enthält.&#10;&#10;Automatisch generierte Beschreibung">
            <a:extLst>
              <a:ext uri="{FF2B5EF4-FFF2-40B4-BE49-F238E27FC236}">
                <a16:creationId xmlns:a16="http://schemas.microsoft.com/office/drawing/2014/main" id="{CC74A649-1B9B-9D60-402E-CB85D5936E5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3372" t="-14" r="10948" b="-14"/>
          <a:stretch/>
        </p:blipFill>
        <p:spPr>
          <a:xfrm>
            <a:off x="0" y="0"/>
            <a:ext cx="10080625" cy="7562009"/>
          </a:xfrm>
          <a:prstGeom prst="rect">
            <a:avLst/>
          </a:prstGeom>
        </p:spPr>
      </p:pic>
      <p:sp>
        <p:nvSpPr>
          <p:cNvPr id="19" name="Google Shape;12;p7">
            <a:extLst>
              <a:ext uri="{FF2B5EF4-FFF2-40B4-BE49-F238E27FC236}">
                <a16:creationId xmlns:a16="http://schemas.microsoft.com/office/drawing/2014/main" id="{BEB3A141-6558-B848-2022-CBBE6450236A}"/>
              </a:ext>
            </a:extLst>
          </p:cNvPr>
          <p:cNvSpPr/>
          <p:nvPr userDrawn="1"/>
        </p:nvSpPr>
        <p:spPr>
          <a:xfrm>
            <a:off x="628650" y="1259999"/>
            <a:ext cx="8190000" cy="5688000"/>
          </a:xfrm>
          <a:prstGeom prst="rect">
            <a:avLst/>
          </a:prstGeom>
          <a:solidFill>
            <a:srgbClr val="1E2A78">
              <a:alpha val="70000"/>
            </a:srgbClr>
          </a:solidFill>
          <a:ln>
            <a:noFill/>
          </a:ln>
        </p:spPr>
        <p:txBody>
          <a:bodyPr spcFirstLastPara="1" wrap="square" lIns="100779" tIns="50376" rIns="100779" bIns="50376" anchor="ctr" anchorCtr="0">
            <a:noAutofit/>
          </a:bodyPr>
          <a:lstStyle/>
          <a:p>
            <a:pPr marL="0" marR="0" lvl="0" indent="0" algn="ctr" rtl="0">
              <a:spcBef>
                <a:spcPts val="0"/>
              </a:spcBef>
              <a:spcAft>
                <a:spcPts val="0"/>
              </a:spcAft>
              <a:buNone/>
            </a:pPr>
            <a:endParaRPr sz="1984" b="0" i="0" u="none" strike="noStrike" cap="none" dirty="0">
              <a:solidFill>
                <a:schemeClr val="lt1"/>
              </a:solidFill>
              <a:latin typeface="Deutsche Bank Text" panose="020B0503020202030204" pitchFamily="34" charset="0"/>
              <a:ea typeface="Deutsche Bank Text" panose="020B0503020202030204" pitchFamily="34" charset="0"/>
              <a:cs typeface="Deutsche Bank Text" panose="020B0503020202030204" pitchFamily="34" charset="0"/>
              <a:sym typeface="Calibri"/>
            </a:endParaRPr>
          </a:p>
        </p:txBody>
      </p:sp>
      <p:sp>
        <p:nvSpPr>
          <p:cNvPr id="3" name="Freeform 4">
            <a:extLst>
              <a:ext uri="{FF2B5EF4-FFF2-40B4-BE49-F238E27FC236}">
                <a16:creationId xmlns:a16="http://schemas.microsoft.com/office/drawing/2014/main" id="{3600C894-A0AD-D797-CC6E-149B267BDC6D}"/>
              </a:ext>
            </a:extLst>
          </p:cNvPr>
          <p:cNvSpPr>
            <a:spLocks noEditPoints="1"/>
          </p:cNvSpPr>
          <p:nvPr userDrawn="1"/>
        </p:nvSpPr>
        <p:spPr bwMode="black">
          <a:xfrm>
            <a:off x="8820625" y="630000"/>
            <a:ext cx="630000" cy="630000"/>
          </a:xfrm>
          <a:custGeom>
            <a:avLst/>
            <a:gdLst/>
            <a:ahLst/>
            <a:cxnLst>
              <a:cxn ang="0">
                <a:pos x="2286" y="2285"/>
              </a:cxn>
              <a:cxn ang="0">
                <a:pos x="2286" y="14035"/>
              </a:cxn>
              <a:cxn ang="0">
                <a:pos x="14035" y="14035"/>
              </a:cxn>
              <a:cxn ang="0">
                <a:pos x="14035" y="2285"/>
              </a:cxn>
              <a:cxn ang="0">
                <a:pos x="2286" y="2285"/>
              </a:cxn>
              <a:cxn ang="0">
                <a:pos x="3590" y="12404"/>
              </a:cxn>
              <a:cxn ang="0">
                <a:pos x="6527" y="12404"/>
              </a:cxn>
              <a:cxn ang="0">
                <a:pos x="12730" y="3917"/>
              </a:cxn>
              <a:cxn ang="0">
                <a:pos x="9792" y="3917"/>
              </a:cxn>
              <a:cxn ang="0">
                <a:pos x="3590" y="12404"/>
              </a:cxn>
              <a:cxn ang="0">
                <a:pos x="0" y="0"/>
              </a:cxn>
              <a:cxn ang="0">
                <a:pos x="16320" y="0"/>
              </a:cxn>
              <a:cxn ang="0">
                <a:pos x="16320" y="16320"/>
              </a:cxn>
              <a:cxn ang="0">
                <a:pos x="0" y="16320"/>
              </a:cxn>
              <a:cxn ang="0">
                <a:pos x="0" y="0"/>
              </a:cxn>
            </a:cxnLst>
            <a:rect l="0" t="0" r="r" b="b"/>
            <a:pathLst>
              <a:path w="16320" h="16320">
                <a:moveTo>
                  <a:pt x="2286" y="2285"/>
                </a:moveTo>
                <a:lnTo>
                  <a:pt x="2286" y="14035"/>
                </a:lnTo>
                <a:lnTo>
                  <a:pt x="14035" y="14035"/>
                </a:lnTo>
                <a:lnTo>
                  <a:pt x="14035" y="2285"/>
                </a:lnTo>
                <a:lnTo>
                  <a:pt x="2286" y="2285"/>
                </a:lnTo>
                <a:close/>
                <a:moveTo>
                  <a:pt x="3590" y="12404"/>
                </a:moveTo>
                <a:lnTo>
                  <a:pt x="6527" y="12404"/>
                </a:lnTo>
                <a:lnTo>
                  <a:pt x="12730" y="3917"/>
                </a:lnTo>
                <a:lnTo>
                  <a:pt x="9792" y="3917"/>
                </a:lnTo>
                <a:lnTo>
                  <a:pt x="3590" y="12404"/>
                </a:lnTo>
                <a:close/>
                <a:moveTo>
                  <a:pt x="0" y="0"/>
                </a:moveTo>
                <a:lnTo>
                  <a:pt x="16320" y="0"/>
                </a:lnTo>
                <a:lnTo>
                  <a:pt x="16320" y="16320"/>
                </a:lnTo>
                <a:lnTo>
                  <a:pt x="0" y="16320"/>
                </a:lnTo>
                <a:lnTo>
                  <a:pt x="0" y="0"/>
                </a:lnTo>
                <a:close/>
              </a:path>
            </a:pathLst>
          </a:custGeom>
          <a:solidFill>
            <a:schemeClr val="bg1"/>
          </a:solidFill>
          <a:ln w="9525">
            <a:noFill/>
            <a:round/>
            <a:headEnd/>
            <a:tailEnd/>
          </a:ln>
        </p:spPr>
        <p:txBody>
          <a:bodyPr/>
          <a:lstStyle/>
          <a:p>
            <a:pPr>
              <a:defRPr/>
            </a:pPr>
            <a:endParaRPr lang="en-GB" sz="1995" dirty="0">
              <a:latin typeface="Deutsche Bank Text" panose="020B0503020202030204" pitchFamily="34" charset="0"/>
              <a:cs typeface="Deutsche Bank Text" panose="020B0503020202030204" pitchFamily="34" charset="0"/>
            </a:endParaRPr>
          </a:p>
        </p:txBody>
      </p:sp>
      <p:sp>
        <p:nvSpPr>
          <p:cNvPr id="2" name="Textplatzhalter 28">
            <a:extLst>
              <a:ext uri="{FF2B5EF4-FFF2-40B4-BE49-F238E27FC236}">
                <a16:creationId xmlns:a16="http://schemas.microsoft.com/office/drawing/2014/main" id="{C9A6FAA8-6173-1B70-5E4F-B24B88D74194}"/>
              </a:ext>
            </a:extLst>
          </p:cNvPr>
          <p:cNvSpPr>
            <a:spLocks noGrp="1"/>
          </p:cNvSpPr>
          <p:nvPr>
            <p:ph type="body" sz="quarter" idx="11" hasCustomPrompt="1"/>
          </p:nvPr>
        </p:nvSpPr>
        <p:spPr>
          <a:xfrm>
            <a:off x="947738" y="1576388"/>
            <a:ext cx="7559675" cy="2876892"/>
          </a:xfrm>
          <a:prstGeom prst="rect">
            <a:avLst/>
          </a:prstGeom>
        </p:spPr>
        <p:txBody>
          <a:bodyPr lIns="0" tIns="0" rIns="0" bIns="0" anchor="b" anchorCtr="0">
            <a:noAutofit/>
          </a:bodyPr>
          <a:lstStyle>
            <a:lvl1pPr>
              <a:lnSpc>
                <a:spcPct val="90000"/>
              </a:lnSpc>
              <a:defRPr sz="4000">
                <a:solidFill>
                  <a:srgbClr val="00A3E0"/>
                </a:solidFill>
              </a:defRPr>
            </a:lvl1pPr>
            <a:lvl2pPr>
              <a:lnSpc>
                <a:spcPct val="90000"/>
              </a:lnSpc>
              <a:defRPr sz="4000"/>
            </a:lvl2pPr>
          </a:lstStyle>
          <a:p>
            <a:pPr lvl="0"/>
            <a:r>
              <a:rPr lang="en-GB" noProof="0" dirty="0"/>
              <a:t>Click to edit topline</a:t>
            </a:r>
          </a:p>
          <a:p>
            <a:pPr lvl="1"/>
            <a:r>
              <a:rPr lang="en-GB" noProof="0" dirty="0"/>
              <a:t>Click to edit chapter headline</a:t>
            </a:r>
          </a:p>
        </p:txBody>
      </p:sp>
    </p:spTree>
    <p:extLst>
      <p:ext uri="{BB962C8B-B14F-4D97-AF65-F5344CB8AC3E}">
        <p14:creationId xmlns:p14="http://schemas.microsoft.com/office/powerpoint/2010/main" val="1866107160"/>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0CAC88D1-244E-446D-8A03-B95B1977963B}"/>
              </a:ext>
            </a:extLst>
          </p:cNvPr>
          <p:cNvSpPr>
            <a:spLocks noGrp="1"/>
          </p:cNvSpPr>
          <p:nvPr>
            <p:ph type="body" sz="quarter" idx="23" hasCustomPrompt="1"/>
          </p:nvPr>
        </p:nvSpPr>
        <p:spPr>
          <a:xfrm>
            <a:off x="360364" y="1079500"/>
            <a:ext cx="9359900" cy="5761037"/>
          </a:xfrm>
        </p:spPr>
        <p:txBody>
          <a:bodyPr numCol="2" spcCol="273600"/>
          <a:lstStyle>
            <a:lvl1pPr marL="216000" indent="-216000">
              <a:lnSpc>
                <a:spcPct val="100000"/>
              </a:lnSpc>
              <a:spcBef>
                <a:spcPts val="1200"/>
              </a:spcBef>
              <a:buFont typeface="+mj-lt"/>
              <a:buAutoNum type="arabicPeriod"/>
              <a:defRPr sz="1400"/>
            </a:lvl1pPr>
            <a:lvl2pPr marL="576000" indent="-360000">
              <a:lnSpc>
                <a:spcPct val="100000"/>
              </a:lnSpc>
              <a:buFont typeface="+mj-lt"/>
              <a:buNone/>
              <a:tabLst>
                <a:tab pos="10546550" algn="r"/>
              </a:tabLst>
              <a:defRPr sz="1400" u="none"/>
            </a:lvl2pPr>
          </a:lstStyle>
          <a:p>
            <a:pPr lvl="0"/>
            <a:r>
              <a:rPr lang="en-GB" noProof="0" dirty="0"/>
              <a:t>Chapter</a:t>
            </a:r>
          </a:p>
          <a:p>
            <a:pPr lvl="1"/>
            <a:r>
              <a:rPr lang="en-GB" noProof="0" dirty="0"/>
              <a:t>1.1	Subchapter	Page X</a:t>
            </a:r>
          </a:p>
        </p:txBody>
      </p:sp>
      <p:sp>
        <p:nvSpPr>
          <p:cNvPr id="17" name="Title Placeholder 4">
            <a:extLst>
              <a:ext uri="{FF2B5EF4-FFF2-40B4-BE49-F238E27FC236}">
                <a16:creationId xmlns:a16="http://schemas.microsoft.com/office/drawing/2014/main" id="{C70868BA-483D-9E53-E24E-BC0DE093C457}"/>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
        <p:nvSpPr>
          <p:cNvPr id="2" name="Foliennummernplatzhalter 1">
            <a:extLst>
              <a:ext uri="{FF2B5EF4-FFF2-40B4-BE49-F238E27FC236}">
                <a16:creationId xmlns:a16="http://schemas.microsoft.com/office/drawing/2014/main" id="{4C9C73B6-11EC-60C2-5251-6462E3AB86CB}"/>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3" name="Fußzeilenplatzhalter 2">
            <a:extLst>
              <a:ext uri="{FF2B5EF4-FFF2-40B4-BE49-F238E27FC236}">
                <a16:creationId xmlns:a16="http://schemas.microsoft.com/office/drawing/2014/main" id="{A4664768-DC91-1B83-94BF-C8CC53AB2D90}"/>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Tree>
    <p:extLst>
      <p:ext uri="{BB962C8B-B14F-4D97-AF65-F5344CB8AC3E}">
        <p14:creationId xmlns:p14="http://schemas.microsoft.com/office/powerpoint/2010/main" val="3615821861"/>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75" userDrawn="1">
          <p15:clr>
            <a:srgbClr val="FBAE40"/>
          </p15:clr>
        </p15:guide>
        <p15:guide id="3" pos="307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b">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0CAC88D1-244E-446D-8A03-B95B1977963B}"/>
              </a:ext>
            </a:extLst>
          </p:cNvPr>
          <p:cNvSpPr>
            <a:spLocks noGrp="1"/>
          </p:cNvSpPr>
          <p:nvPr>
            <p:ph type="body" sz="quarter" idx="23" hasCustomPrompt="1"/>
          </p:nvPr>
        </p:nvSpPr>
        <p:spPr>
          <a:xfrm>
            <a:off x="360363" y="1079500"/>
            <a:ext cx="9360262" cy="5761038"/>
          </a:xfrm>
        </p:spPr>
        <p:txBody>
          <a:bodyPr numCol="2" spcCol="273600"/>
          <a:lstStyle>
            <a:lvl1pPr marL="216000" indent="-216000">
              <a:lnSpc>
                <a:spcPct val="100000"/>
              </a:lnSpc>
              <a:spcBef>
                <a:spcPts val="1200"/>
              </a:spcBef>
              <a:buFont typeface="+mj-lt"/>
              <a:buAutoNum type="arabicPeriod"/>
              <a:defRPr sz="1400"/>
            </a:lvl1pPr>
            <a:lvl2pPr marL="504000" indent="-288000">
              <a:lnSpc>
                <a:spcPct val="100000"/>
              </a:lnSpc>
              <a:buFont typeface="+mj-lt"/>
              <a:buNone/>
              <a:tabLst>
                <a:tab pos="10546550" algn="r"/>
              </a:tabLst>
              <a:defRPr sz="1200" u="none"/>
            </a:lvl2pPr>
          </a:lstStyle>
          <a:p>
            <a:pPr lvl="0"/>
            <a:r>
              <a:rPr lang="en-GB" noProof="0" dirty="0"/>
              <a:t>Chapter</a:t>
            </a:r>
          </a:p>
          <a:p>
            <a:pPr lvl="1"/>
            <a:r>
              <a:rPr lang="en-GB" noProof="0" dirty="0"/>
              <a:t>1.1	Subchapter	Page X</a:t>
            </a:r>
          </a:p>
        </p:txBody>
      </p:sp>
      <p:sp>
        <p:nvSpPr>
          <p:cNvPr id="2" name="Foliennummernplatzhalter 1">
            <a:extLst>
              <a:ext uri="{FF2B5EF4-FFF2-40B4-BE49-F238E27FC236}">
                <a16:creationId xmlns:a16="http://schemas.microsoft.com/office/drawing/2014/main" id="{B10B581B-D15B-1690-FF17-0D0EA4D3068E}"/>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3" name="Fußzeilenplatzhalter 2">
            <a:extLst>
              <a:ext uri="{FF2B5EF4-FFF2-40B4-BE49-F238E27FC236}">
                <a16:creationId xmlns:a16="http://schemas.microsoft.com/office/drawing/2014/main" id="{AB79B8D4-8EF0-E8CA-6A0C-FAB72A7D86AD}"/>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5" name="Title Placeholder 4">
            <a:extLst>
              <a:ext uri="{FF2B5EF4-FFF2-40B4-BE49-F238E27FC236}">
                <a16:creationId xmlns:a16="http://schemas.microsoft.com/office/drawing/2014/main" id="{6CFFB68F-F1B5-90CF-82F4-264674EF57E6}"/>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53671075"/>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75" userDrawn="1">
          <p15:clr>
            <a:srgbClr val="FBAE40"/>
          </p15:clr>
        </p15:guide>
        <p15:guide id="3" pos="3075"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c">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0CAC88D1-244E-446D-8A03-B95B1977963B}"/>
              </a:ext>
            </a:extLst>
          </p:cNvPr>
          <p:cNvSpPr>
            <a:spLocks noGrp="1"/>
          </p:cNvSpPr>
          <p:nvPr>
            <p:ph type="body" sz="quarter" idx="23" hasCustomPrompt="1"/>
          </p:nvPr>
        </p:nvSpPr>
        <p:spPr>
          <a:xfrm>
            <a:off x="360363" y="1079500"/>
            <a:ext cx="9349240" cy="5761038"/>
          </a:xfrm>
        </p:spPr>
        <p:txBody>
          <a:bodyPr numCol="2" spcCol="273600"/>
          <a:lstStyle>
            <a:lvl1pPr marL="216000" indent="-216000">
              <a:lnSpc>
                <a:spcPct val="100000"/>
              </a:lnSpc>
              <a:spcBef>
                <a:spcPts val="1200"/>
              </a:spcBef>
              <a:buFont typeface="+mj-lt"/>
              <a:buAutoNum type="arabicPeriod"/>
              <a:defRPr sz="1200"/>
            </a:lvl1pPr>
            <a:lvl2pPr marL="504000" indent="-288000">
              <a:lnSpc>
                <a:spcPct val="100000"/>
              </a:lnSpc>
              <a:buFont typeface="+mj-lt"/>
              <a:buNone/>
              <a:tabLst>
                <a:tab pos="10546550" algn="r"/>
              </a:tabLst>
              <a:defRPr sz="1200" u="none"/>
            </a:lvl2pPr>
          </a:lstStyle>
          <a:p>
            <a:pPr lvl="0"/>
            <a:r>
              <a:rPr lang="en-GB" noProof="0" dirty="0"/>
              <a:t>Chapter</a:t>
            </a:r>
          </a:p>
          <a:p>
            <a:pPr lvl="1"/>
            <a:r>
              <a:rPr lang="en-GB" noProof="0" dirty="0"/>
              <a:t>1.1	Subchapter	Page X</a:t>
            </a:r>
          </a:p>
        </p:txBody>
      </p:sp>
      <p:sp>
        <p:nvSpPr>
          <p:cNvPr id="2" name="Foliennummernplatzhalter 1">
            <a:extLst>
              <a:ext uri="{FF2B5EF4-FFF2-40B4-BE49-F238E27FC236}">
                <a16:creationId xmlns:a16="http://schemas.microsoft.com/office/drawing/2014/main" id="{10EA964F-0994-0B27-683C-C6406AED62AC}"/>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3" name="Fußzeilenplatzhalter 2">
            <a:extLst>
              <a:ext uri="{FF2B5EF4-FFF2-40B4-BE49-F238E27FC236}">
                <a16:creationId xmlns:a16="http://schemas.microsoft.com/office/drawing/2014/main" id="{9EBCA0C4-93B3-F2A8-64EE-C45A2459D7C0}"/>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5" name="Title Placeholder 4">
            <a:extLst>
              <a:ext uri="{FF2B5EF4-FFF2-40B4-BE49-F238E27FC236}">
                <a16:creationId xmlns:a16="http://schemas.microsoft.com/office/drawing/2014/main" id="{161D97B7-C09D-F9A6-9C6B-2D428912D0EB}"/>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617879214"/>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75" userDrawn="1">
          <p15:clr>
            <a:srgbClr val="FBAE40"/>
          </p15:clr>
        </p15:guide>
        <p15:guide id="3" pos="3075"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363" y="1079500"/>
            <a:ext cx="9360262" cy="57610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Foliennummernplatzhalter 1">
            <a:extLst>
              <a:ext uri="{FF2B5EF4-FFF2-40B4-BE49-F238E27FC236}">
                <a16:creationId xmlns:a16="http://schemas.microsoft.com/office/drawing/2014/main" id="{B2BA9447-5469-7868-0768-22587B228869}"/>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4" name="Fußzeilenplatzhalter 2">
            <a:extLst>
              <a:ext uri="{FF2B5EF4-FFF2-40B4-BE49-F238E27FC236}">
                <a16:creationId xmlns:a16="http://schemas.microsoft.com/office/drawing/2014/main" id="{79060EB8-A355-7AC2-E7DC-98C64B9790F2}"/>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0A14A00F-7504-7615-9994-00AB28EECB8F}"/>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1897258233"/>
      </p:ext>
    </p:extLst>
  </p:cSld>
  <p:clrMapOvr>
    <a:masterClrMapping/>
  </p:clrMapOvr>
  <p:transition>
    <p:wipe dir="r"/>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2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79500"/>
            <a:ext cx="4590000" cy="57610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30799" y="1079500"/>
            <a:ext cx="4590000" cy="576103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Foliennummernplatzhalter 1">
            <a:extLst>
              <a:ext uri="{FF2B5EF4-FFF2-40B4-BE49-F238E27FC236}">
                <a16:creationId xmlns:a16="http://schemas.microsoft.com/office/drawing/2014/main" id="{EDA07906-766E-FA30-D659-CCD02E47B28D}"/>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1" name="Fußzeilenplatzhalter 2">
            <a:extLst>
              <a:ext uri="{FF2B5EF4-FFF2-40B4-BE49-F238E27FC236}">
                <a16:creationId xmlns:a16="http://schemas.microsoft.com/office/drawing/2014/main" id="{2491EAF1-7AE9-2BDE-5F3B-7CE6126B156C}"/>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6C3DB9B5-7834-62C1-86EA-CF3A323ECA69}"/>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1304766738"/>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32" userDrawn="1">
          <p15:clr>
            <a:srgbClr val="FBAE40"/>
          </p15:clr>
        </p15:guide>
        <p15:guide id="3" pos="311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c 2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79500"/>
            <a:ext cx="4590000" cy="278951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28225" y="1079500"/>
            <a:ext cx="4590000" cy="278951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Inhaltsplatzhalter 13">
            <a:extLst>
              <a:ext uri="{FF2B5EF4-FFF2-40B4-BE49-F238E27FC236}">
                <a16:creationId xmlns:a16="http://schemas.microsoft.com/office/drawing/2014/main" id="{84CC4C7D-7F5D-1ADB-A30E-CEAD08A0BFE9}"/>
              </a:ext>
            </a:extLst>
          </p:cNvPr>
          <p:cNvSpPr>
            <a:spLocks noGrp="1"/>
          </p:cNvSpPr>
          <p:nvPr>
            <p:ph sz="quarter" idx="12" hasCustomPrompt="1"/>
          </p:nvPr>
        </p:nvSpPr>
        <p:spPr>
          <a:xfrm>
            <a:off x="359999" y="4049712"/>
            <a:ext cx="4590000" cy="27908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Inhaltsplatzhalter 13">
            <a:extLst>
              <a:ext uri="{FF2B5EF4-FFF2-40B4-BE49-F238E27FC236}">
                <a16:creationId xmlns:a16="http://schemas.microsoft.com/office/drawing/2014/main" id="{5C26C813-FC2A-E649-F811-FFA8D670A892}"/>
              </a:ext>
            </a:extLst>
          </p:cNvPr>
          <p:cNvSpPr>
            <a:spLocks noGrp="1"/>
          </p:cNvSpPr>
          <p:nvPr>
            <p:ph sz="quarter" idx="13" hasCustomPrompt="1"/>
          </p:nvPr>
        </p:nvSpPr>
        <p:spPr>
          <a:xfrm>
            <a:off x="5130314" y="4049988"/>
            <a:ext cx="4590000" cy="279055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2" name="Foliennummernplatzhalter 1">
            <a:extLst>
              <a:ext uri="{FF2B5EF4-FFF2-40B4-BE49-F238E27FC236}">
                <a16:creationId xmlns:a16="http://schemas.microsoft.com/office/drawing/2014/main" id="{9C8189E2-FDC1-D1C8-3866-1309E6F961C9}"/>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3" name="Fußzeilenplatzhalter 2">
            <a:extLst>
              <a:ext uri="{FF2B5EF4-FFF2-40B4-BE49-F238E27FC236}">
                <a16:creationId xmlns:a16="http://schemas.microsoft.com/office/drawing/2014/main" id="{70C378B8-63A2-BE4A-159E-B0A8A624686B}"/>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62DB47A4-C4E5-39BE-E3EF-DD81CF9A5D73}"/>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3378228934"/>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32" userDrawn="1">
          <p15:clr>
            <a:srgbClr val="FBAE40"/>
          </p15:clr>
        </p15:guide>
        <p15:guide id="3" pos="3119" userDrawn="1">
          <p15:clr>
            <a:srgbClr val="FBAE40"/>
          </p15:clr>
        </p15:guide>
        <p15:guide id="4" orient="horz" pos="2551" userDrawn="1">
          <p15:clr>
            <a:srgbClr val="FBAE40"/>
          </p15:clr>
        </p15:guide>
        <p15:guide id="5" orient="horz" pos="2437"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80000"/>
            <a:ext cx="3006000" cy="576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Inhaltsplatzhalter 13">
            <a:extLst>
              <a:ext uri="{FF2B5EF4-FFF2-40B4-BE49-F238E27FC236}">
                <a16:creationId xmlns:a16="http://schemas.microsoft.com/office/drawing/2014/main" id="{5CA372FA-9895-0C5F-1EC7-D1A032F9AA68}"/>
              </a:ext>
            </a:extLst>
          </p:cNvPr>
          <p:cNvSpPr>
            <a:spLocks noGrp="1"/>
          </p:cNvSpPr>
          <p:nvPr>
            <p:ph sz="quarter" idx="11" hasCustomPrompt="1"/>
          </p:nvPr>
        </p:nvSpPr>
        <p:spPr>
          <a:xfrm>
            <a:off x="3537131" y="1078386"/>
            <a:ext cx="3006000" cy="576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Inhaltsplatzhalter 13">
            <a:extLst>
              <a:ext uri="{FF2B5EF4-FFF2-40B4-BE49-F238E27FC236}">
                <a16:creationId xmlns:a16="http://schemas.microsoft.com/office/drawing/2014/main" id="{883BB2EE-32A9-3A08-7709-8604193B1BDA}"/>
              </a:ext>
            </a:extLst>
          </p:cNvPr>
          <p:cNvSpPr>
            <a:spLocks noGrp="1"/>
          </p:cNvSpPr>
          <p:nvPr>
            <p:ph sz="quarter" idx="12" hasCustomPrompt="1"/>
          </p:nvPr>
        </p:nvSpPr>
        <p:spPr>
          <a:xfrm>
            <a:off x="6714263" y="1080000"/>
            <a:ext cx="3006000" cy="576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Foliennummernplatzhalter 1">
            <a:extLst>
              <a:ext uri="{FF2B5EF4-FFF2-40B4-BE49-F238E27FC236}">
                <a16:creationId xmlns:a16="http://schemas.microsoft.com/office/drawing/2014/main" id="{3EFDFF10-F754-A5BC-0CA8-F75F4E9ED14F}"/>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2" name="Fußzeilenplatzhalter 2">
            <a:extLst>
              <a:ext uri="{FF2B5EF4-FFF2-40B4-BE49-F238E27FC236}">
                <a16:creationId xmlns:a16="http://schemas.microsoft.com/office/drawing/2014/main" id="{F72CC4D9-6245-CD06-3682-452D29B1C0C9}"/>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2" name="Title Placeholder 4">
            <a:extLst>
              <a:ext uri="{FF2B5EF4-FFF2-40B4-BE49-F238E27FC236}">
                <a16:creationId xmlns:a16="http://schemas.microsoft.com/office/drawing/2014/main" id="{31AB71D7-74DF-7A43-DBC4-A12A71311B00}"/>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1382154901"/>
      </p:ext>
    </p:extLst>
  </p:cSld>
  <p:clrMapOvr>
    <a:masterClrMapping/>
  </p:clrMapOvr>
  <p:transition>
    <p:wipe dir="r"/>
  </p:transition>
  <p:extLst>
    <p:ext uri="{DCECCB84-F9BA-43D5-87BE-67443E8EF086}">
      <p15:sldGuideLst xmlns:p15="http://schemas.microsoft.com/office/powerpoint/2012/main">
        <p15:guide id="4" pos="2121" userDrawn="1">
          <p15:clr>
            <a:srgbClr val="FBAE40"/>
          </p15:clr>
        </p15:guide>
        <p15:guide id="5" pos="2226" userDrawn="1">
          <p15:clr>
            <a:srgbClr val="FBAE40"/>
          </p15:clr>
        </p15:guide>
        <p15:guide id="6" pos="4123" userDrawn="1">
          <p15:clr>
            <a:srgbClr val="FBAE40"/>
          </p15:clr>
        </p15:guide>
        <p15:guide id="7" pos="423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Content 3c 1p">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080000"/>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 name="Inhaltsplatzhalter 13">
            <a:extLst>
              <a:ext uri="{FF2B5EF4-FFF2-40B4-BE49-F238E27FC236}">
                <a16:creationId xmlns:a16="http://schemas.microsoft.com/office/drawing/2014/main" id="{5CA372FA-9895-0C5F-1EC7-D1A032F9AA68}"/>
              </a:ext>
            </a:extLst>
          </p:cNvPr>
          <p:cNvSpPr>
            <a:spLocks noGrp="1"/>
          </p:cNvSpPr>
          <p:nvPr>
            <p:ph sz="quarter" idx="11" hasCustomPrompt="1"/>
          </p:nvPr>
        </p:nvSpPr>
        <p:spPr>
          <a:xfrm>
            <a:off x="3531073" y="1079499"/>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11" name="Inhaltsplatzhalter 13">
            <a:extLst>
              <a:ext uri="{FF2B5EF4-FFF2-40B4-BE49-F238E27FC236}">
                <a16:creationId xmlns:a16="http://schemas.microsoft.com/office/drawing/2014/main" id="{883BB2EE-32A9-3A08-7709-8604193B1BDA}"/>
              </a:ext>
            </a:extLst>
          </p:cNvPr>
          <p:cNvSpPr>
            <a:spLocks noGrp="1"/>
          </p:cNvSpPr>
          <p:nvPr>
            <p:ph sz="quarter" idx="12" hasCustomPrompt="1"/>
          </p:nvPr>
        </p:nvSpPr>
        <p:spPr>
          <a:xfrm>
            <a:off x="6714626" y="1078386"/>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7" name="Foliennummernplatzhalter 1">
            <a:extLst>
              <a:ext uri="{FF2B5EF4-FFF2-40B4-BE49-F238E27FC236}">
                <a16:creationId xmlns:a16="http://schemas.microsoft.com/office/drawing/2014/main" id="{3EFDFF10-F754-A5BC-0CA8-F75F4E9ED14F}"/>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2" name="Fußzeilenplatzhalter 2">
            <a:extLst>
              <a:ext uri="{FF2B5EF4-FFF2-40B4-BE49-F238E27FC236}">
                <a16:creationId xmlns:a16="http://schemas.microsoft.com/office/drawing/2014/main" id="{F72CC4D9-6245-CD06-3682-452D29B1C0C9}"/>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Inhaltsplatzhalter 13">
            <a:extLst>
              <a:ext uri="{FF2B5EF4-FFF2-40B4-BE49-F238E27FC236}">
                <a16:creationId xmlns:a16="http://schemas.microsoft.com/office/drawing/2014/main" id="{9608D225-0E2F-E0B6-6A7F-C7DF3B15DA4E}"/>
              </a:ext>
            </a:extLst>
          </p:cNvPr>
          <p:cNvSpPr>
            <a:spLocks noGrp="1"/>
          </p:cNvSpPr>
          <p:nvPr>
            <p:ph sz="quarter" idx="13" hasCustomPrompt="1"/>
          </p:nvPr>
        </p:nvSpPr>
        <p:spPr>
          <a:xfrm>
            <a:off x="360000" y="4060800"/>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6" name="Inhaltsplatzhalter 13">
            <a:extLst>
              <a:ext uri="{FF2B5EF4-FFF2-40B4-BE49-F238E27FC236}">
                <a16:creationId xmlns:a16="http://schemas.microsoft.com/office/drawing/2014/main" id="{1C8002AC-05F5-F28D-DD1B-02671AB3EC15}"/>
              </a:ext>
            </a:extLst>
          </p:cNvPr>
          <p:cNvSpPr>
            <a:spLocks noGrp="1"/>
          </p:cNvSpPr>
          <p:nvPr>
            <p:ph sz="quarter" idx="14" hasCustomPrompt="1"/>
          </p:nvPr>
        </p:nvSpPr>
        <p:spPr>
          <a:xfrm>
            <a:off x="3527425" y="4060824"/>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8" name="Inhaltsplatzhalter 13">
            <a:extLst>
              <a:ext uri="{FF2B5EF4-FFF2-40B4-BE49-F238E27FC236}">
                <a16:creationId xmlns:a16="http://schemas.microsoft.com/office/drawing/2014/main" id="{AEE5C3A9-4054-6082-55A3-74D64DADB545}"/>
              </a:ext>
            </a:extLst>
          </p:cNvPr>
          <p:cNvSpPr>
            <a:spLocks noGrp="1"/>
          </p:cNvSpPr>
          <p:nvPr>
            <p:ph sz="quarter" idx="15" hasCustomPrompt="1"/>
          </p:nvPr>
        </p:nvSpPr>
        <p:spPr>
          <a:xfrm>
            <a:off x="6714626" y="4059711"/>
            <a:ext cx="3006000" cy="279000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Title Placeholder 4">
            <a:extLst>
              <a:ext uri="{FF2B5EF4-FFF2-40B4-BE49-F238E27FC236}">
                <a16:creationId xmlns:a16="http://schemas.microsoft.com/office/drawing/2014/main" id="{FB050403-12BB-6064-5BD4-51CF64447517}"/>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4048819190"/>
      </p:ext>
    </p:extLst>
  </p:cSld>
  <p:clrMapOvr>
    <a:masterClrMapping/>
  </p:clrMapOvr>
  <p:transition>
    <p:wipe dir="r"/>
  </p:transition>
  <p:extLst>
    <p:ext uri="{DCECCB84-F9BA-43D5-87BE-67443E8EF086}">
      <p15:sldGuideLst xmlns:p15="http://schemas.microsoft.com/office/powerpoint/2012/main">
        <p15:guide id="4" pos="2120" userDrawn="1">
          <p15:clr>
            <a:srgbClr val="FBAE40"/>
          </p15:clr>
        </p15:guide>
        <p15:guide id="5" pos="2222" userDrawn="1">
          <p15:clr>
            <a:srgbClr val="FBAE40"/>
          </p15:clr>
        </p15:guide>
        <p15:guide id="6" pos="4117" userDrawn="1">
          <p15:clr>
            <a:srgbClr val="FBAE40"/>
          </p15:clr>
        </p15:guide>
        <p15:guide id="7" pos="4229" userDrawn="1">
          <p15:clr>
            <a:srgbClr val="FBAE40"/>
          </p15:clr>
        </p15:guide>
        <p15:guide id="8" orient="horz" pos="2438" userDrawn="1">
          <p15:clr>
            <a:srgbClr val="FBAE40"/>
          </p15:clr>
        </p15:guide>
        <p15:guide id="9" orient="horz" pos="2557"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c 1p blue box a">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1413" y="1078435"/>
            <a:ext cx="4590000" cy="5761580"/>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30800" y="1079500"/>
            <a:ext cx="4589463" cy="5761580"/>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Foliennummernplatzhalter 1">
            <a:extLst>
              <a:ext uri="{FF2B5EF4-FFF2-40B4-BE49-F238E27FC236}">
                <a16:creationId xmlns:a16="http://schemas.microsoft.com/office/drawing/2014/main" id="{D8BA2580-6B65-E671-85ED-1F289744E843}"/>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7" name="Fußzeilenplatzhalter 2">
            <a:extLst>
              <a:ext uri="{FF2B5EF4-FFF2-40B4-BE49-F238E27FC236}">
                <a16:creationId xmlns:a16="http://schemas.microsoft.com/office/drawing/2014/main" id="{1987F3C0-EA5B-5806-DF31-E3F133AFDF11}"/>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5A4172D5-1B4D-670C-33E7-2E2E1F305351}"/>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744403096"/>
      </p:ext>
    </p:extLst>
  </p:cSld>
  <p:clrMapOvr>
    <a:masterClrMapping/>
  </p:clrMapOvr>
  <p:transition>
    <p:wipe dir="r"/>
  </p:transition>
  <p:extLst>
    <p:ext uri="{DCECCB84-F9BA-43D5-87BE-67443E8EF086}">
      <p15:sldGuideLst xmlns:p15="http://schemas.microsoft.com/office/powerpoint/2012/main">
        <p15:guide id="1" pos="3175" userDrawn="1">
          <p15:clr>
            <a:srgbClr val="FBAE40"/>
          </p15:clr>
        </p15:guide>
        <p15:guide id="2" pos="3232" userDrawn="1">
          <p15:clr>
            <a:srgbClr val="FBAE40"/>
          </p15:clr>
        </p15:guide>
        <p15:guide id="3" pos="3119"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2c 1p blue box b">
    <p:spTree>
      <p:nvGrpSpPr>
        <p:cNvPr id="1" name=""/>
        <p:cNvGrpSpPr/>
        <p:nvPr/>
      </p:nvGrpSpPr>
      <p:grpSpPr>
        <a:xfrm>
          <a:off x="0" y="0"/>
          <a:ext cx="0" cy="0"/>
          <a:chOff x="0" y="0"/>
          <a:chExt cx="0" cy="0"/>
        </a:xfrm>
      </p:grpSpPr>
      <p:sp>
        <p:nvSpPr>
          <p:cNvPr id="14" name="Inhaltsplatzhalter 13">
            <a:extLst>
              <a:ext uri="{FF2B5EF4-FFF2-40B4-BE49-F238E27FC236}">
                <a16:creationId xmlns:a16="http://schemas.microsoft.com/office/drawing/2014/main" id="{D3A92151-B6D0-8782-A8E4-6A94BC6E4793}"/>
              </a:ext>
            </a:extLst>
          </p:cNvPr>
          <p:cNvSpPr>
            <a:spLocks noGrp="1"/>
          </p:cNvSpPr>
          <p:nvPr>
            <p:ph sz="quarter" idx="10" hasCustomPrompt="1"/>
          </p:nvPr>
        </p:nvSpPr>
        <p:spPr>
          <a:xfrm>
            <a:off x="360000" y="1481138"/>
            <a:ext cx="4590000" cy="5358862"/>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Inhaltsplatzhalter 13">
            <a:extLst>
              <a:ext uri="{FF2B5EF4-FFF2-40B4-BE49-F238E27FC236}">
                <a16:creationId xmlns:a16="http://schemas.microsoft.com/office/drawing/2014/main" id="{54D13192-5D33-EA9A-E52F-CF35A0371181}"/>
              </a:ext>
            </a:extLst>
          </p:cNvPr>
          <p:cNvSpPr>
            <a:spLocks noGrp="1"/>
          </p:cNvSpPr>
          <p:nvPr>
            <p:ph sz="quarter" idx="11" hasCustomPrompt="1"/>
          </p:nvPr>
        </p:nvSpPr>
        <p:spPr>
          <a:xfrm>
            <a:off x="5130311" y="1481138"/>
            <a:ext cx="4590000" cy="5358862"/>
          </a:xfrm>
          <a:solidFill>
            <a:srgbClr val="E5F6FC"/>
          </a:solidFill>
        </p:spPr>
        <p:txBody>
          <a:bodyPr lIns="108000" tIns="108000" rIns="108000" bIns="108000"/>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extplatzhalter 4">
            <a:extLst>
              <a:ext uri="{FF2B5EF4-FFF2-40B4-BE49-F238E27FC236}">
                <a16:creationId xmlns:a16="http://schemas.microsoft.com/office/drawing/2014/main" id="{5857D3E1-ED2A-BFB9-AD11-2FCA92D5B056}"/>
              </a:ext>
            </a:extLst>
          </p:cNvPr>
          <p:cNvSpPr>
            <a:spLocks noGrp="1"/>
          </p:cNvSpPr>
          <p:nvPr>
            <p:ph type="body" sz="quarter" idx="12" hasCustomPrompt="1"/>
          </p:nvPr>
        </p:nvSpPr>
        <p:spPr>
          <a:xfrm>
            <a:off x="360000" y="1079500"/>
            <a:ext cx="4590000" cy="360000"/>
          </a:xfrm>
          <a:solidFill>
            <a:srgbClr val="1E2A78"/>
          </a:solidFill>
        </p:spPr>
        <p:txBody>
          <a:bodyPr lIns="108000" anchor="ctr" anchorCtr="0"/>
          <a:lstStyle>
            <a:lvl1pPr>
              <a:defRPr>
                <a:solidFill>
                  <a:schemeClr val="bg1"/>
                </a:solidFill>
              </a:defRPr>
            </a:lvl1pPr>
          </a:lstStyle>
          <a:p>
            <a:pPr lvl="0"/>
            <a:r>
              <a:rPr lang="de-DE" dirty="0"/>
              <a:t>Edit Master </a:t>
            </a:r>
            <a:r>
              <a:rPr lang="de-DE" dirty="0" err="1"/>
              <a:t>text</a:t>
            </a:r>
            <a:r>
              <a:rPr lang="de-DE" dirty="0"/>
              <a:t> style</a:t>
            </a:r>
          </a:p>
        </p:txBody>
      </p:sp>
      <p:sp>
        <p:nvSpPr>
          <p:cNvPr id="7" name="Textplatzhalter 4">
            <a:extLst>
              <a:ext uri="{FF2B5EF4-FFF2-40B4-BE49-F238E27FC236}">
                <a16:creationId xmlns:a16="http://schemas.microsoft.com/office/drawing/2014/main" id="{9F643515-DC98-8830-840D-88F0A16EFCEF}"/>
              </a:ext>
            </a:extLst>
          </p:cNvPr>
          <p:cNvSpPr>
            <a:spLocks noGrp="1"/>
          </p:cNvSpPr>
          <p:nvPr>
            <p:ph type="body" sz="quarter" idx="13" hasCustomPrompt="1"/>
          </p:nvPr>
        </p:nvSpPr>
        <p:spPr>
          <a:xfrm>
            <a:off x="5130312" y="1079500"/>
            <a:ext cx="4590000" cy="360000"/>
          </a:xfrm>
          <a:solidFill>
            <a:srgbClr val="1E2A78"/>
          </a:solidFill>
        </p:spPr>
        <p:txBody>
          <a:bodyPr lIns="108000" anchor="ctr" anchorCtr="0"/>
          <a:lstStyle>
            <a:lvl1pPr>
              <a:defRPr>
                <a:solidFill>
                  <a:schemeClr val="bg1"/>
                </a:solidFill>
              </a:defRPr>
            </a:lvl1pPr>
          </a:lstStyle>
          <a:p>
            <a:pPr lvl="0"/>
            <a:r>
              <a:rPr lang="de-DE" dirty="0"/>
              <a:t>Edit Master </a:t>
            </a:r>
            <a:r>
              <a:rPr lang="de-DE" dirty="0" err="1"/>
              <a:t>text</a:t>
            </a:r>
            <a:r>
              <a:rPr lang="de-DE" dirty="0"/>
              <a:t> style</a:t>
            </a:r>
          </a:p>
        </p:txBody>
      </p:sp>
      <p:sp>
        <p:nvSpPr>
          <p:cNvPr id="11" name="Foliennummernplatzhalter 1">
            <a:extLst>
              <a:ext uri="{FF2B5EF4-FFF2-40B4-BE49-F238E27FC236}">
                <a16:creationId xmlns:a16="http://schemas.microsoft.com/office/drawing/2014/main" id="{73F890E3-3DAD-3ED9-4BE1-560F1C0A5220}"/>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12" name="Fußzeilenplatzhalter 2">
            <a:extLst>
              <a:ext uri="{FF2B5EF4-FFF2-40B4-BE49-F238E27FC236}">
                <a16:creationId xmlns:a16="http://schemas.microsoft.com/office/drawing/2014/main" id="{F908E866-3C10-27CB-3F01-1E7A8FE79415}"/>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3DB6ECE0-6AA3-D330-E86F-D60A2046E6D6}"/>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510093149"/>
      </p:ext>
    </p:extLst>
  </p:cSld>
  <p:clrMapOvr>
    <a:masterClrMapping/>
  </p:clrMapOvr>
  <p:transition>
    <p:wipe dir="r"/>
  </p:transition>
  <p:extLst>
    <p:ext uri="{DCECCB84-F9BA-43D5-87BE-67443E8EF086}">
      <p15:sldGuideLst xmlns:p15="http://schemas.microsoft.com/office/powerpoint/2012/main">
        <p15:guide id="2" pos="3232" userDrawn="1">
          <p15:clr>
            <a:srgbClr val="FBAE40"/>
          </p15:clr>
        </p15:guide>
        <p15:guide id="3" pos="3117" userDrawn="1">
          <p15:clr>
            <a:srgbClr val="FBAE40"/>
          </p15:clr>
        </p15:guide>
        <p15:guide id="4" pos="3175"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4" name="Foliennummernplatzhalter 1">
            <a:extLst>
              <a:ext uri="{FF2B5EF4-FFF2-40B4-BE49-F238E27FC236}">
                <a16:creationId xmlns:a16="http://schemas.microsoft.com/office/drawing/2014/main" id="{B9B1580A-9996-FD3B-625D-DEC9D657BDED}"/>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5" name="Fußzeilenplatzhalter 2">
            <a:extLst>
              <a:ext uri="{FF2B5EF4-FFF2-40B4-BE49-F238E27FC236}">
                <a16:creationId xmlns:a16="http://schemas.microsoft.com/office/drawing/2014/main" id="{31808BEF-EDD7-0235-C4A9-EFE579485402}"/>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5A9305F8-2D69-8914-E826-8E61F1E22BA2}"/>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412186748"/>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liennummernplatzhalter 1">
            <a:extLst>
              <a:ext uri="{FF2B5EF4-FFF2-40B4-BE49-F238E27FC236}">
                <a16:creationId xmlns:a16="http://schemas.microsoft.com/office/drawing/2014/main" id="{E8ECB64E-3D08-50FE-5A76-8469E0F29E31}"/>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5" name="Fußzeilenplatzhalter 2">
            <a:extLst>
              <a:ext uri="{FF2B5EF4-FFF2-40B4-BE49-F238E27FC236}">
                <a16:creationId xmlns:a16="http://schemas.microsoft.com/office/drawing/2014/main" id="{296DFD76-B763-F42F-A2F0-25364E37730A}"/>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Tree>
    <p:extLst>
      <p:ext uri="{BB962C8B-B14F-4D97-AF65-F5344CB8AC3E}">
        <p14:creationId xmlns:p14="http://schemas.microsoft.com/office/powerpoint/2010/main" val="4290927744"/>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sclaimer a">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1234A8AF-6BA9-11CB-30CE-F32AC5ED34A0}"/>
              </a:ext>
            </a:extLst>
          </p:cNvPr>
          <p:cNvSpPr>
            <a:spLocks noGrp="1"/>
          </p:cNvSpPr>
          <p:nvPr>
            <p:ph type="body" sz="quarter" idx="10" hasCustomPrompt="1"/>
          </p:nvPr>
        </p:nvSpPr>
        <p:spPr>
          <a:xfrm>
            <a:off x="359999" y="1079500"/>
            <a:ext cx="9360000" cy="5761038"/>
          </a:xfrm>
        </p:spPr>
        <p:txBody>
          <a:bodyPr/>
          <a:lstStyle>
            <a:lvl1pPr>
              <a:defRPr sz="1200">
                <a:solidFill>
                  <a:schemeClr val="tx1"/>
                </a:solidFill>
              </a:defRPr>
            </a:lvl1pPr>
            <a:lvl2pPr>
              <a:defRPr sz="1470">
                <a:solidFill>
                  <a:srgbClr val="8794A1"/>
                </a:solidFill>
              </a:defRPr>
            </a:lvl2pPr>
            <a:lvl3pPr>
              <a:defRPr sz="1200">
                <a:solidFill>
                  <a:schemeClr val="tx1"/>
                </a:solidFill>
              </a:defRPr>
            </a:lvl3pPr>
            <a:lvl4pPr>
              <a:defRPr sz="1000">
                <a:solidFill>
                  <a:schemeClr val="tx1"/>
                </a:solidFill>
              </a:defRPr>
            </a:lvl4pPr>
            <a:lvl5pPr>
              <a:defRPr>
                <a:solidFill>
                  <a:srgbClr val="8794A1"/>
                </a:solidFill>
              </a:defRPr>
            </a:lvl5pPr>
          </a:lstStyle>
          <a:p>
            <a:pPr lvl="0"/>
            <a:r>
              <a:rPr lang="de-DE" dirty="0"/>
              <a:t>Disclaimer </a:t>
            </a:r>
            <a:r>
              <a:rPr lang="de-DE" dirty="0" err="1"/>
              <a:t>text</a:t>
            </a:r>
            <a:endParaRPr lang="de-DE" dirty="0"/>
          </a:p>
          <a:p>
            <a:pPr lvl="2"/>
            <a:r>
              <a:rPr lang="de-DE" dirty="0"/>
              <a:t>Second Level</a:t>
            </a:r>
          </a:p>
          <a:p>
            <a:pPr lvl="3"/>
            <a:r>
              <a:rPr lang="de-DE" dirty="0"/>
              <a:t>Third </a:t>
            </a:r>
            <a:r>
              <a:rPr lang="de-DE" dirty="0" err="1"/>
              <a:t>level</a:t>
            </a:r>
            <a:endParaRPr lang="de-DE" dirty="0"/>
          </a:p>
        </p:txBody>
      </p:sp>
      <p:sp>
        <p:nvSpPr>
          <p:cNvPr id="5" name="Foliennummernplatzhalter 1">
            <a:extLst>
              <a:ext uri="{FF2B5EF4-FFF2-40B4-BE49-F238E27FC236}">
                <a16:creationId xmlns:a16="http://schemas.microsoft.com/office/drawing/2014/main" id="{E1C1CEF6-79F6-6B91-1022-D432254E50CF}"/>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7" name="Fußzeilenplatzhalter 2">
            <a:extLst>
              <a:ext uri="{FF2B5EF4-FFF2-40B4-BE49-F238E27FC236}">
                <a16:creationId xmlns:a16="http://schemas.microsoft.com/office/drawing/2014/main" id="{6BBEE40E-A09F-A900-3F57-EE8BB063965D}"/>
              </a:ext>
            </a:extLst>
          </p:cNvPr>
          <p:cNvSpPr>
            <a:spLocks noGrp="1"/>
          </p:cNvSpPr>
          <p:nvPr>
            <p:ph type="ftr" sz="quarter" idx="3"/>
          </p:nvPr>
        </p:nvSpPr>
        <p:spPr>
          <a:xfrm>
            <a:off x="2548625" y="7201442"/>
            <a:ext cx="4937081" cy="179412"/>
          </a:xfrm>
          <a:prstGeom prst="rect">
            <a:avLst/>
          </a:prstGeom>
        </p:spPr>
        <p:txBody>
          <a:bodyPr vert="horz" lIns="0" tIns="0" rIns="0" bIns="0" rtlCol="0" anchor="t" anchorCtr="0"/>
          <a:lstStyle>
            <a:lvl1pPr algn="l">
              <a:lnSpc>
                <a:spcPts val="900"/>
              </a:lnSpc>
              <a:defRPr sz="900">
                <a:solidFill>
                  <a:srgbClr val="1E2A78"/>
                </a:solidFill>
                <a:latin typeface="+mn-lt"/>
                <a:cs typeface="Deutsche Bank Text" panose="020B0503020202030204" pitchFamily="34" charset="0"/>
              </a:defRPr>
            </a:lvl1pPr>
          </a:lstStyle>
          <a:p>
            <a:pPr>
              <a:defRPr/>
            </a:pPr>
            <a:r>
              <a:rPr lang="en-GB" dirty="0">
                <a:ea typeface="Deutsche Bank Text" panose="020B0503020202030204" pitchFamily="34" charset="0"/>
              </a:rPr>
              <a:t>Speaker name. Name of event or project. Date</a:t>
            </a:r>
          </a:p>
        </p:txBody>
      </p:sp>
      <p:sp>
        <p:nvSpPr>
          <p:cNvPr id="3" name="Title Placeholder 4">
            <a:extLst>
              <a:ext uri="{FF2B5EF4-FFF2-40B4-BE49-F238E27FC236}">
                <a16:creationId xmlns:a16="http://schemas.microsoft.com/office/drawing/2014/main" id="{EF60BCFC-7CF4-3F2D-0768-C628662C7A57}"/>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p>
            <a:r>
              <a:rPr lang="en-GB" noProof="0" dirty="0"/>
              <a:t>Edit Master title style</a:t>
            </a:r>
          </a:p>
        </p:txBody>
      </p:sp>
    </p:spTree>
    <p:extLst>
      <p:ext uri="{BB962C8B-B14F-4D97-AF65-F5344CB8AC3E}">
        <p14:creationId xmlns:p14="http://schemas.microsoft.com/office/powerpoint/2010/main" val="286038371"/>
      </p:ext>
    </p:extLst>
  </p:cSld>
  <p:clrMapOvr>
    <a:masterClrMapping/>
  </p:clrMapOvr>
  <p:transition>
    <p:wipe dir="r"/>
  </p:transition>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ue content a">
    <p:bg>
      <p:bgPr>
        <a:gradFill>
          <a:gsLst>
            <a:gs pos="0">
              <a:srgbClr val="16184E"/>
            </a:gs>
            <a:gs pos="60000">
              <a:srgbClr val="121D69"/>
            </a:gs>
            <a:gs pos="100000">
              <a:srgbClr val="1E2A78"/>
            </a:gs>
          </a:gsLst>
          <a:lin ang="16200000" scaled="0"/>
        </a:gradFill>
        <a:effectLst/>
      </p:bgPr>
    </p:bg>
    <p:spTree>
      <p:nvGrpSpPr>
        <p:cNvPr id="1" name=""/>
        <p:cNvGrpSpPr/>
        <p:nvPr/>
      </p:nvGrpSpPr>
      <p:grpSpPr>
        <a:xfrm>
          <a:off x="0" y="0"/>
          <a:ext cx="0" cy="0"/>
          <a:chOff x="0" y="0"/>
          <a:chExt cx="0" cy="0"/>
        </a:xfrm>
      </p:grpSpPr>
      <p:sp>
        <p:nvSpPr>
          <p:cNvPr id="3" name="Foliennummernplatzhalter 1">
            <a:extLst>
              <a:ext uri="{FF2B5EF4-FFF2-40B4-BE49-F238E27FC236}">
                <a16:creationId xmlns:a16="http://schemas.microsoft.com/office/drawing/2014/main" id="{69C42C2B-E994-FBE1-4E9E-1F58C62381A1}"/>
              </a:ext>
            </a:extLst>
          </p:cNvPr>
          <p:cNvSpPr>
            <a:spLocks noGrp="1"/>
          </p:cNvSpPr>
          <p:nvPr>
            <p:ph type="sldNum" sz="quarter" idx="4"/>
          </p:nvPr>
        </p:nvSpPr>
        <p:spPr>
          <a:xfrm>
            <a:off x="9361488" y="7200899"/>
            <a:ext cx="348115" cy="183364"/>
          </a:xfrm>
          <a:prstGeom prst="rect">
            <a:avLst/>
          </a:prstGeom>
        </p:spPr>
        <p:txBody>
          <a:bodyPr vert="horz" lIns="0" tIns="0" rIns="0" bIns="0" rtlCol="0" anchor="t" anchorCtr="0"/>
          <a:lstStyle>
            <a:lvl1pPr algn="r">
              <a:lnSpc>
                <a:spcPts val="900"/>
              </a:lnSpc>
              <a:defRPr sz="900">
                <a:solidFill>
                  <a:schemeClr val="bg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8" name="Fußzeilenplatzhalter 2">
            <a:extLst>
              <a:ext uri="{FF2B5EF4-FFF2-40B4-BE49-F238E27FC236}">
                <a16:creationId xmlns:a16="http://schemas.microsoft.com/office/drawing/2014/main" id="{D9F97F99-CD7A-AD34-F53A-63621B912EBB}"/>
              </a:ext>
            </a:extLst>
          </p:cNvPr>
          <p:cNvSpPr>
            <a:spLocks noGrp="1"/>
          </p:cNvSpPr>
          <p:nvPr>
            <p:ph type="ftr" sz="quarter" idx="3"/>
          </p:nvPr>
        </p:nvSpPr>
        <p:spPr>
          <a:xfrm>
            <a:off x="2537603" y="7200899"/>
            <a:ext cx="4937081" cy="183194"/>
          </a:xfrm>
          <a:prstGeom prst="rect">
            <a:avLst/>
          </a:prstGeom>
        </p:spPr>
        <p:txBody>
          <a:bodyPr vert="horz" lIns="0" tIns="0" rIns="0" bIns="0" rtlCol="0" anchor="t" anchorCtr="0"/>
          <a:lstStyle>
            <a:lvl1pPr algn="l">
              <a:lnSpc>
                <a:spcPts val="900"/>
              </a:lnSpc>
              <a:defRPr sz="900">
                <a:solidFill>
                  <a:schemeClr val="bg1"/>
                </a:solidFill>
                <a:latin typeface="+mn-lt"/>
                <a:cs typeface="Deutsche Bank Text" panose="020B0503020202030204" pitchFamily="34" charset="0"/>
              </a:defRPr>
            </a:lvl1p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10" name="Grafik 9">
            <a:extLst>
              <a:ext uri="{FF2B5EF4-FFF2-40B4-BE49-F238E27FC236}">
                <a16:creationId xmlns:a16="http://schemas.microsoft.com/office/drawing/2014/main" id="{0B884D4E-2E62-A2AC-08DE-431DAE758A58}"/>
              </a:ext>
            </a:extLst>
          </p:cNvPr>
          <p:cNvSpPr>
            <a:spLocks/>
          </p:cNvSpPr>
          <p:nvPr userDrawn="1"/>
        </p:nvSpPr>
        <p:spPr>
          <a:xfrm>
            <a:off x="9365703" y="358775"/>
            <a:ext cx="360000" cy="360000"/>
          </a:xfrm>
          <a:custGeom>
            <a:avLst/>
            <a:gdLst>
              <a:gd name="connsiteX0" fmla="*/ 385667 w 2699994"/>
              <a:gd name="connsiteY0" fmla="*/ 2314346 h 2700004"/>
              <a:gd name="connsiteX1" fmla="*/ 2314146 w 2699994"/>
              <a:gd name="connsiteY1" fmla="*/ 2314346 h 2700004"/>
              <a:gd name="connsiteX2" fmla="*/ 2314146 w 2699994"/>
              <a:gd name="connsiteY2" fmla="*/ 385658 h 2700004"/>
              <a:gd name="connsiteX3" fmla="*/ 385667 w 2699994"/>
              <a:gd name="connsiteY3" fmla="*/ 385658 h 2700004"/>
              <a:gd name="connsiteX4" fmla="*/ 385667 w 2699994"/>
              <a:gd name="connsiteY4" fmla="*/ 2314346 h 2700004"/>
              <a:gd name="connsiteX5" fmla="*/ 0 w 2699994"/>
              <a:gd name="connsiteY5" fmla="*/ 0 h 2700004"/>
              <a:gd name="connsiteX6" fmla="*/ 2699995 w 2699994"/>
              <a:gd name="connsiteY6" fmla="*/ 0 h 2700004"/>
              <a:gd name="connsiteX7" fmla="*/ 2699995 w 2699994"/>
              <a:gd name="connsiteY7" fmla="*/ 2700004 h 2700004"/>
              <a:gd name="connsiteX8" fmla="*/ 0 w 2699994"/>
              <a:gd name="connsiteY8" fmla="*/ 2700004 h 2700004"/>
              <a:gd name="connsiteX9" fmla="*/ 0 w 2699994"/>
              <a:gd name="connsiteY9" fmla="*/ 0 h 2700004"/>
              <a:gd name="connsiteX10" fmla="*/ 582549 w 2699994"/>
              <a:gd name="connsiteY10" fmla="*/ 2051971 h 2700004"/>
              <a:gd name="connsiteX11" fmla="*/ 1635709 w 2699994"/>
              <a:gd name="connsiteY11" fmla="*/ 648033 h 2700004"/>
              <a:gd name="connsiteX12" fmla="*/ 2117874 w 2699994"/>
              <a:gd name="connsiteY12" fmla="*/ 648033 h 2700004"/>
              <a:gd name="connsiteX13" fmla="*/ 1064714 w 2699994"/>
              <a:gd name="connsiteY13" fmla="*/ 2051971 h 2700004"/>
              <a:gd name="connsiteX14" fmla="*/ 582549 w 2699994"/>
              <a:gd name="connsiteY14" fmla="*/ 2051971 h 270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99994" h="2700004">
                <a:moveTo>
                  <a:pt x="385667" y="2314346"/>
                </a:moveTo>
                <a:lnTo>
                  <a:pt x="2314146" y="2314346"/>
                </a:lnTo>
                <a:lnTo>
                  <a:pt x="2314146" y="385658"/>
                </a:lnTo>
                <a:lnTo>
                  <a:pt x="385667" y="385658"/>
                </a:lnTo>
                <a:lnTo>
                  <a:pt x="385667" y="2314346"/>
                </a:lnTo>
                <a:close/>
                <a:moveTo>
                  <a:pt x="0" y="0"/>
                </a:moveTo>
                <a:lnTo>
                  <a:pt x="2699995" y="0"/>
                </a:lnTo>
                <a:lnTo>
                  <a:pt x="2699995" y="2700004"/>
                </a:lnTo>
                <a:lnTo>
                  <a:pt x="0" y="2700004"/>
                </a:lnTo>
                <a:lnTo>
                  <a:pt x="0" y="0"/>
                </a:lnTo>
                <a:close/>
                <a:moveTo>
                  <a:pt x="582549" y="2051971"/>
                </a:moveTo>
                <a:lnTo>
                  <a:pt x="1635709" y="648033"/>
                </a:lnTo>
                <a:lnTo>
                  <a:pt x="2117874" y="648033"/>
                </a:lnTo>
                <a:lnTo>
                  <a:pt x="1064714" y="2051971"/>
                </a:lnTo>
                <a:lnTo>
                  <a:pt x="582549" y="2051971"/>
                </a:lnTo>
              </a:path>
            </a:pathLst>
          </a:custGeom>
          <a:solidFill>
            <a:schemeClr val="bg1"/>
          </a:solidFill>
          <a:ln w="9525" cap="flat">
            <a:noFill/>
            <a:prstDash val="solid"/>
            <a:miter/>
          </a:ln>
        </p:spPr>
        <p:txBody>
          <a:bodyPr rtlCol="0" anchor="ctr"/>
          <a:lstStyle/>
          <a:p>
            <a:endParaRPr lang="de-DE" sz="2000" dirty="0">
              <a:latin typeface="Deutsche Bank Text" panose="020B0503020202030204" pitchFamily="34" charset="0"/>
              <a:cs typeface="Deutsche Bank Text" panose="020B0503020202030204" pitchFamily="34" charset="0"/>
            </a:endParaRPr>
          </a:p>
        </p:txBody>
      </p:sp>
      <p:sp>
        <p:nvSpPr>
          <p:cNvPr id="4" name="Textplatzhalter 3">
            <a:extLst>
              <a:ext uri="{FF2B5EF4-FFF2-40B4-BE49-F238E27FC236}">
                <a16:creationId xmlns:a16="http://schemas.microsoft.com/office/drawing/2014/main" id="{1234A8AF-6BA9-11CB-30CE-F32AC5ED34A0}"/>
              </a:ext>
            </a:extLst>
          </p:cNvPr>
          <p:cNvSpPr>
            <a:spLocks noGrp="1"/>
          </p:cNvSpPr>
          <p:nvPr>
            <p:ph type="body" sz="quarter" idx="10" hasCustomPrompt="1"/>
          </p:nvPr>
        </p:nvSpPr>
        <p:spPr>
          <a:xfrm>
            <a:off x="359999" y="1080000"/>
            <a:ext cx="9360000" cy="5761038"/>
          </a:xfrm>
        </p:spPr>
        <p:txBody>
          <a:bodyPr/>
          <a:lstStyle>
            <a:lvl1pPr>
              <a:defRPr sz="1400">
                <a:solidFill>
                  <a:srgbClr val="00A3E0"/>
                </a:solidFill>
              </a:defRPr>
            </a:lvl1pPr>
            <a:lvl2pPr>
              <a:defRPr sz="1400">
                <a:solidFill>
                  <a:schemeClr val="bg1"/>
                </a:solidFill>
              </a:defRPr>
            </a:lvl2pPr>
            <a:lvl3pPr>
              <a:defRPr sz="1400">
                <a:solidFill>
                  <a:schemeClr val="bg1"/>
                </a:solidFill>
              </a:defRPr>
            </a:lvl3pPr>
            <a:lvl4pPr>
              <a:defRPr sz="1200">
                <a:solidFill>
                  <a:schemeClr val="bg1"/>
                </a:solidFill>
              </a:defRPr>
            </a:lvl4pPr>
            <a:lvl5pPr>
              <a:defRPr sz="1000">
                <a:solidFill>
                  <a:schemeClr val="bg1"/>
                </a:solidFill>
              </a:defRPr>
            </a:lvl5p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2" name="Rechteck 1">
            <a:extLst>
              <a:ext uri="{FF2B5EF4-FFF2-40B4-BE49-F238E27FC236}">
                <a16:creationId xmlns:a16="http://schemas.microsoft.com/office/drawing/2014/main" id="{DEE5C55C-FC6F-43BD-470C-E7A30DD15F0B}"/>
              </a:ext>
            </a:extLst>
          </p:cNvPr>
          <p:cNvSpPr/>
          <p:nvPr userDrawn="1"/>
        </p:nvSpPr>
        <p:spPr>
          <a:xfrm>
            <a:off x="360363" y="7200899"/>
            <a:ext cx="1994981" cy="183364"/>
          </a:xfrm>
          <a:prstGeom prst="rect">
            <a:avLst/>
          </a:prstGeom>
        </p:spPr>
        <p:txBody>
          <a:bodyPr wrap="square" lIns="0" tIns="0" rIns="0" bIns="0" anchor="t" anchorCtr="0">
            <a:noAutofit/>
          </a:bodyPr>
          <a:lstStyle/>
          <a:p>
            <a:pPr marL="0" indent="0">
              <a:lnSpc>
                <a:spcPts val="900"/>
              </a:lnSpc>
              <a:defRPr/>
            </a:pPr>
            <a:r>
              <a:rPr lang="en-GB" sz="900" noProof="1">
                <a:solidFill>
                  <a:schemeClr val="bg1"/>
                </a:solidFill>
                <a:latin typeface="+mn-lt"/>
                <a:ea typeface="Deutsche Bank Text" panose="020B0503020202030204" pitchFamily="34" charset="0"/>
                <a:cs typeface="Deutsche Bank Text" panose="020B0503020202030204" pitchFamily="34" charset="0"/>
              </a:rPr>
              <a:t>Deutsche Bank. </a:t>
            </a:r>
            <a:r>
              <a:rPr lang="en-GB" sz="900" noProof="1">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7" name="Title Placeholder 4">
            <a:extLst>
              <a:ext uri="{FF2B5EF4-FFF2-40B4-BE49-F238E27FC236}">
                <a16:creationId xmlns:a16="http://schemas.microsoft.com/office/drawing/2014/main" id="{F1CA06CC-AA1E-D3D4-339B-187C16B6C5A4}"/>
              </a:ext>
            </a:extLst>
          </p:cNvPr>
          <p:cNvSpPr>
            <a:spLocks noGrp="1"/>
          </p:cNvSpPr>
          <p:nvPr>
            <p:ph type="title"/>
          </p:nvPr>
        </p:nvSpPr>
        <p:spPr>
          <a:xfrm>
            <a:off x="340044" y="340043"/>
            <a:ext cx="8661082" cy="560071"/>
          </a:xfrm>
          <a:prstGeom prst="rect">
            <a:avLst/>
          </a:prstGeom>
        </p:spPr>
        <p:txBody>
          <a:bodyPr vert="horz" lIns="0" tIns="0" rIns="0" bIns="0" rtlCol="0" anchor="t" anchorCtr="0">
            <a:noAutofit/>
          </a:bodyPr>
          <a:lstStyle>
            <a:lvl1pPr>
              <a:defRPr>
                <a:solidFill>
                  <a:schemeClr val="bg1"/>
                </a:solidFill>
              </a:defRPr>
            </a:lvl1pPr>
          </a:lstStyle>
          <a:p>
            <a:r>
              <a:rPr lang="en-GB" noProof="0" dirty="0"/>
              <a:t>Edit Master title style</a:t>
            </a:r>
          </a:p>
        </p:txBody>
      </p:sp>
    </p:spTree>
    <p:extLst>
      <p:ext uri="{BB962C8B-B14F-4D97-AF65-F5344CB8AC3E}">
        <p14:creationId xmlns:p14="http://schemas.microsoft.com/office/powerpoint/2010/main" val="3812640786"/>
      </p:ext>
    </p:extLst>
  </p:cSld>
  <p:clrMapOvr>
    <a:masterClrMapping/>
  </p:clrMapOvr>
  <p:transition>
    <p:wipe dir="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E665C97-7830-49FC-9697-6D19DA821767}"/>
              </a:ext>
            </a:extLst>
          </p:cNvPr>
          <p:cNvSpPr>
            <a:spLocks noGrp="1"/>
          </p:cNvSpPr>
          <p:nvPr>
            <p:ph type="body" idx="1"/>
          </p:nvPr>
        </p:nvSpPr>
        <p:spPr>
          <a:xfrm>
            <a:off x="947738" y="1576852"/>
            <a:ext cx="2951055" cy="2133041"/>
          </a:xfrm>
          <a:prstGeom prst="rect">
            <a:avLst/>
          </a:prstGeom>
        </p:spPr>
        <p:txBody>
          <a:bodyPr vert="horz" lIns="0" tIns="0" rIns="0" bIns="0" rtlCol="0">
            <a:noAutofit/>
          </a:body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9" name="TextBox 8">
            <a:extLst>
              <a:ext uri="{FF2B5EF4-FFF2-40B4-BE49-F238E27FC236}">
                <a16:creationId xmlns:a16="http://schemas.microsoft.com/office/drawing/2014/main" id="{9FFC2B49-C94A-476B-8639-FC6E77CEDCCD}"/>
              </a:ext>
            </a:extLst>
          </p:cNvPr>
          <p:cNvSpPr txBox="1"/>
          <p:nvPr userDrawn="1">
            <p:extLst>
              <p:ext uri="{1162E1C5-73C7-4A58-AE30-91384D911F3F}">
                <p184:classification xmlns:p184="http://schemas.microsoft.com/office/powerpoint/2018/4/main" val="ftr"/>
              </p:ext>
            </p:extLst>
          </p:nvPr>
        </p:nvSpPr>
        <p:spPr>
          <a:xfrm>
            <a:off x="5040313" y="7242355"/>
            <a:ext cx="63005" cy="226216"/>
          </a:xfrm>
          <a:prstGeom prst="rect">
            <a:avLst/>
          </a:prstGeom>
        </p:spPr>
        <p:txBody>
          <a:bodyPr horzOverflow="overflow" lIns="0" tIns="0" rIns="0" bIns="0">
            <a:spAutoFit/>
          </a:bodyPr>
          <a:lstStyle/>
          <a:p>
            <a:pPr algn="l"/>
            <a:r>
              <a:rPr lang="en-GB" sz="1470" dirty="0">
                <a:solidFill>
                  <a:srgbClr val="000000"/>
                </a:solidFill>
                <a:latin typeface="Deutsche Bank Text" panose="020B0503020202030204" pitchFamily="34" charset="0"/>
                <a:cs typeface="Deutsche Bank Text" panose="020B0503020202030204" pitchFamily="34" charset="0"/>
              </a:rPr>
              <a:t> </a:t>
            </a:r>
          </a:p>
        </p:txBody>
      </p:sp>
    </p:spTree>
    <p:extLst>
      <p:ext uri="{BB962C8B-B14F-4D97-AF65-F5344CB8AC3E}">
        <p14:creationId xmlns:p14="http://schemas.microsoft.com/office/powerpoint/2010/main" val="1382802640"/>
      </p:ext>
    </p:extLst>
  </p:cSld>
  <p:clrMap bg1="lt1" tx1="dk1" bg2="lt2" tx2="dk2" accent1="accent1" accent2="accent2" accent3="accent3" accent4="accent4" accent5="accent5" accent6="accent6" hlink="hlink" folHlink="folHlink"/>
  <p:sldLayoutIdLst>
    <p:sldLayoutId id="2147485469" r:id="rId1"/>
    <p:sldLayoutId id="2147485468" r:id="rId2"/>
    <p:sldLayoutId id="2147485455" r:id="rId3"/>
    <p:sldLayoutId id="2147485475" r:id="rId4"/>
    <p:sldLayoutId id="2147485473" r:id="rId5"/>
    <p:sldLayoutId id="2147485452" r:id="rId6"/>
    <p:sldLayoutId id="2147485453" r:id="rId7"/>
    <p:sldLayoutId id="2147485449" r:id="rId8"/>
    <p:sldLayoutId id="2147485478" r:id="rId9"/>
    <p:sldLayoutId id="2147485457" r:id="rId10"/>
    <p:sldLayoutId id="2147485464" r:id="rId11"/>
    <p:sldLayoutId id="2147485465" r:id="rId12"/>
    <p:sldLayoutId id="2147485460" r:id="rId13"/>
    <p:sldLayoutId id="2147485470" r:id="rId14"/>
  </p:sldLayoutIdLst>
  <p:transition>
    <p:wipe dir="r"/>
  </p:transition>
  <p:hf hdr="0" dt="0"/>
  <p:txStyles>
    <p:titleStyle>
      <a:lvl1pPr algn="l" rtl="0" eaLnBrk="1" fontAlgn="base" hangingPunct="1">
        <a:lnSpc>
          <a:spcPct val="90000"/>
        </a:lnSpc>
        <a:spcBef>
          <a:spcPct val="0"/>
        </a:spcBef>
        <a:spcAft>
          <a:spcPct val="0"/>
        </a:spcAft>
        <a:tabLst/>
        <a:defRPr sz="2058" kern="1200" baseline="0">
          <a:solidFill>
            <a:srgbClr val="1E2A78"/>
          </a:solidFill>
          <a:latin typeface="+mj-lt"/>
          <a:ea typeface="Deutsche Bank Display" panose="020F0403020203030304" pitchFamily="34" charset="0"/>
          <a:cs typeface="Deutsche Bank Display" panose="020F0403020203030304" pitchFamily="34" charset="0"/>
        </a:defRPr>
      </a:lvl1pPr>
      <a:lvl2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5pPr>
      <a:lvl6pPr marL="503045" algn="l" rtl="0" eaLnBrk="1" fontAlgn="base" hangingPunct="1">
        <a:lnSpc>
          <a:spcPct val="90000"/>
        </a:lnSpc>
        <a:spcBef>
          <a:spcPct val="0"/>
        </a:spcBef>
        <a:spcAft>
          <a:spcPct val="0"/>
        </a:spcAft>
        <a:tabLst>
          <a:tab pos="733607" algn="l"/>
        </a:tabLst>
        <a:defRPr sz="2593" b="1">
          <a:solidFill>
            <a:schemeClr val="tx1"/>
          </a:solidFill>
          <a:latin typeface="Arial" charset="0"/>
        </a:defRPr>
      </a:lvl6pPr>
      <a:lvl7pPr marL="1006090" algn="l" rtl="0" eaLnBrk="1" fontAlgn="base" hangingPunct="1">
        <a:lnSpc>
          <a:spcPct val="90000"/>
        </a:lnSpc>
        <a:spcBef>
          <a:spcPct val="0"/>
        </a:spcBef>
        <a:spcAft>
          <a:spcPct val="0"/>
        </a:spcAft>
        <a:tabLst>
          <a:tab pos="733607" algn="l"/>
        </a:tabLst>
        <a:defRPr sz="2593" b="1">
          <a:solidFill>
            <a:schemeClr val="tx1"/>
          </a:solidFill>
          <a:latin typeface="Arial" charset="0"/>
        </a:defRPr>
      </a:lvl7pPr>
      <a:lvl8pPr marL="1509135" algn="l" rtl="0" eaLnBrk="1" fontAlgn="base" hangingPunct="1">
        <a:lnSpc>
          <a:spcPct val="90000"/>
        </a:lnSpc>
        <a:spcBef>
          <a:spcPct val="0"/>
        </a:spcBef>
        <a:spcAft>
          <a:spcPct val="0"/>
        </a:spcAft>
        <a:tabLst>
          <a:tab pos="733607" algn="l"/>
        </a:tabLst>
        <a:defRPr sz="2593" b="1">
          <a:solidFill>
            <a:schemeClr val="tx1"/>
          </a:solidFill>
          <a:latin typeface="Arial" charset="0"/>
        </a:defRPr>
      </a:lvl8pPr>
      <a:lvl9pPr marL="2012177" algn="l" rtl="0" eaLnBrk="1" fontAlgn="base" hangingPunct="1">
        <a:lnSpc>
          <a:spcPct val="90000"/>
        </a:lnSpc>
        <a:spcBef>
          <a:spcPct val="0"/>
        </a:spcBef>
        <a:spcAft>
          <a:spcPct val="0"/>
        </a:spcAft>
        <a:tabLst>
          <a:tab pos="733607" algn="l"/>
        </a:tabLst>
        <a:defRPr sz="2593" b="1">
          <a:solidFill>
            <a:schemeClr val="tx1"/>
          </a:solidFill>
          <a:latin typeface="Arial" charset="0"/>
        </a:defRPr>
      </a:lvl9pPr>
    </p:titleStyle>
    <p:body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bg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bg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bg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bg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p:bodyStyle>
    <p:otherStyle>
      <a:defPPr>
        <a:defRPr lang="de-DE"/>
      </a:defPPr>
      <a:lvl1pPr marL="0" algn="l" defTabSz="1006090" rtl="0" eaLnBrk="1" latinLnBrk="0" hangingPunct="1">
        <a:defRPr sz="1995" kern="1200">
          <a:solidFill>
            <a:schemeClr val="tx1"/>
          </a:solidFill>
          <a:latin typeface="+mn-lt"/>
          <a:ea typeface="+mn-ea"/>
          <a:cs typeface="+mn-cs"/>
        </a:defRPr>
      </a:lvl1pPr>
      <a:lvl2pPr marL="503045" algn="l" defTabSz="1006090" rtl="0" eaLnBrk="1" latinLnBrk="0" hangingPunct="1">
        <a:defRPr sz="1995" kern="1200">
          <a:solidFill>
            <a:schemeClr val="tx1"/>
          </a:solidFill>
          <a:latin typeface="+mn-lt"/>
          <a:ea typeface="+mn-ea"/>
          <a:cs typeface="+mn-cs"/>
        </a:defRPr>
      </a:lvl2pPr>
      <a:lvl3pPr marL="1006090" algn="l" defTabSz="1006090" rtl="0" eaLnBrk="1" latinLnBrk="0" hangingPunct="1">
        <a:defRPr sz="1995" kern="1200">
          <a:solidFill>
            <a:schemeClr val="tx1"/>
          </a:solidFill>
          <a:latin typeface="+mn-lt"/>
          <a:ea typeface="+mn-ea"/>
          <a:cs typeface="+mn-cs"/>
        </a:defRPr>
      </a:lvl3pPr>
      <a:lvl4pPr marL="1509135" algn="l" defTabSz="1006090" rtl="0" eaLnBrk="1" latinLnBrk="0" hangingPunct="1">
        <a:defRPr sz="1995" kern="1200">
          <a:solidFill>
            <a:schemeClr val="tx1"/>
          </a:solidFill>
          <a:latin typeface="+mn-lt"/>
          <a:ea typeface="+mn-ea"/>
          <a:cs typeface="+mn-cs"/>
        </a:defRPr>
      </a:lvl4pPr>
      <a:lvl5pPr marL="2012177" algn="l" defTabSz="1006090" rtl="0" eaLnBrk="1" latinLnBrk="0" hangingPunct="1">
        <a:defRPr sz="1995" kern="1200">
          <a:solidFill>
            <a:schemeClr val="tx1"/>
          </a:solidFill>
          <a:latin typeface="+mn-lt"/>
          <a:ea typeface="+mn-ea"/>
          <a:cs typeface="+mn-cs"/>
        </a:defRPr>
      </a:lvl5pPr>
      <a:lvl6pPr marL="2515223" algn="l" defTabSz="1006090" rtl="0" eaLnBrk="1" latinLnBrk="0" hangingPunct="1">
        <a:defRPr sz="1995" kern="1200">
          <a:solidFill>
            <a:schemeClr val="tx1"/>
          </a:solidFill>
          <a:latin typeface="+mn-lt"/>
          <a:ea typeface="+mn-ea"/>
          <a:cs typeface="+mn-cs"/>
        </a:defRPr>
      </a:lvl6pPr>
      <a:lvl7pPr marL="3018268" algn="l" defTabSz="1006090" rtl="0" eaLnBrk="1" latinLnBrk="0" hangingPunct="1">
        <a:defRPr sz="1995" kern="1200">
          <a:solidFill>
            <a:schemeClr val="tx1"/>
          </a:solidFill>
          <a:latin typeface="+mn-lt"/>
          <a:ea typeface="+mn-ea"/>
          <a:cs typeface="+mn-cs"/>
        </a:defRPr>
      </a:lvl7pPr>
      <a:lvl8pPr marL="3521312" algn="l" defTabSz="1006090" rtl="0" eaLnBrk="1" latinLnBrk="0" hangingPunct="1">
        <a:defRPr sz="1995" kern="1200">
          <a:solidFill>
            <a:schemeClr val="tx1"/>
          </a:solidFill>
          <a:latin typeface="+mn-lt"/>
          <a:ea typeface="+mn-ea"/>
          <a:cs typeface="+mn-cs"/>
        </a:defRPr>
      </a:lvl8pPr>
      <a:lvl9pPr marL="4024356" algn="l" defTabSz="1006090" rtl="0" eaLnBrk="1" latinLnBrk="0" hangingPunct="1">
        <a:defRPr sz="1995" kern="1200">
          <a:solidFill>
            <a:schemeClr val="tx1"/>
          </a:solidFill>
          <a:latin typeface="+mn-lt"/>
          <a:ea typeface="+mn-ea"/>
          <a:cs typeface="+mn-cs"/>
        </a:defRPr>
      </a:lvl9pPr>
    </p:otherStyle>
  </p:txStyles>
  <p:extLst>
    <p:ext uri="{27BBF7A9-308A-43DC-89C8-2F10F3537804}">
      <p15:sldGuideLst xmlns:p15="http://schemas.microsoft.com/office/powerpoint/2012/main">
        <p15:guide id="11" pos="5954" userDrawn="1">
          <p15:clr>
            <a:srgbClr val="F26B43"/>
          </p15:clr>
        </p15:guide>
        <p15:guide id="12" pos="396" userDrawn="1">
          <p15:clr>
            <a:srgbClr val="F26B43"/>
          </p15:clr>
        </p15:guide>
        <p15:guide id="13" orient="horz" pos="396" userDrawn="1">
          <p15:clr>
            <a:srgbClr val="F26B43"/>
          </p15:clr>
        </p15:guide>
        <p15:guide id="17" orient="horz" pos="793" userDrawn="1">
          <p15:clr>
            <a:srgbClr val="F26B43"/>
          </p15:clr>
        </p15:guide>
        <p15:guide id="18" orient="horz" pos="4365" userDrawn="1">
          <p15:clr>
            <a:srgbClr val="F26B43"/>
          </p15:clr>
        </p15:guide>
        <p15:guide id="19" orient="horz" pos="4164" userDrawn="1">
          <p15:clr>
            <a:srgbClr val="F26B43"/>
          </p15:clr>
        </p15:guide>
        <p15:guide id="22" pos="5556" userDrawn="1">
          <p15:clr>
            <a:srgbClr val="F26B43"/>
          </p15:clr>
        </p15:guide>
        <p15:guide id="23" orient="horz" pos="993" userDrawn="1">
          <p15:clr>
            <a:srgbClr val="F26B43"/>
          </p15:clr>
        </p15:guide>
        <p15:guide id="24" pos="5359" userDrawn="1">
          <p15:clr>
            <a:srgbClr val="F26B43"/>
          </p15:clr>
        </p15:guide>
        <p15:guide id="27" pos="597" userDrawn="1">
          <p15:clr>
            <a:srgbClr val="F26B43"/>
          </p15:clr>
        </p15:guide>
        <p15:guide id="28" orient="horz" pos="2381" userDrawn="1">
          <p15:clr>
            <a:srgbClr val="F26B43"/>
          </p15:clr>
        </p15:guide>
        <p15:guide id="29" orient="horz" pos="385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B5B9FD7A-E47D-464F-908E-0A898F0994C7}"/>
              </a:ext>
            </a:extLst>
          </p:cNvPr>
          <p:cNvSpPr>
            <a:spLocks noGrp="1"/>
          </p:cNvSpPr>
          <p:nvPr>
            <p:ph type="sldNum" sz="quarter" idx="4"/>
          </p:nvPr>
        </p:nvSpPr>
        <p:spPr>
          <a:xfrm>
            <a:off x="9361488" y="7201442"/>
            <a:ext cx="359137" cy="179578"/>
          </a:xfrm>
          <a:prstGeom prst="rect">
            <a:avLst/>
          </a:prstGeom>
        </p:spPr>
        <p:txBody>
          <a:bodyPr vert="horz" lIns="0" tIns="0" rIns="0" bIns="0" rtlCol="0" anchor="t" anchorCtr="0"/>
          <a:lstStyle>
            <a:lvl1pPr algn="r">
              <a:lnSpc>
                <a:spcPts val="900"/>
              </a:lnSpc>
              <a:defRPr sz="900">
                <a:solidFill>
                  <a:schemeClr val="tx1"/>
                </a:solidFill>
                <a:latin typeface="+mn-lt"/>
                <a:ea typeface="Deutsche Bank Text" panose="020B0503020202030204" pitchFamily="34" charset="0"/>
                <a:cs typeface="Deutsche Bank Text" panose="020B0503020202030204" pitchFamily="34" charset="0"/>
              </a:defRPr>
            </a:lvl1pPr>
          </a:lstStyle>
          <a:p>
            <a:fld id="{D71DA9FD-6EF8-4CC5-AF9B-B6159B5B937C}" type="slidenum">
              <a:rPr lang="en-GB" noProof="1" smtClean="0"/>
              <a:pPr/>
              <a:t>‹#›</a:t>
            </a:fld>
            <a:endParaRPr lang="en-GB" noProof="1"/>
          </a:p>
        </p:txBody>
      </p:sp>
      <p:sp>
        <p:nvSpPr>
          <p:cNvPr id="4" name="Text Placeholder 3">
            <a:extLst>
              <a:ext uri="{FF2B5EF4-FFF2-40B4-BE49-F238E27FC236}">
                <a16:creationId xmlns:a16="http://schemas.microsoft.com/office/drawing/2014/main" id="{EE665C97-7830-49FC-9697-6D19DA821767}"/>
              </a:ext>
            </a:extLst>
          </p:cNvPr>
          <p:cNvSpPr>
            <a:spLocks noGrp="1"/>
          </p:cNvSpPr>
          <p:nvPr>
            <p:ph type="body" idx="1"/>
          </p:nvPr>
        </p:nvSpPr>
        <p:spPr>
          <a:xfrm>
            <a:off x="360364" y="1074976"/>
            <a:ext cx="9347490" cy="5763474"/>
          </a:xfrm>
          <a:prstGeom prst="rect">
            <a:avLst/>
          </a:prstGeom>
        </p:spPr>
        <p:txBody>
          <a:bodyPr vert="horz" lIns="0" tIns="0" rIns="0" bIns="0" rtlCol="0">
            <a:noAutofit/>
          </a:bodyPr>
          <a:lstStyle/>
          <a:p>
            <a:pPr lvl="0"/>
            <a:r>
              <a:rPr lang="en-GB" noProof="0" dirty="0"/>
              <a:t>Edit Master text style</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5" name="Title Placeholder 4">
            <a:extLst>
              <a:ext uri="{FF2B5EF4-FFF2-40B4-BE49-F238E27FC236}">
                <a16:creationId xmlns:a16="http://schemas.microsoft.com/office/drawing/2014/main" id="{429F3B1B-8104-4CBB-A285-B4B3ADCCECFD}"/>
              </a:ext>
            </a:extLst>
          </p:cNvPr>
          <p:cNvSpPr>
            <a:spLocks noGrp="1"/>
          </p:cNvSpPr>
          <p:nvPr>
            <p:ph type="title"/>
          </p:nvPr>
        </p:nvSpPr>
        <p:spPr>
          <a:xfrm>
            <a:off x="340996" y="339090"/>
            <a:ext cx="8660130" cy="557628"/>
          </a:xfrm>
          <a:prstGeom prst="rect">
            <a:avLst/>
          </a:prstGeom>
        </p:spPr>
        <p:txBody>
          <a:bodyPr vert="horz" lIns="0" tIns="0" rIns="0" bIns="0" rtlCol="0" anchor="t" anchorCtr="0">
            <a:noAutofit/>
          </a:bodyPr>
          <a:lstStyle/>
          <a:p>
            <a:r>
              <a:rPr lang="en-GB" noProof="0" dirty="0"/>
              <a:t>Edit Master title style</a:t>
            </a:r>
          </a:p>
        </p:txBody>
      </p:sp>
      <p:sp>
        <p:nvSpPr>
          <p:cNvPr id="6" name="Rechteck 5">
            <a:extLst>
              <a:ext uri="{FF2B5EF4-FFF2-40B4-BE49-F238E27FC236}">
                <a16:creationId xmlns:a16="http://schemas.microsoft.com/office/drawing/2014/main" id="{76EDBBC0-08FC-4FF5-93D8-319C27CD84CB}"/>
              </a:ext>
            </a:extLst>
          </p:cNvPr>
          <p:cNvSpPr/>
          <p:nvPr userDrawn="1"/>
        </p:nvSpPr>
        <p:spPr>
          <a:xfrm>
            <a:off x="360000" y="7201442"/>
            <a:ext cx="2006366" cy="179578"/>
          </a:xfrm>
          <a:prstGeom prst="rect">
            <a:avLst/>
          </a:prstGeom>
        </p:spPr>
        <p:txBody>
          <a:bodyPr wrap="square" lIns="0" tIns="0" rIns="0" bIns="0" anchor="t" anchorCtr="0">
            <a:noAutofit/>
          </a:bodyPr>
          <a:lstStyle/>
          <a:p>
            <a:pPr marL="0" indent="0">
              <a:lnSpc>
                <a:spcPts val="900"/>
              </a:lnSpc>
              <a:defRPr/>
            </a:pPr>
            <a:r>
              <a:rPr lang="en-GB" sz="900" noProof="1">
                <a:solidFill>
                  <a:srgbClr val="1E2A78"/>
                </a:solidFill>
                <a:latin typeface="+mn-lt"/>
                <a:ea typeface="Deutsche Bank Text" panose="020B0503020202030204" pitchFamily="34" charset="0"/>
                <a:cs typeface="Deutsche Bank Text" panose="020B0503020202030204" pitchFamily="34" charset="0"/>
              </a:rPr>
              <a:t>Deutsche Bank. </a:t>
            </a:r>
            <a:r>
              <a:rPr lang="en-GB" sz="900" noProof="1">
                <a:solidFill>
                  <a:srgbClr val="00A3E0"/>
                </a:solidFill>
                <a:latin typeface="+mn-lt"/>
                <a:ea typeface="Deutsche Bank Text" panose="020B0503020202030204" pitchFamily="34" charset="0"/>
                <a:cs typeface="Deutsche Bank Text" panose="020B0503020202030204" pitchFamily="34" charset="0"/>
              </a:rPr>
              <a:t>Corporate Division</a:t>
            </a:r>
          </a:p>
        </p:txBody>
      </p:sp>
      <p:sp>
        <p:nvSpPr>
          <p:cNvPr id="9" name="TextBox 8">
            <a:extLst>
              <a:ext uri="{FF2B5EF4-FFF2-40B4-BE49-F238E27FC236}">
                <a16:creationId xmlns:a16="http://schemas.microsoft.com/office/drawing/2014/main" id="{9FFC2B49-C94A-476B-8639-FC6E77CEDCCD}"/>
              </a:ext>
            </a:extLst>
          </p:cNvPr>
          <p:cNvSpPr txBox="1"/>
          <p:nvPr userDrawn="1">
            <p:extLst>
              <p:ext uri="{1162E1C5-73C7-4A58-AE30-91384D911F3F}">
                <p184:classification xmlns:p184="http://schemas.microsoft.com/office/powerpoint/2018/4/main" val="ftr"/>
              </p:ext>
            </p:extLst>
          </p:nvPr>
        </p:nvSpPr>
        <p:spPr>
          <a:xfrm>
            <a:off x="5040313" y="7242355"/>
            <a:ext cx="63005" cy="138499"/>
          </a:xfrm>
          <a:prstGeom prst="rect">
            <a:avLst/>
          </a:prstGeom>
        </p:spPr>
        <p:txBody>
          <a:bodyPr horzOverflow="overflow" lIns="0" tIns="0" rIns="0" bIns="0">
            <a:spAutoFit/>
          </a:bodyPr>
          <a:lstStyle/>
          <a:p>
            <a:pPr algn="l"/>
            <a:r>
              <a:rPr lang="en-GB" sz="900" dirty="0">
                <a:solidFill>
                  <a:srgbClr val="000000"/>
                </a:solidFill>
                <a:latin typeface="Deutsche Bank Text" panose="020B0503020202030204" pitchFamily="34" charset="0"/>
                <a:cs typeface="Deutsche Bank Text" panose="020B0503020202030204" pitchFamily="34" charset="0"/>
              </a:rPr>
              <a:t> </a:t>
            </a:r>
          </a:p>
        </p:txBody>
      </p:sp>
      <p:sp>
        <p:nvSpPr>
          <p:cNvPr id="7" name="Grafik 9">
            <a:extLst>
              <a:ext uri="{FF2B5EF4-FFF2-40B4-BE49-F238E27FC236}">
                <a16:creationId xmlns:a16="http://schemas.microsoft.com/office/drawing/2014/main" id="{10B01105-70BE-6E5A-812F-9607054573DF}"/>
              </a:ext>
            </a:extLst>
          </p:cNvPr>
          <p:cNvSpPr>
            <a:spLocks/>
          </p:cNvSpPr>
          <p:nvPr userDrawn="1"/>
        </p:nvSpPr>
        <p:spPr>
          <a:xfrm>
            <a:off x="9360625" y="360000"/>
            <a:ext cx="360000" cy="360000"/>
          </a:xfrm>
          <a:custGeom>
            <a:avLst/>
            <a:gdLst>
              <a:gd name="connsiteX0" fmla="*/ 385667 w 2699994"/>
              <a:gd name="connsiteY0" fmla="*/ 2314346 h 2700004"/>
              <a:gd name="connsiteX1" fmla="*/ 2314146 w 2699994"/>
              <a:gd name="connsiteY1" fmla="*/ 2314346 h 2700004"/>
              <a:gd name="connsiteX2" fmla="*/ 2314146 w 2699994"/>
              <a:gd name="connsiteY2" fmla="*/ 385658 h 2700004"/>
              <a:gd name="connsiteX3" fmla="*/ 385667 w 2699994"/>
              <a:gd name="connsiteY3" fmla="*/ 385658 h 2700004"/>
              <a:gd name="connsiteX4" fmla="*/ 385667 w 2699994"/>
              <a:gd name="connsiteY4" fmla="*/ 2314346 h 2700004"/>
              <a:gd name="connsiteX5" fmla="*/ 0 w 2699994"/>
              <a:gd name="connsiteY5" fmla="*/ 0 h 2700004"/>
              <a:gd name="connsiteX6" fmla="*/ 2699995 w 2699994"/>
              <a:gd name="connsiteY6" fmla="*/ 0 h 2700004"/>
              <a:gd name="connsiteX7" fmla="*/ 2699995 w 2699994"/>
              <a:gd name="connsiteY7" fmla="*/ 2700004 h 2700004"/>
              <a:gd name="connsiteX8" fmla="*/ 0 w 2699994"/>
              <a:gd name="connsiteY8" fmla="*/ 2700004 h 2700004"/>
              <a:gd name="connsiteX9" fmla="*/ 0 w 2699994"/>
              <a:gd name="connsiteY9" fmla="*/ 0 h 2700004"/>
              <a:gd name="connsiteX10" fmla="*/ 582549 w 2699994"/>
              <a:gd name="connsiteY10" fmla="*/ 2051971 h 2700004"/>
              <a:gd name="connsiteX11" fmla="*/ 1635709 w 2699994"/>
              <a:gd name="connsiteY11" fmla="*/ 648033 h 2700004"/>
              <a:gd name="connsiteX12" fmla="*/ 2117874 w 2699994"/>
              <a:gd name="connsiteY12" fmla="*/ 648033 h 2700004"/>
              <a:gd name="connsiteX13" fmla="*/ 1064714 w 2699994"/>
              <a:gd name="connsiteY13" fmla="*/ 2051971 h 2700004"/>
              <a:gd name="connsiteX14" fmla="*/ 582549 w 2699994"/>
              <a:gd name="connsiteY14" fmla="*/ 2051971 h 2700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699994" h="2700004">
                <a:moveTo>
                  <a:pt x="385667" y="2314346"/>
                </a:moveTo>
                <a:lnTo>
                  <a:pt x="2314146" y="2314346"/>
                </a:lnTo>
                <a:lnTo>
                  <a:pt x="2314146" y="385658"/>
                </a:lnTo>
                <a:lnTo>
                  <a:pt x="385667" y="385658"/>
                </a:lnTo>
                <a:lnTo>
                  <a:pt x="385667" y="2314346"/>
                </a:lnTo>
                <a:close/>
                <a:moveTo>
                  <a:pt x="0" y="0"/>
                </a:moveTo>
                <a:lnTo>
                  <a:pt x="2699995" y="0"/>
                </a:lnTo>
                <a:lnTo>
                  <a:pt x="2699995" y="2700004"/>
                </a:lnTo>
                <a:lnTo>
                  <a:pt x="0" y="2700004"/>
                </a:lnTo>
                <a:lnTo>
                  <a:pt x="0" y="0"/>
                </a:lnTo>
                <a:close/>
                <a:moveTo>
                  <a:pt x="582549" y="2051971"/>
                </a:moveTo>
                <a:lnTo>
                  <a:pt x="1635709" y="648033"/>
                </a:lnTo>
                <a:lnTo>
                  <a:pt x="2117874" y="648033"/>
                </a:lnTo>
                <a:lnTo>
                  <a:pt x="1064714" y="2051971"/>
                </a:lnTo>
                <a:lnTo>
                  <a:pt x="582549" y="2051971"/>
                </a:lnTo>
              </a:path>
            </a:pathLst>
          </a:custGeom>
          <a:solidFill>
            <a:srgbClr val="1E2A78"/>
          </a:solidFill>
          <a:ln w="9525" cap="flat">
            <a:noFill/>
            <a:prstDash val="solid"/>
            <a:miter/>
          </a:ln>
        </p:spPr>
        <p:txBody>
          <a:bodyPr rtlCol="0" anchor="ctr"/>
          <a:lstStyle/>
          <a:p>
            <a:endParaRPr lang="de-DE" sz="2000" dirty="0">
              <a:latin typeface="Deutsche Bank Text" panose="020B0503020202030204" pitchFamily="34" charset="0"/>
              <a:cs typeface="Deutsche Bank Text" panose="020B0503020202030204" pitchFamily="34" charset="0"/>
            </a:endParaRPr>
          </a:p>
        </p:txBody>
      </p:sp>
    </p:spTree>
    <p:extLst>
      <p:ext uri="{BB962C8B-B14F-4D97-AF65-F5344CB8AC3E}">
        <p14:creationId xmlns:p14="http://schemas.microsoft.com/office/powerpoint/2010/main" val="3411592479"/>
      </p:ext>
    </p:extLst>
  </p:cSld>
  <p:clrMap bg1="lt1" tx1="dk1" bg2="lt2" tx2="dk2" accent1="accent1" accent2="accent2" accent3="accent3" accent4="accent4" accent5="accent5" accent6="accent6" hlink="hlink" folHlink="folHlink"/>
  <p:sldLayoutIdLst>
    <p:sldLayoutId id="2147485385" r:id="rId1"/>
    <p:sldLayoutId id="2147485423" r:id="rId2"/>
    <p:sldLayoutId id="2147485424" r:id="rId3"/>
    <p:sldLayoutId id="2147485411" r:id="rId4"/>
    <p:sldLayoutId id="2147485422" r:id="rId5"/>
    <p:sldLayoutId id="2147485425" r:id="rId6"/>
    <p:sldLayoutId id="2147485426" r:id="rId7"/>
    <p:sldLayoutId id="2147485467" r:id="rId8"/>
    <p:sldLayoutId id="2147485462" r:id="rId9"/>
    <p:sldLayoutId id="2147485463" r:id="rId10"/>
    <p:sldLayoutId id="2147485428" r:id="rId11"/>
    <p:sldLayoutId id="2147485429" r:id="rId12"/>
    <p:sldLayoutId id="2147485430" r:id="rId13"/>
    <p:sldLayoutId id="2147485466" r:id="rId14"/>
  </p:sldLayoutIdLst>
  <p:transition>
    <p:wipe dir="r"/>
  </p:transition>
  <p:hf hdr="0" dt="0"/>
  <p:txStyles>
    <p:titleStyle>
      <a:lvl1pPr algn="l" rtl="0" eaLnBrk="1" fontAlgn="base" hangingPunct="1">
        <a:lnSpc>
          <a:spcPct val="90000"/>
        </a:lnSpc>
        <a:spcBef>
          <a:spcPct val="0"/>
        </a:spcBef>
        <a:spcAft>
          <a:spcPct val="0"/>
        </a:spcAft>
        <a:tabLst/>
        <a:defRPr sz="1600" kern="1200" baseline="0">
          <a:solidFill>
            <a:srgbClr val="1E2A78"/>
          </a:solidFill>
          <a:latin typeface="+mj-lt"/>
          <a:ea typeface="Deutsche Bank Text" panose="020B0503020202030204" pitchFamily="34" charset="0"/>
          <a:cs typeface="Deutsche Bank Text" panose="020B0503020202030204" pitchFamily="34" charset="0"/>
        </a:defRPr>
      </a:lvl1pPr>
      <a:lvl2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2pPr>
      <a:lvl3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3pPr>
      <a:lvl4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4pPr>
      <a:lvl5pPr algn="l" rtl="0" eaLnBrk="1" fontAlgn="base" hangingPunct="1">
        <a:lnSpc>
          <a:spcPct val="90000"/>
        </a:lnSpc>
        <a:spcBef>
          <a:spcPct val="0"/>
        </a:spcBef>
        <a:spcAft>
          <a:spcPct val="0"/>
        </a:spcAft>
        <a:defRPr sz="2593">
          <a:solidFill>
            <a:schemeClr val="tx1"/>
          </a:solidFill>
          <a:latin typeface="Arial" charset="0"/>
          <a:ea typeface="ＭＳ Ｐゴシック" pitchFamily="34" charset="-128"/>
          <a:cs typeface="ＭＳ Ｐゴシック" pitchFamily="-109" charset="-128"/>
        </a:defRPr>
      </a:lvl5pPr>
      <a:lvl6pPr marL="503045" algn="l" rtl="0" eaLnBrk="1" fontAlgn="base" hangingPunct="1">
        <a:lnSpc>
          <a:spcPct val="90000"/>
        </a:lnSpc>
        <a:spcBef>
          <a:spcPct val="0"/>
        </a:spcBef>
        <a:spcAft>
          <a:spcPct val="0"/>
        </a:spcAft>
        <a:tabLst>
          <a:tab pos="733607" algn="l"/>
        </a:tabLst>
        <a:defRPr sz="2593" b="1">
          <a:solidFill>
            <a:schemeClr val="tx1"/>
          </a:solidFill>
          <a:latin typeface="Arial" charset="0"/>
        </a:defRPr>
      </a:lvl6pPr>
      <a:lvl7pPr marL="1006090" algn="l" rtl="0" eaLnBrk="1" fontAlgn="base" hangingPunct="1">
        <a:lnSpc>
          <a:spcPct val="90000"/>
        </a:lnSpc>
        <a:spcBef>
          <a:spcPct val="0"/>
        </a:spcBef>
        <a:spcAft>
          <a:spcPct val="0"/>
        </a:spcAft>
        <a:tabLst>
          <a:tab pos="733607" algn="l"/>
        </a:tabLst>
        <a:defRPr sz="2593" b="1">
          <a:solidFill>
            <a:schemeClr val="tx1"/>
          </a:solidFill>
          <a:latin typeface="Arial" charset="0"/>
        </a:defRPr>
      </a:lvl7pPr>
      <a:lvl8pPr marL="1509135" algn="l" rtl="0" eaLnBrk="1" fontAlgn="base" hangingPunct="1">
        <a:lnSpc>
          <a:spcPct val="90000"/>
        </a:lnSpc>
        <a:spcBef>
          <a:spcPct val="0"/>
        </a:spcBef>
        <a:spcAft>
          <a:spcPct val="0"/>
        </a:spcAft>
        <a:tabLst>
          <a:tab pos="733607" algn="l"/>
        </a:tabLst>
        <a:defRPr sz="2593" b="1">
          <a:solidFill>
            <a:schemeClr val="tx1"/>
          </a:solidFill>
          <a:latin typeface="Arial" charset="0"/>
        </a:defRPr>
      </a:lvl8pPr>
      <a:lvl9pPr marL="2012177" algn="l" rtl="0" eaLnBrk="1" fontAlgn="base" hangingPunct="1">
        <a:lnSpc>
          <a:spcPct val="90000"/>
        </a:lnSpc>
        <a:spcBef>
          <a:spcPct val="0"/>
        </a:spcBef>
        <a:spcAft>
          <a:spcPct val="0"/>
        </a:spcAft>
        <a:tabLst>
          <a:tab pos="733607" algn="l"/>
        </a:tabLst>
        <a:defRPr sz="2593" b="1">
          <a:solidFill>
            <a:schemeClr val="tx1"/>
          </a:solidFill>
          <a:latin typeface="Arial" charset="0"/>
        </a:defRPr>
      </a:lvl9pPr>
    </p:titleStyle>
    <p:body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tx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tx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tx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tx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p:bodyStyle>
    <p:otherStyle>
      <a:defPPr>
        <a:defRPr lang="de-DE"/>
      </a:defPPr>
      <a:lvl1pPr marL="0" algn="l" defTabSz="1006090" rtl="0" eaLnBrk="1" latinLnBrk="0" hangingPunct="1">
        <a:defRPr sz="1995" kern="1200">
          <a:solidFill>
            <a:schemeClr val="tx1"/>
          </a:solidFill>
          <a:latin typeface="+mn-lt"/>
          <a:ea typeface="+mn-ea"/>
          <a:cs typeface="+mn-cs"/>
        </a:defRPr>
      </a:lvl1pPr>
      <a:lvl2pPr marL="503045" algn="l" defTabSz="1006090" rtl="0" eaLnBrk="1" latinLnBrk="0" hangingPunct="1">
        <a:defRPr sz="1995" kern="1200">
          <a:solidFill>
            <a:schemeClr val="tx1"/>
          </a:solidFill>
          <a:latin typeface="+mn-lt"/>
          <a:ea typeface="+mn-ea"/>
          <a:cs typeface="+mn-cs"/>
        </a:defRPr>
      </a:lvl2pPr>
      <a:lvl3pPr marL="1006090" algn="l" defTabSz="1006090" rtl="0" eaLnBrk="1" latinLnBrk="0" hangingPunct="1">
        <a:defRPr sz="1995" kern="1200">
          <a:solidFill>
            <a:schemeClr val="tx1"/>
          </a:solidFill>
          <a:latin typeface="+mn-lt"/>
          <a:ea typeface="+mn-ea"/>
          <a:cs typeface="+mn-cs"/>
        </a:defRPr>
      </a:lvl3pPr>
      <a:lvl4pPr marL="1509135" algn="l" defTabSz="1006090" rtl="0" eaLnBrk="1" latinLnBrk="0" hangingPunct="1">
        <a:defRPr sz="1995" kern="1200">
          <a:solidFill>
            <a:schemeClr val="tx1"/>
          </a:solidFill>
          <a:latin typeface="+mn-lt"/>
          <a:ea typeface="+mn-ea"/>
          <a:cs typeface="+mn-cs"/>
        </a:defRPr>
      </a:lvl4pPr>
      <a:lvl5pPr marL="2012177" algn="l" defTabSz="1006090" rtl="0" eaLnBrk="1" latinLnBrk="0" hangingPunct="1">
        <a:defRPr sz="1995" kern="1200">
          <a:solidFill>
            <a:schemeClr val="tx1"/>
          </a:solidFill>
          <a:latin typeface="+mn-lt"/>
          <a:ea typeface="+mn-ea"/>
          <a:cs typeface="+mn-cs"/>
        </a:defRPr>
      </a:lvl5pPr>
      <a:lvl6pPr marL="2515223" algn="l" defTabSz="1006090" rtl="0" eaLnBrk="1" latinLnBrk="0" hangingPunct="1">
        <a:defRPr sz="1995" kern="1200">
          <a:solidFill>
            <a:schemeClr val="tx1"/>
          </a:solidFill>
          <a:latin typeface="+mn-lt"/>
          <a:ea typeface="+mn-ea"/>
          <a:cs typeface="+mn-cs"/>
        </a:defRPr>
      </a:lvl6pPr>
      <a:lvl7pPr marL="3018268" algn="l" defTabSz="1006090" rtl="0" eaLnBrk="1" latinLnBrk="0" hangingPunct="1">
        <a:defRPr sz="1995" kern="1200">
          <a:solidFill>
            <a:schemeClr val="tx1"/>
          </a:solidFill>
          <a:latin typeface="+mn-lt"/>
          <a:ea typeface="+mn-ea"/>
          <a:cs typeface="+mn-cs"/>
        </a:defRPr>
      </a:lvl7pPr>
      <a:lvl8pPr marL="3521312" algn="l" defTabSz="1006090" rtl="0" eaLnBrk="1" latinLnBrk="0" hangingPunct="1">
        <a:defRPr sz="1995" kern="1200">
          <a:solidFill>
            <a:schemeClr val="tx1"/>
          </a:solidFill>
          <a:latin typeface="+mn-lt"/>
          <a:ea typeface="+mn-ea"/>
          <a:cs typeface="+mn-cs"/>
        </a:defRPr>
      </a:lvl8pPr>
      <a:lvl9pPr marL="4024356" algn="l" defTabSz="1006090" rtl="0" eaLnBrk="1" latinLnBrk="0" hangingPunct="1">
        <a:defRPr sz="1995" kern="1200">
          <a:solidFill>
            <a:schemeClr val="tx1"/>
          </a:solidFill>
          <a:latin typeface="+mn-lt"/>
          <a:ea typeface="+mn-ea"/>
          <a:cs typeface="+mn-cs"/>
        </a:defRPr>
      </a:lvl9pPr>
    </p:otherStyle>
  </p:txStyles>
  <p:extLst>
    <p:ext uri="{27BBF7A9-308A-43DC-89C8-2F10F3537804}">
      <p15:sldGuideLst xmlns:p15="http://schemas.microsoft.com/office/powerpoint/2012/main">
        <p15:guide id="11" pos="6123" userDrawn="1">
          <p15:clr>
            <a:srgbClr val="F26B43"/>
          </p15:clr>
        </p15:guide>
        <p15:guide id="12" pos="227" userDrawn="1">
          <p15:clr>
            <a:srgbClr val="F26B43"/>
          </p15:clr>
        </p15:guide>
        <p15:guide id="13" orient="horz" pos="226" userDrawn="1">
          <p15:clr>
            <a:srgbClr val="F26B43"/>
          </p15:clr>
        </p15:guide>
        <p15:guide id="17" orient="horz" pos="453" userDrawn="1">
          <p15:clr>
            <a:srgbClr val="F26B43"/>
          </p15:clr>
        </p15:guide>
        <p15:guide id="18" orient="horz" pos="4536" userDrawn="1">
          <p15:clr>
            <a:srgbClr val="F26B43"/>
          </p15:clr>
        </p15:guide>
        <p15:guide id="21" orient="horz" pos="4195" userDrawn="1">
          <p15:clr>
            <a:srgbClr val="F26B43"/>
          </p15:clr>
        </p15:guide>
        <p15:guide id="22" pos="5897" userDrawn="1">
          <p15:clr>
            <a:srgbClr val="F26B43"/>
          </p15:clr>
        </p15:guide>
        <p15:guide id="23" orient="horz" pos="680" userDrawn="1">
          <p15:clr>
            <a:srgbClr val="F26B43"/>
          </p15:clr>
        </p15:guide>
        <p15:guide id="24" pos="5670" userDrawn="1">
          <p15:clr>
            <a:srgbClr val="F26B43"/>
          </p15:clr>
        </p15:guide>
        <p15:guide id="25" orient="horz" pos="2494" userDrawn="1">
          <p15:clr>
            <a:srgbClr val="F26B43"/>
          </p15:clr>
        </p15:guide>
        <p15:guide id="26" pos="453" userDrawn="1">
          <p15:clr>
            <a:srgbClr val="F26B43"/>
          </p15:clr>
        </p15:guide>
        <p15:guide id="27" pos="704" userDrawn="1">
          <p15:clr>
            <a:srgbClr val="F26B43"/>
          </p15:clr>
        </p15:guide>
        <p15:guide id="28" orient="horz" pos="4309" userDrawn="1">
          <p15:clr>
            <a:srgbClr val="F26B43"/>
          </p15:clr>
        </p15:guide>
        <p15:guide id="29" orient="horz" pos="56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1.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1.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1.xml"/><Relationship Id="rId4" Type="http://schemas.openxmlformats.org/officeDocument/2006/relationships/image" Target="../media/image30.jpe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jpe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9.xml"/><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5.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36AE81D8-1F01-456C-B7E9-0E09995C35C4}"/>
              </a:ext>
            </a:extLst>
          </p:cNvPr>
          <p:cNvSpPr>
            <a:spLocks noGrp="1"/>
          </p:cNvSpPr>
          <p:nvPr>
            <p:ph type="body" sz="quarter" idx="11"/>
          </p:nvPr>
        </p:nvSpPr>
        <p:spPr>
          <a:xfrm>
            <a:off x="947738" y="2195065"/>
            <a:ext cx="7559675" cy="1707966"/>
          </a:xfrm>
        </p:spPr>
        <p:txBody>
          <a:bodyPr/>
          <a:lstStyle/>
          <a:p>
            <a:r>
              <a:rPr lang="en-US" sz="4000" dirty="0">
                <a:latin typeface="+mj-lt"/>
              </a:rPr>
              <a:t>Evolution of Software Delivery &amp; CI/CD</a:t>
            </a:r>
            <a:endParaRPr lang="en-GB" sz="4000" dirty="0">
              <a:latin typeface="+mj-lt"/>
            </a:endParaRPr>
          </a:p>
        </p:txBody>
      </p:sp>
      <p:sp>
        <p:nvSpPr>
          <p:cNvPr id="6" name="Textplatzhalter 5">
            <a:extLst>
              <a:ext uri="{FF2B5EF4-FFF2-40B4-BE49-F238E27FC236}">
                <a16:creationId xmlns:a16="http://schemas.microsoft.com/office/drawing/2014/main" id="{E54D4890-D5F9-46D6-8590-FEE139B9965E}"/>
              </a:ext>
            </a:extLst>
          </p:cNvPr>
          <p:cNvSpPr>
            <a:spLocks noGrp="1"/>
          </p:cNvSpPr>
          <p:nvPr>
            <p:ph type="body" sz="quarter" idx="13"/>
          </p:nvPr>
        </p:nvSpPr>
        <p:spPr>
          <a:xfrm>
            <a:off x="947738" y="6115050"/>
            <a:ext cx="7559675" cy="491231"/>
          </a:xfrm>
        </p:spPr>
        <p:txBody>
          <a:bodyPr/>
          <a:lstStyle/>
          <a:p>
            <a:r>
              <a:rPr lang="en-US" dirty="0"/>
              <a:t>15 May 2025</a:t>
            </a:r>
            <a:endParaRPr lang="en-GB" dirty="0"/>
          </a:p>
        </p:txBody>
      </p:sp>
      <p:sp>
        <p:nvSpPr>
          <p:cNvPr id="7" name="Textplatzhalter 6">
            <a:extLst>
              <a:ext uri="{FF2B5EF4-FFF2-40B4-BE49-F238E27FC236}">
                <a16:creationId xmlns:a16="http://schemas.microsoft.com/office/drawing/2014/main" id="{E650CF02-3B46-4AC8-A1D7-3EE3D59D7E49}"/>
              </a:ext>
            </a:extLst>
          </p:cNvPr>
          <p:cNvSpPr>
            <a:spLocks noGrp="1"/>
          </p:cNvSpPr>
          <p:nvPr>
            <p:ph type="body" sz="quarter" idx="10"/>
          </p:nvPr>
        </p:nvSpPr>
        <p:spPr>
          <a:xfrm>
            <a:off x="947738" y="3903030"/>
            <a:ext cx="7559675" cy="2212019"/>
          </a:xfrm>
        </p:spPr>
        <p:txBody>
          <a:bodyPr/>
          <a:lstStyle/>
          <a:p>
            <a:r>
              <a:rPr lang="en-IN" dirty="0"/>
              <a:t>Understanding Modern DevOps Practices</a:t>
            </a:r>
            <a:endParaRPr lang="en-GB" dirty="0"/>
          </a:p>
        </p:txBody>
      </p:sp>
    </p:spTree>
    <p:extLst>
      <p:ext uri="{BB962C8B-B14F-4D97-AF65-F5344CB8AC3E}">
        <p14:creationId xmlns:p14="http://schemas.microsoft.com/office/powerpoint/2010/main" val="4039500496"/>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E5FBC646-D567-AF85-09F0-EABCB7E5B948}"/>
              </a:ext>
            </a:extLst>
          </p:cNvPr>
          <p:cNvSpPr>
            <a:spLocks noGrp="1"/>
          </p:cNvSpPr>
          <p:nvPr>
            <p:ph type="sldNum" sz="quarter" idx="4"/>
          </p:nvPr>
        </p:nvSpPr>
        <p:spPr>
          <a:xfrm>
            <a:off x="9361488" y="7201442"/>
            <a:ext cx="359137" cy="179578"/>
          </a:xfrm>
        </p:spPr>
        <p:txBody>
          <a:bodyPr/>
          <a:lstStyle/>
          <a:p>
            <a:fld id="{D71DA9FD-6EF8-4CC5-AF9B-B6159B5B937C}" type="slidenum">
              <a:rPr lang="en-GB" noProof="0" smtClean="0"/>
              <a:pPr/>
              <a:t>1</a:t>
            </a:fld>
            <a:endParaRPr lang="en-GB" noProof="0" dirty="0"/>
          </a:p>
        </p:txBody>
      </p:sp>
      <p:sp>
        <p:nvSpPr>
          <p:cNvPr id="9" name="Title 8">
            <a:extLst>
              <a:ext uri="{FF2B5EF4-FFF2-40B4-BE49-F238E27FC236}">
                <a16:creationId xmlns:a16="http://schemas.microsoft.com/office/drawing/2014/main" id="{EF89419F-4A75-44B0-8CA4-95B5C55FC248}"/>
              </a:ext>
            </a:extLst>
          </p:cNvPr>
          <p:cNvSpPr>
            <a:spLocks noGrp="1"/>
          </p:cNvSpPr>
          <p:nvPr>
            <p:ph type="title"/>
          </p:nvPr>
        </p:nvSpPr>
        <p:spPr>
          <a:xfrm>
            <a:off x="340044" y="340043"/>
            <a:ext cx="8661082" cy="560071"/>
          </a:xfrm>
        </p:spPr>
        <p:txBody>
          <a:bodyPr/>
          <a:lstStyle/>
          <a:p>
            <a:r>
              <a:rPr lang="en-US" dirty="0"/>
              <a:t>Agenda</a:t>
            </a:r>
            <a:endParaRPr lang="en-GB" noProof="0" dirty="0"/>
          </a:p>
        </p:txBody>
      </p:sp>
      <p:sp>
        <p:nvSpPr>
          <p:cNvPr id="2" name="Oval 1">
            <a:extLst>
              <a:ext uri="{FF2B5EF4-FFF2-40B4-BE49-F238E27FC236}">
                <a16:creationId xmlns:a16="http://schemas.microsoft.com/office/drawing/2014/main" id="{F00CD035-8FE3-2C78-EC44-3F88BA765CAB}"/>
              </a:ext>
            </a:extLst>
          </p:cNvPr>
          <p:cNvSpPr/>
          <p:nvPr/>
        </p:nvSpPr>
        <p:spPr bwMode="auto">
          <a:xfrm>
            <a:off x="1964986" y="1360707"/>
            <a:ext cx="544749" cy="544749"/>
          </a:xfrm>
          <a:prstGeom prst="ellipse">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US" dirty="0">
                <a:solidFill>
                  <a:srgbClr val="FFFFFF"/>
                </a:solidFill>
                <a:latin typeface="+mn-lt"/>
              </a:rPr>
              <a:t>1</a:t>
            </a:r>
            <a:endParaRPr lang="en-IN" dirty="0" err="1">
              <a:solidFill>
                <a:srgbClr val="FFFFFF"/>
              </a:solidFill>
              <a:latin typeface="+mn-lt"/>
            </a:endParaRPr>
          </a:p>
        </p:txBody>
      </p:sp>
      <p:sp>
        <p:nvSpPr>
          <p:cNvPr id="6" name="TextBox 5">
            <a:extLst>
              <a:ext uri="{FF2B5EF4-FFF2-40B4-BE49-F238E27FC236}">
                <a16:creationId xmlns:a16="http://schemas.microsoft.com/office/drawing/2014/main" id="{9C217377-6D1C-F20C-5809-16E1F5BA2403}"/>
              </a:ext>
            </a:extLst>
          </p:cNvPr>
          <p:cNvSpPr txBox="1"/>
          <p:nvPr/>
        </p:nvSpPr>
        <p:spPr bwMode="ltGray">
          <a:xfrm>
            <a:off x="2589391" y="1489798"/>
            <a:ext cx="2696467"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n w="0"/>
                <a:solidFill>
                  <a:schemeClr val="accent1"/>
                </a:solidFill>
                <a:effectLst>
                  <a:outerShdw blurRad="38100" dist="25400" dir="5400000" algn="ctr" rotWithShape="0">
                    <a:srgbClr val="6E747A">
                      <a:alpha val="43000"/>
                    </a:srgbClr>
                  </a:outerShdw>
                </a:effectLst>
                <a:latin typeface="+mn-lt"/>
              </a:rPr>
              <a:t>Overview of Software Development</a:t>
            </a:r>
            <a:endParaRPr lang="en-IN" sz="1200" dirty="0">
              <a:ln w="0"/>
              <a:solidFill>
                <a:schemeClr val="accent1"/>
              </a:solidFill>
              <a:effectLst>
                <a:outerShdw blurRad="38100" dist="25400" dir="5400000" algn="ctr" rotWithShape="0">
                  <a:srgbClr val="6E747A">
                    <a:alpha val="43000"/>
                  </a:srgbClr>
                </a:outerShdw>
              </a:effectLst>
              <a:latin typeface="+mn-lt"/>
            </a:endParaRPr>
          </a:p>
        </p:txBody>
      </p:sp>
      <p:sp>
        <p:nvSpPr>
          <p:cNvPr id="8" name="Oval 7">
            <a:extLst>
              <a:ext uri="{FF2B5EF4-FFF2-40B4-BE49-F238E27FC236}">
                <a16:creationId xmlns:a16="http://schemas.microsoft.com/office/drawing/2014/main" id="{001E27F6-26FB-7516-D2C0-44751A2EADF0}"/>
              </a:ext>
            </a:extLst>
          </p:cNvPr>
          <p:cNvSpPr/>
          <p:nvPr/>
        </p:nvSpPr>
        <p:spPr bwMode="auto">
          <a:xfrm>
            <a:off x="1964985" y="2093674"/>
            <a:ext cx="544749" cy="544749"/>
          </a:xfrm>
          <a:prstGeom prst="ellipse">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US" dirty="0">
                <a:solidFill>
                  <a:srgbClr val="FFFFFF"/>
                </a:solidFill>
                <a:latin typeface="+mn-lt"/>
              </a:rPr>
              <a:t>2</a:t>
            </a:r>
            <a:endParaRPr lang="en-IN" dirty="0" err="1">
              <a:solidFill>
                <a:srgbClr val="FFFFFF"/>
              </a:solidFill>
              <a:latin typeface="+mn-lt"/>
            </a:endParaRPr>
          </a:p>
        </p:txBody>
      </p:sp>
      <p:sp>
        <p:nvSpPr>
          <p:cNvPr id="11" name="Oval 10">
            <a:extLst>
              <a:ext uri="{FF2B5EF4-FFF2-40B4-BE49-F238E27FC236}">
                <a16:creationId xmlns:a16="http://schemas.microsoft.com/office/drawing/2014/main" id="{38B1E2D2-738A-23B3-ACD0-6EB81A0E5937}"/>
              </a:ext>
            </a:extLst>
          </p:cNvPr>
          <p:cNvSpPr/>
          <p:nvPr/>
        </p:nvSpPr>
        <p:spPr bwMode="auto">
          <a:xfrm>
            <a:off x="1964986" y="2822233"/>
            <a:ext cx="544749" cy="544749"/>
          </a:xfrm>
          <a:prstGeom prst="ellipse">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US" dirty="0">
                <a:solidFill>
                  <a:srgbClr val="FFFFFF"/>
                </a:solidFill>
                <a:latin typeface="+mn-lt"/>
              </a:rPr>
              <a:t>3</a:t>
            </a:r>
            <a:endParaRPr lang="en-IN" dirty="0" err="1">
              <a:solidFill>
                <a:srgbClr val="FFFFFF"/>
              </a:solidFill>
              <a:latin typeface="+mn-lt"/>
            </a:endParaRPr>
          </a:p>
        </p:txBody>
      </p:sp>
      <p:sp>
        <p:nvSpPr>
          <p:cNvPr id="12" name="Oval 11">
            <a:extLst>
              <a:ext uri="{FF2B5EF4-FFF2-40B4-BE49-F238E27FC236}">
                <a16:creationId xmlns:a16="http://schemas.microsoft.com/office/drawing/2014/main" id="{AEBA275B-9725-AE02-0CE4-43A98AB17E55}"/>
              </a:ext>
            </a:extLst>
          </p:cNvPr>
          <p:cNvSpPr/>
          <p:nvPr/>
        </p:nvSpPr>
        <p:spPr bwMode="auto">
          <a:xfrm>
            <a:off x="1964986" y="3550792"/>
            <a:ext cx="544749" cy="544749"/>
          </a:xfrm>
          <a:prstGeom prst="ellipse">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US" dirty="0">
                <a:solidFill>
                  <a:srgbClr val="FFFFFF"/>
                </a:solidFill>
                <a:latin typeface="+mn-lt"/>
              </a:rPr>
              <a:t>4</a:t>
            </a:r>
            <a:endParaRPr lang="en-IN" dirty="0" err="1">
              <a:solidFill>
                <a:srgbClr val="FFFFFF"/>
              </a:solidFill>
              <a:latin typeface="+mn-lt"/>
            </a:endParaRPr>
          </a:p>
        </p:txBody>
      </p:sp>
      <p:sp>
        <p:nvSpPr>
          <p:cNvPr id="13" name="Oval 12">
            <a:extLst>
              <a:ext uri="{FF2B5EF4-FFF2-40B4-BE49-F238E27FC236}">
                <a16:creationId xmlns:a16="http://schemas.microsoft.com/office/drawing/2014/main" id="{984CFB53-A0D8-72F4-01B9-7F514E38E064}"/>
              </a:ext>
            </a:extLst>
          </p:cNvPr>
          <p:cNvSpPr/>
          <p:nvPr/>
        </p:nvSpPr>
        <p:spPr bwMode="auto">
          <a:xfrm>
            <a:off x="1964986" y="4279351"/>
            <a:ext cx="544749" cy="544749"/>
          </a:xfrm>
          <a:prstGeom prst="ellipse">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r>
              <a:rPr lang="en-US" dirty="0">
                <a:solidFill>
                  <a:srgbClr val="FFFFFF"/>
                </a:solidFill>
                <a:latin typeface="+mn-lt"/>
              </a:rPr>
              <a:t>5</a:t>
            </a:r>
            <a:endParaRPr lang="en-IN" dirty="0" err="1">
              <a:solidFill>
                <a:srgbClr val="FFFFFF"/>
              </a:solidFill>
              <a:latin typeface="+mn-lt"/>
            </a:endParaRPr>
          </a:p>
        </p:txBody>
      </p:sp>
      <p:sp>
        <p:nvSpPr>
          <p:cNvPr id="15" name="TextBox 14">
            <a:extLst>
              <a:ext uri="{FF2B5EF4-FFF2-40B4-BE49-F238E27FC236}">
                <a16:creationId xmlns:a16="http://schemas.microsoft.com/office/drawing/2014/main" id="{134E11E2-782B-4C82-278B-17200CFCD3B2}"/>
              </a:ext>
            </a:extLst>
          </p:cNvPr>
          <p:cNvSpPr txBox="1"/>
          <p:nvPr/>
        </p:nvSpPr>
        <p:spPr bwMode="ltGray">
          <a:xfrm>
            <a:off x="2589391" y="2229539"/>
            <a:ext cx="5038926" cy="276999"/>
          </a:xfrm>
          <a:prstGeom prst="rect">
            <a:avLst/>
          </a:prstGeom>
          <a:noFill/>
          <a:ln w="6350">
            <a:noFill/>
            <a:miter lim="800000"/>
            <a:headEnd/>
            <a:tailEnd/>
          </a:ln>
        </p:spPr>
        <p:txBody>
          <a:bodyPr wrap="square">
            <a:spAutoFit/>
          </a:bodyPr>
          <a:lstStyle/>
          <a:p>
            <a:r>
              <a:rPr lang="en-US" sz="1200" dirty="0">
                <a:ln w="0"/>
                <a:solidFill>
                  <a:schemeClr val="accent1"/>
                </a:solidFill>
                <a:effectLst>
                  <a:outerShdw blurRad="38100" dist="25400" dir="5400000" algn="ctr" rotWithShape="0">
                    <a:srgbClr val="6E747A">
                      <a:alpha val="43000"/>
                    </a:srgbClr>
                  </a:outerShdw>
                </a:effectLst>
                <a:latin typeface="+mn-lt"/>
              </a:rPr>
              <a:t>SDLC Limitations: Gaps in the Conventional Process</a:t>
            </a:r>
            <a:endParaRPr lang="en-IN" sz="1200" dirty="0">
              <a:ln w="0"/>
              <a:solidFill>
                <a:schemeClr val="accent1"/>
              </a:solidFill>
              <a:effectLst>
                <a:outerShdw blurRad="38100" dist="25400" dir="5400000" algn="ctr" rotWithShape="0">
                  <a:srgbClr val="6E747A">
                    <a:alpha val="43000"/>
                  </a:srgbClr>
                </a:outerShdw>
              </a:effectLst>
              <a:latin typeface="+mn-lt"/>
            </a:endParaRPr>
          </a:p>
        </p:txBody>
      </p:sp>
      <p:sp>
        <p:nvSpPr>
          <p:cNvPr id="17" name="TextBox 16">
            <a:extLst>
              <a:ext uri="{FF2B5EF4-FFF2-40B4-BE49-F238E27FC236}">
                <a16:creationId xmlns:a16="http://schemas.microsoft.com/office/drawing/2014/main" id="{6BC7AB5D-17FB-0292-0B55-230793771DE0}"/>
              </a:ext>
            </a:extLst>
          </p:cNvPr>
          <p:cNvSpPr txBox="1"/>
          <p:nvPr/>
        </p:nvSpPr>
        <p:spPr bwMode="ltGray">
          <a:xfrm>
            <a:off x="2589391" y="2958098"/>
            <a:ext cx="5038926" cy="276999"/>
          </a:xfrm>
          <a:prstGeom prst="rect">
            <a:avLst/>
          </a:prstGeom>
          <a:noFill/>
          <a:ln w="6350">
            <a:noFill/>
            <a:miter lim="800000"/>
            <a:headEnd/>
            <a:tailEnd/>
          </a:ln>
        </p:spPr>
        <p:txBody>
          <a:bodyPr wrap="square">
            <a:spAutoFit/>
          </a:bodyPr>
          <a:lstStyle/>
          <a:p>
            <a:r>
              <a:rPr lang="en-US" sz="1200" dirty="0">
                <a:ln w="0"/>
                <a:solidFill>
                  <a:schemeClr val="accent1"/>
                </a:solidFill>
                <a:effectLst>
                  <a:outerShdw blurRad="38100" dist="25400" dir="5400000" algn="ctr" rotWithShape="0">
                    <a:srgbClr val="6E747A">
                      <a:alpha val="43000"/>
                    </a:srgbClr>
                  </a:outerShdw>
                </a:effectLst>
                <a:latin typeface="+mn-lt"/>
              </a:rPr>
              <a:t>Agile Methodology: Principles and Pitfalls</a:t>
            </a:r>
            <a:endParaRPr lang="en-IN" sz="1200" dirty="0">
              <a:ln w="0"/>
              <a:solidFill>
                <a:schemeClr val="accent1"/>
              </a:solidFill>
              <a:effectLst>
                <a:outerShdw blurRad="38100" dist="25400" dir="5400000" algn="ctr" rotWithShape="0">
                  <a:srgbClr val="6E747A">
                    <a:alpha val="43000"/>
                  </a:srgbClr>
                </a:outerShdw>
              </a:effectLst>
              <a:latin typeface="+mn-lt"/>
            </a:endParaRPr>
          </a:p>
        </p:txBody>
      </p:sp>
      <p:sp>
        <p:nvSpPr>
          <p:cNvPr id="19" name="TextBox 18">
            <a:extLst>
              <a:ext uri="{FF2B5EF4-FFF2-40B4-BE49-F238E27FC236}">
                <a16:creationId xmlns:a16="http://schemas.microsoft.com/office/drawing/2014/main" id="{983DE4E7-BCD5-C293-4FE9-1614D7709F3A}"/>
              </a:ext>
            </a:extLst>
          </p:cNvPr>
          <p:cNvSpPr txBox="1"/>
          <p:nvPr/>
        </p:nvSpPr>
        <p:spPr bwMode="ltGray">
          <a:xfrm>
            <a:off x="2589391" y="3684666"/>
            <a:ext cx="5038926" cy="276999"/>
          </a:xfrm>
          <a:prstGeom prst="rect">
            <a:avLst/>
          </a:prstGeom>
          <a:noFill/>
          <a:ln w="6350">
            <a:noFill/>
            <a:miter lim="800000"/>
            <a:headEnd/>
            <a:tailEnd/>
          </a:ln>
        </p:spPr>
        <p:txBody>
          <a:bodyPr wrap="square">
            <a:spAutoFit/>
          </a:bodyPr>
          <a:lstStyle/>
          <a:p>
            <a:r>
              <a:rPr lang="en-US" sz="1200" dirty="0">
                <a:ln w="0"/>
                <a:solidFill>
                  <a:schemeClr val="accent1"/>
                </a:solidFill>
                <a:effectLst>
                  <a:outerShdw blurRad="38100" dist="25400" dir="5400000" algn="ctr" rotWithShape="0">
                    <a:srgbClr val="6E747A">
                      <a:alpha val="43000"/>
                    </a:srgbClr>
                  </a:outerShdw>
                </a:effectLst>
                <a:latin typeface="+mn-lt"/>
              </a:rPr>
              <a:t>DevOps in Action: Understanding CI/CD Pipelines</a:t>
            </a:r>
            <a:endParaRPr lang="en-IN" sz="1200" dirty="0">
              <a:ln w="0"/>
              <a:solidFill>
                <a:schemeClr val="accent1"/>
              </a:solidFill>
              <a:effectLst>
                <a:outerShdw blurRad="38100" dist="25400" dir="5400000" algn="ctr" rotWithShape="0">
                  <a:srgbClr val="6E747A">
                    <a:alpha val="43000"/>
                  </a:srgbClr>
                </a:outerShdw>
              </a:effectLst>
              <a:latin typeface="+mn-lt"/>
            </a:endParaRPr>
          </a:p>
        </p:txBody>
      </p:sp>
      <p:sp>
        <p:nvSpPr>
          <p:cNvPr id="21" name="TextBox 20">
            <a:extLst>
              <a:ext uri="{FF2B5EF4-FFF2-40B4-BE49-F238E27FC236}">
                <a16:creationId xmlns:a16="http://schemas.microsoft.com/office/drawing/2014/main" id="{01DC9CB6-BF06-0B89-81A8-09972273030F}"/>
              </a:ext>
            </a:extLst>
          </p:cNvPr>
          <p:cNvSpPr txBox="1"/>
          <p:nvPr/>
        </p:nvSpPr>
        <p:spPr bwMode="ltGray">
          <a:xfrm>
            <a:off x="2589391" y="4413225"/>
            <a:ext cx="5038926" cy="276999"/>
          </a:xfrm>
          <a:prstGeom prst="rect">
            <a:avLst/>
          </a:prstGeom>
          <a:noFill/>
          <a:ln w="6350">
            <a:noFill/>
            <a:miter lim="800000"/>
            <a:headEnd/>
            <a:tailEnd/>
          </a:ln>
        </p:spPr>
        <p:txBody>
          <a:bodyPr wrap="square">
            <a:spAutoFit/>
          </a:bodyPr>
          <a:lstStyle/>
          <a:p>
            <a:r>
              <a:rPr lang="en-IN" sz="1200" dirty="0">
                <a:ln w="0"/>
                <a:solidFill>
                  <a:schemeClr val="accent1"/>
                </a:solidFill>
                <a:effectLst>
                  <a:outerShdw blurRad="38100" dist="25400" dir="5400000" algn="ctr" rotWithShape="0">
                    <a:srgbClr val="6E747A">
                      <a:alpha val="43000"/>
                    </a:srgbClr>
                  </a:outerShdw>
                </a:effectLst>
                <a:latin typeface="+mn-lt"/>
              </a:rPr>
              <a:t>Collaboration Case Study</a:t>
            </a:r>
          </a:p>
        </p:txBody>
      </p:sp>
      <p:cxnSp>
        <p:nvCxnSpPr>
          <p:cNvPr id="4" name="Straight Connector 3">
            <a:extLst>
              <a:ext uri="{FF2B5EF4-FFF2-40B4-BE49-F238E27FC236}">
                <a16:creationId xmlns:a16="http://schemas.microsoft.com/office/drawing/2014/main" id="{E874C475-81B6-AB2E-7B7E-66A9208C3E24}"/>
              </a:ext>
            </a:extLst>
          </p:cNvPr>
          <p:cNvCxnSpPr>
            <a:cxnSpLocks/>
          </p:cNvCxnSpPr>
          <p:nvPr/>
        </p:nvCxnSpPr>
        <p:spPr bwMode="auto">
          <a:xfrm>
            <a:off x="2714016" y="2003898"/>
            <a:ext cx="4688732"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BCAB5F8-B573-74ED-1859-927DD9BF43A7}"/>
              </a:ext>
            </a:extLst>
          </p:cNvPr>
          <p:cNvCxnSpPr>
            <a:cxnSpLocks/>
          </p:cNvCxnSpPr>
          <p:nvPr/>
        </p:nvCxnSpPr>
        <p:spPr bwMode="auto">
          <a:xfrm>
            <a:off x="2714016" y="2739958"/>
            <a:ext cx="4688732"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E4D7407-46F2-83DA-FE50-81520D4C941F}"/>
              </a:ext>
            </a:extLst>
          </p:cNvPr>
          <p:cNvCxnSpPr>
            <a:cxnSpLocks/>
          </p:cNvCxnSpPr>
          <p:nvPr/>
        </p:nvCxnSpPr>
        <p:spPr bwMode="auto">
          <a:xfrm>
            <a:off x="2714016" y="3459804"/>
            <a:ext cx="4688732"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719BC5-D69B-1931-FB34-C57314A62527}"/>
              </a:ext>
            </a:extLst>
          </p:cNvPr>
          <p:cNvCxnSpPr>
            <a:cxnSpLocks/>
          </p:cNvCxnSpPr>
          <p:nvPr/>
        </p:nvCxnSpPr>
        <p:spPr bwMode="auto">
          <a:xfrm>
            <a:off x="2714016" y="4208835"/>
            <a:ext cx="4688732"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50273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0E544AF-9ADD-721F-3DA3-5A0494DF407B}"/>
              </a:ext>
            </a:extLst>
          </p:cNvPr>
          <p:cNvSpPr>
            <a:spLocks noGrp="1"/>
          </p:cNvSpPr>
          <p:nvPr>
            <p:ph sz="quarter" idx="10"/>
          </p:nvPr>
        </p:nvSpPr>
        <p:spPr/>
        <p:txBody>
          <a:bodyPr/>
          <a:lstStyle/>
          <a:p>
            <a:r>
              <a:rPr lang="en-US" sz="1400" baseline="0" dirty="0"/>
              <a:t>Purpose-Driven Process</a:t>
            </a:r>
          </a:p>
          <a:p>
            <a:pPr lvl="2"/>
            <a:r>
              <a:rPr lang="en-US" sz="1200" baseline="0" dirty="0"/>
              <a:t>Structured approach to building reliable, maintainable, and scalable software solutions</a:t>
            </a:r>
            <a:endParaRPr lang="en-IN" sz="1200" dirty="0"/>
          </a:p>
          <a:p>
            <a:pPr lvl="1"/>
            <a:endParaRPr lang="en-IN" dirty="0"/>
          </a:p>
          <a:p>
            <a:endParaRPr lang="en-IN" dirty="0"/>
          </a:p>
        </p:txBody>
      </p:sp>
      <p:sp>
        <p:nvSpPr>
          <p:cNvPr id="8" name="Content Placeholder 7">
            <a:extLst>
              <a:ext uri="{FF2B5EF4-FFF2-40B4-BE49-F238E27FC236}">
                <a16:creationId xmlns:a16="http://schemas.microsoft.com/office/drawing/2014/main" id="{AF1F9A32-213A-6972-23A9-D47598F6A81A}"/>
              </a:ext>
            </a:extLst>
          </p:cNvPr>
          <p:cNvSpPr>
            <a:spLocks noGrp="1"/>
          </p:cNvSpPr>
          <p:nvPr>
            <p:ph sz="quarter" idx="11"/>
          </p:nvPr>
        </p:nvSpPr>
        <p:spPr/>
        <p:txBody>
          <a:bodyPr/>
          <a:lstStyle/>
          <a:p>
            <a:r>
              <a:rPr lang="en-US" sz="1400" baseline="0" dirty="0"/>
              <a:t>Stages Involved</a:t>
            </a:r>
            <a:endParaRPr lang="en-IN" sz="1400" dirty="0"/>
          </a:p>
          <a:p>
            <a:pPr lvl="2"/>
            <a:r>
              <a:rPr lang="en-US" sz="1200" baseline="0" dirty="0">
                <a:solidFill>
                  <a:schemeClr val="tx1"/>
                </a:solidFill>
              </a:rPr>
              <a:t>Includes planning, designing, coding, testing, deployment, and maintenance</a:t>
            </a:r>
            <a:r>
              <a:rPr lang="en-US" sz="1200" baseline="0" dirty="0"/>
              <a:t>.</a:t>
            </a:r>
            <a:endParaRPr lang="en-IN" sz="1200" dirty="0"/>
          </a:p>
          <a:p>
            <a:endParaRPr lang="en-IN" dirty="0"/>
          </a:p>
        </p:txBody>
      </p:sp>
      <p:sp>
        <p:nvSpPr>
          <p:cNvPr id="9" name="Content Placeholder 8">
            <a:extLst>
              <a:ext uri="{FF2B5EF4-FFF2-40B4-BE49-F238E27FC236}">
                <a16:creationId xmlns:a16="http://schemas.microsoft.com/office/drawing/2014/main" id="{E46AA733-6087-B785-24AC-18F0ADB7D15E}"/>
              </a:ext>
            </a:extLst>
          </p:cNvPr>
          <p:cNvSpPr>
            <a:spLocks noGrp="1"/>
          </p:cNvSpPr>
          <p:nvPr>
            <p:ph sz="quarter" idx="12"/>
          </p:nvPr>
        </p:nvSpPr>
        <p:spPr/>
        <p:txBody>
          <a:bodyPr/>
          <a:lstStyle/>
          <a:p>
            <a:r>
              <a:rPr lang="en-US" sz="1400" baseline="0" dirty="0"/>
              <a:t>Evolving Practices</a:t>
            </a:r>
            <a:endParaRPr lang="en-IN" sz="1400" dirty="0"/>
          </a:p>
          <a:p>
            <a:pPr lvl="2"/>
            <a:r>
              <a:rPr lang="en-US" sz="1200" baseline="0" dirty="0">
                <a:solidFill>
                  <a:schemeClr val="tx1"/>
                </a:solidFill>
              </a:rPr>
              <a:t>Transition from traditional Waterfall models to Agile and DevOps for faster, adaptive delivery.</a:t>
            </a:r>
            <a:endParaRPr lang="en-IN" sz="1200" dirty="0">
              <a:solidFill>
                <a:schemeClr val="tx1"/>
              </a:solidFill>
            </a:endParaRPr>
          </a:p>
          <a:p>
            <a:endParaRPr lang="en-IN" dirty="0"/>
          </a:p>
        </p:txBody>
      </p:sp>
      <p:sp>
        <p:nvSpPr>
          <p:cNvPr id="3" name="Slide Number Placeholder 2">
            <a:extLst>
              <a:ext uri="{FF2B5EF4-FFF2-40B4-BE49-F238E27FC236}">
                <a16:creationId xmlns:a16="http://schemas.microsoft.com/office/drawing/2014/main" id="{548EDA96-3AB1-1F2B-7A3F-6D3096149915}"/>
              </a:ext>
            </a:extLst>
          </p:cNvPr>
          <p:cNvSpPr>
            <a:spLocks noGrp="1"/>
          </p:cNvSpPr>
          <p:nvPr>
            <p:ph type="sldNum" sz="quarter" idx="4"/>
          </p:nvPr>
        </p:nvSpPr>
        <p:spPr>
          <a:xfrm>
            <a:off x="9361126" y="7380097"/>
            <a:ext cx="359137" cy="179578"/>
          </a:xfrm>
        </p:spPr>
        <p:txBody>
          <a:bodyPr/>
          <a:lstStyle/>
          <a:p>
            <a:fld id="{D71DA9FD-6EF8-4CC5-AF9B-B6159B5B937C}" type="slidenum">
              <a:rPr lang="en-GB" noProof="1" smtClean="0"/>
              <a:pPr/>
              <a:t>2</a:t>
            </a:fld>
            <a:endParaRPr lang="en-GB" noProof="1"/>
          </a:p>
        </p:txBody>
      </p:sp>
      <p:sp>
        <p:nvSpPr>
          <p:cNvPr id="6" name="Title 5">
            <a:extLst>
              <a:ext uri="{FF2B5EF4-FFF2-40B4-BE49-F238E27FC236}">
                <a16:creationId xmlns:a16="http://schemas.microsoft.com/office/drawing/2014/main" id="{D43CACB9-E156-037A-DFA0-E0B75F532A44}"/>
              </a:ext>
            </a:extLst>
          </p:cNvPr>
          <p:cNvSpPr>
            <a:spLocks noGrp="1"/>
          </p:cNvSpPr>
          <p:nvPr>
            <p:ph type="title"/>
          </p:nvPr>
        </p:nvSpPr>
        <p:spPr/>
        <p:txBody>
          <a:bodyPr/>
          <a:lstStyle/>
          <a:p>
            <a:r>
              <a:rPr lang="en-US" dirty="0"/>
              <a:t>Overview of Software Development</a:t>
            </a:r>
            <a:br>
              <a:rPr lang="en-IN" sz="1600" dirty="0"/>
            </a:br>
            <a:endParaRPr lang="en-IN" dirty="0"/>
          </a:p>
        </p:txBody>
      </p:sp>
      <p:pic>
        <p:nvPicPr>
          <p:cNvPr id="10" name="Picture 9">
            <a:extLst>
              <a:ext uri="{FF2B5EF4-FFF2-40B4-BE49-F238E27FC236}">
                <a16:creationId xmlns:a16="http://schemas.microsoft.com/office/drawing/2014/main" id="{4883A7B2-0222-9E7C-5BFB-62D2D07B4C09}"/>
              </a:ext>
            </a:extLst>
          </p:cNvPr>
          <p:cNvPicPr>
            <a:picLocks noChangeAspect="1"/>
          </p:cNvPicPr>
          <p:nvPr/>
        </p:nvPicPr>
        <p:blipFill>
          <a:blip r:embed="rId2">
            <a:duotone>
              <a:schemeClr val="accent1">
                <a:shade val="45000"/>
                <a:satMod val="135000"/>
              </a:schemeClr>
              <a:prstClr val="white"/>
            </a:duotone>
          </a:blip>
          <a:stretch>
            <a:fillRect/>
          </a:stretch>
        </p:blipFill>
        <p:spPr>
          <a:xfrm>
            <a:off x="7399861" y="2780796"/>
            <a:ext cx="1440000" cy="1440000"/>
          </a:xfrm>
          <a:prstGeom prst="rect">
            <a:avLst/>
          </a:prstGeom>
        </p:spPr>
      </p:pic>
      <p:pic>
        <p:nvPicPr>
          <p:cNvPr id="12" name="Picture 11">
            <a:extLst>
              <a:ext uri="{FF2B5EF4-FFF2-40B4-BE49-F238E27FC236}">
                <a16:creationId xmlns:a16="http://schemas.microsoft.com/office/drawing/2014/main" id="{615AB2A4-B598-2E7A-60DB-A196BC11F3EE}"/>
              </a:ext>
            </a:extLst>
          </p:cNvPr>
          <p:cNvPicPr>
            <a:picLocks noChangeAspect="1"/>
          </p:cNvPicPr>
          <p:nvPr/>
        </p:nvPicPr>
        <p:blipFill>
          <a:blip r:embed="rId3">
            <a:duotone>
              <a:schemeClr val="accent1">
                <a:shade val="45000"/>
                <a:satMod val="135000"/>
              </a:schemeClr>
              <a:prstClr val="white"/>
            </a:duotone>
          </a:blip>
          <a:stretch>
            <a:fillRect/>
          </a:stretch>
        </p:blipFill>
        <p:spPr>
          <a:xfrm>
            <a:off x="937468" y="2850445"/>
            <a:ext cx="1440000" cy="1440000"/>
          </a:xfrm>
          <a:prstGeom prst="rect">
            <a:avLst/>
          </a:prstGeom>
        </p:spPr>
      </p:pic>
      <p:pic>
        <p:nvPicPr>
          <p:cNvPr id="8194" name="Picture 2" descr="Sdlc, software, development, life, cycle icon - Download on Iconfinder">
            <a:extLst>
              <a:ext uri="{FF2B5EF4-FFF2-40B4-BE49-F238E27FC236}">
                <a16:creationId xmlns:a16="http://schemas.microsoft.com/office/drawing/2014/main" id="{B880C3CE-534C-26EA-22BE-70B7B9D94A27}"/>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51599" y="2850445"/>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611C9B9-9BB5-4E6E-EC9C-2251F715FFF5}"/>
              </a:ext>
            </a:extLst>
          </p:cNvPr>
          <p:cNvSpPr txBox="1"/>
          <p:nvPr/>
        </p:nvSpPr>
        <p:spPr bwMode="ltGray">
          <a:xfrm>
            <a:off x="870167" y="4412163"/>
            <a:ext cx="1440000" cy="276999"/>
          </a:xfrm>
          <a:prstGeom prst="rect">
            <a:avLst/>
          </a:prstGeom>
          <a:noFill/>
          <a:ln w="6350">
            <a:noFill/>
            <a:miter lim="800000"/>
            <a:headEnd/>
            <a:tailEnd/>
          </a:ln>
        </p:spPr>
        <p:txBody>
          <a:bodyPr wrap="square">
            <a:spAutoFit/>
          </a:bodyPr>
          <a:lstStyle/>
          <a:p>
            <a:pPr algn="ctr"/>
            <a:r>
              <a:rPr lang="en-US" sz="1200" i="1" baseline="0" dirty="0">
                <a:latin typeface="+mn-lt"/>
              </a:rPr>
              <a:t>scalable software</a:t>
            </a:r>
            <a:endParaRPr lang="en-IN" sz="1200" i="1" dirty="0">
              <a:latin typeface="+mn-lt"/>
            </a:endParaRPr>
          </a:p>
        </p:txBody>
      </p:sp>
      <p:cxnSp>
        <p:nvCxnSpPr>
          <p:cNvPr id="5" name="Straight Connector 4">
            <a:extLst>
              <a:ext uri="{FF2B5EF4-FFF2-40B4-BE49-F238E27FC236}">
                <a16:creationId xmlns:a16="http://schemas.microsoft.com/office/drawing/2014/main" id="{5BE0E6CC-171C-BED0-E11D-C75B9C3056E8}"/>
              </a:ext>
            </a:extLst>
          </p:cNvPr>
          <p:cNvCxnSpPr>
            <a:cxnSpLocks/>
          </p:cNvCxnSpPr>
          <p:nvPr/>
        </p:nvCxnSpPr>
        <p:spPr bwMode="auto">
          <a:xfrm>
            <a:off x="802867" y="4378055"/>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AAD2F8D-4EF0-C59F-02DB-D9F4B97CA0C0}"/>
              </a:ext>
            </a:extLst>
          </p:cNvPr>
          <p:cNvSpPr txBox="1"/>
          <p:nvPr/>
        </p:nvSpPr>
        <p:spPr bwMode="ltGray">
          <a:xfrm>
            <a:off x="4051598" y="4423909"/>
            <a:ext cx="1551533" cy="276999"/>
          </a:xfrm>
          <a:prstGeom prst="rect">
            <a:avLst/>
          </a:prstGeom>
          <a:noFill/>
          <a:ln w="6350">
            <a:noFill/>
            <a:miter lim="800000"/>
            <a:headEnd/>
            <a:tailEnd/>
          </a:ln>
        </p:spPr>
        <p:txBody>
          <a:bodyPr wrap="square">
            <a:spAutoFit/>
          </a:bodyPr>
          <a:lstStyle/>
          <a:p>
            <a:pPr algn="ctr"/>
            <a:r>
              <a:rPr lang="en-US" sz="1200" i="1" baseline="0" dirty="0">
                <a:latin typeface="+mn-lt"/>
              </a:rPr>
              <a:t>Typically, waterfall</a:t>
            </a:r>
            <a:endParaRPr lang="en-IN" sz="1200" i="1" dirty="0">
              <a:latin typeface="+mn-lt"/>
            </a:endParaRPr>
          </a:p>
        </p:txBody>
      </p:sp>
      <p:cxnSp>
        <p:nvCxnSpPr>
          <p:cNvPr id="14" name="Straight Connector 13">
            <a:extLst>
              <a:ext uri="{FF2B5EF4-FFF2-40B4-BE49-F238E27FC236}">
                <a16:creationId xmlns:a16="http://schemas.microsoft.com/office/drawing/2014/main" id="{5A92A26F-7946-9D1F-8F2A-B9BE715EE88D}"/>
              </a:ext>
            </a:extLst>
          </p:cNvPr>
          <p:cNvCxnSpPr>
            <a:cxnSpLocks/>
          </p:cNvCxnSpPr>
          <p:nvPr/>
        </p:nvCxnSpPr>
        <p:spPr bwMode="auto">
          <a:xfrm>
            <a:off x="4040063" y="4370461"/>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EAC986C-760E-E589-884C-82687BE7F23C}"/>
              </a:ext>
            </a:extLst>
          </p:cNvPr>
          <p:cNvSpPr txBox="1"/>
          <p:nvPr/>
        </p:nvSpPr>
        <p:spPr bwMode="ltGray">
          <a:xfrm>
            <a:off x="7399861" y="4419442"/>
            <a:ext cx="1551533" cy="276999"/>
          </a:xfrm>
          <a:prstGeom prst="rect">
            <a:avLst/>
          </a:prstGeom>
          <a:noFill/>
          <a:ln w="6350">
            <a:noFill/>
            <a:miter lim="800000"/>
            <a:headEnd/>
            <a:tailEnd/>
          </a:ln>
        </p:spPr>
        <p:txBody>
          <a:bodyPr wrap="square">
            <a:spAutoFit/>
          </a:bodyPr>
          <a:lstStyle/>
          <a:p>
            <a:pPr algn="ctr"/>
            <a:r>
              <a:rPr lang="en-US" sz="1200" i="1" baseline="0" dirty="0">
                <a:latin typeface="+mn-lt"/>
              </a:rPr>
              <a:t>Fast and adaptive</a:t>
            </a:r>
            <a:endParaRPr lang="en-IN" sz="1200" i="1" dirty="0">
              <a:latin typeface="+mn-lt"/>
            </a:endParaRPr>
          </a:p>
        </p:txBody>
      </p:sp>
      <p:cxnSp>
        <p:nvCxnSpPr>
          <p:cNvPr id="16" name="Straight Connector 15">
            <a:extLst>
              <a:ext uri="{FF2B5EF4-FFF2-40B4-BE49-F238E27FC236}">
                <a16:creationId xmlns:a16="http://schemas.microsoft.com/office/drawing/2014/main" id="{248A5883-874A-CDCB-3B6C-CE2BA834F5C7}"/>
              </a:ext>
            </a:extLst>
          </p:cNvPr>
          <p:cNvCxnSpPr>
            <a:cxnSpLocks/>
          </p:cNvCxnSpPr>
          <p:nvPr/>
        </p:nvCxnSpPr>
        <p:spPr bwMode="auto">
          <a:xfrm>
            <a:off x="7388326" y="4365994"/>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6540139"/>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9C8FE13D-AD20-FE54-6647-8A5AF3BBA759}"/>
              </a:ext>
            </a:extLst>
          </p:cNvPr>
          <p:cNvSpPr>
            <a:spLocks noGrp="1"/>
          </p:cNvSpPr>
          <p:nvPr>
            <p:ph sz="quarter" idx="10"/>
          </p:nvPr>
        </p:nvSpPr>
        <p:spPr/>
        <p:txBody>
          <a:bodyPr/>
          <a:lstStyle/>
          <a:p>
            <a:r>
              <a:rPr lang="en-US" sz="1400" baseline="0" dirty="0"/>
              <a:t>Rigid and Inflexible</a:t>
            </a:r>
            <a:endParaRPr lang="en-IN" sz="1400" dirty="0"/>
          </a:p>
          <a:p>
            <a:pPr lvl="2"/>
            <a:r>
              <a:rPr lang="en-US" sz="1200" baseline="0" dirty="0">
                <a:solidFill>
                  <a:schemeClr val="tx1"/>
                </a:solidFill>
              </a:rPr>
              <a:t>Changes in requirements are difficult to accommodate once the process is underway.</a:t>
            </a:r>
            <a:endParaRPr lang="en-IN" sz="1200" dirty="0">
              <a:solidFill>
                <a:schemeClr val="tx1"/>
              </a:solidFill>
            </a:endParaRPr>
          </a:p>
          <a:p>
            <a:endParaRPr lang="en-IN" dirty="0"/>
          </a:p>
        </p:txBody>
      </p:sp>
      <p:sp>
        <p:nvSpPr>
          <p:cNvPr id="9" name="Content Placeholder 8">
            <a:extLst>
              <a:ext uri="{FF2B5EF4-FFF2-40B4-BE49-F238E27FC236}">
                <a16:creationId xmlns:a16="http://schemas.microsoft.com/office/drawing/2014/main" id="{4BD55C44-39B3-9FE1-20CA-237E934D2D3E}"/>
              </a:ext>
            </a:extLst>
          </p:cNvPr>
          <p:cNvSpPr>
            <a:spLocks noGrp="1"/>
          </p:cNvSpPr>
          <p:nvPr>
            <p:ph sz="quarter" idx="11"/>
          </p:nvPr>
        </p:nvSpPr>
        <p:spPr/>
        <p:txBody>
          <a:bodyPr/>
          <a:lstStyle/>
          <a:p>
            <a:r>
              <a:rPr lang="en-US" sz="1400" baseline="0" dirty="0"/>
              <a:t>Poor Collaboration</a:t>
            </a:r>
            <a:endParaRPr lang="en-IN" sz="1400" dirty="0"/>
          </a:p>
          <a:p>
            <a:pPr lvl="2"/>
            <a:r>
              <a:rPr lang="en-US" sz="1200" baseline="0" dirty="0">
                <a:solidFill>
                  <a:schemeClr val="tx1"/>
                </a:solidFill>
              </a:rPr>
              <a:t>Silos between developers, testers, and operations lead to communication gaps and inefficiencies.</a:t>
            </a:r>
            <a:endParaRPr lang="en-IN" sz="1200" dirty="0">
              <a:solidFill>
                <a:schemeClr val="tx1"/>
              </a:solidFill>
            </a:endParaRPr>
          </a:p>
          <a:p>
            <a:endParaRPr lang="en-IN" dirty="0"/>
          </a:p>
        </p:txBody>
      </p:sp>
      <p:sp>
        <p:nvSpPr>
          <p:cNvPr id="10" name="Content Placeholder 9">
            <a:extLst>
              <a:ext uri="{FF2B5EF4-FFF2-40B4-BE49-F238E27FC236}">
                <a16:creationId xmlns:a16="http://schemas.microsoft.com/office/drawing/2014/main" id="{72EA2CEA-6B23-BDC0-1F39-CFB8DD63ABB2}"/>
              </a:ext>
            </a:extLst>
          </p:cNvPr>
          <p:cNvSpPr>
            <a:spLocks noGrp="1"/>
          </p:cNvSpPr>
          <p:nvPr>
            <p:ph sz="quarter" idx="12"/>
          </p:nvPr>
        </p:nvSpPr>
        <p:spPr/>
        <p:txBody>
          <a:bodyPr/>
          <a:lstStyle/>
          <a:p>
            <a:r>
              <a:rPr lang="en-US" sz="1400" baseline="0" dirty="0"/>
              <a:t>Delayed Feedback Loop</a:t>
            </a:r>
            <a:endParaRPr lang="en-IN" sz="1400" dirty="0"/>
          </a:p>
          <a:p>
            <a:pPr lvl="2"/>
            <a:r>
              <a:rPr lang="en-US" sz="1200" baseline="0" dirty="0">
                <a:solidFill>
                  <a:schemeClr val="tx1"/>
                </a:solidFill>
              </a:rPr>
              <a:t>Testing and validation happen late, increasing the risk of costly rework.</a:t>
            </a:r>
            <a:endParaRPr lang="en-IN" sz="1200" dirty="0">
              <a:solidFill>
                <a:schemeClr val="tx1"/>
              </a:solidFill>
            </a:endParaRPr>
          </a:p>
          <a:p>
            <a:endParaRPr lang="en-IN" dirty="0"/>
          </a:p>
        </p:txBody>
      </p:sp>
      <p:sp>
        <p:nvSpPr>
          <p:cNvPr id="5" name="Slide Number Placeholder 4">
            <a:extLst>
              <a:ext uri="{FF2B5EF4-FFF2-40B4-BE49-F238E27FC236}">
                <a16:creationId xmlns:a16="http://schemas.microsoft.com/office/drawing/2014/main" id="{9E88086B-DB63-05D6-3E9C-FA0508684979}"/>
              </a:ext>
            </a:extLst>
          </p:cNvPr>
          <p:cNvSpPr>
            <a:spLocks noGrp="1"/>
          </p:cNvSpPr>
          <p:nvPr>
            <p:ph type="sldNum" sz="quarter" idx="4"/>
          </p:nvPr>
        </p:nvSpPr>
        <p:spPr/>
        <p:txBody>
          <a:bodyPr/>
          <a:lstStyle/>
          <a:p>
            <a:fld id="{D71DA9FD-6EF8-4CC5-AF9B-B6159B5B937C}" type="slidenum">
              <a:rPr lang="en-GB" noProof="1" smtClean="0"/>
              <a:pPr/>
              <a:t>3</a:t>
            </a:fld>
            <a:endParaRPr lang="en-GB" noProof="1"/>
          </a:p>
        </p:txBody>
      </p:sp>
      <p:sp>
        <p:nvSpPr>
          <p:cNvPr id="7" name="Title 6">
            <a:extLst>
              <a:ext uri="{FF2B5EF4-FFF2-40B4-BE49-F238E27FC236}">
                <a16:creationId xmlns:a16="http://schemas.microsoft.com/office/drawing/2014/main" id="{69AA9372-4DA0-B98D-78A6-21E5041EE8CE}"/>
              </a:ext>
            </a:extLst>
          </p:cNvPr>
          <p:cNvSpPr>
            <a:spLocks noGrp="1"/>
          </p:cNvSpPr>
          <p:nvPr>
            <p:ph type="title"/>
          </p:nvPr>
        </p:nvSpPr>
        <p:spPr/>
        <p:txBody>
          <a:bodyPr/>
          <a:lstStyle/>
          <a:p>
            <a:r>
              <a:rPr lang="en-US" dirty="0"/>
              <a:t>Limitations of the SDLC (Software Development Life Cycle)</a:t>
            </a:r>
            <a:endParaRPr lang="en-IN" dirty="0"/>
          </a:p>
        </p:txBody>
      </p:sp>
      <p:pic>
        <p:nvPicPr>
          <p:cNvPr id="3" name="Picture 2">
            <a:extLst>
              <a:ext uri="{FF2B5EF4-FFF2-40B4-BE49-F238E27FC236}">
                <a16:creationId xmlns:a16="http://schemas.microsoft.com/office/drawing/2014/main" id="{8F1E22E1-8F5A-B88B-BF1D-8B5939403FB3}"/>
              </a:ext>
            </a:extLst>
          </p:cNvPr>
          <p:cNvPicPr>
            <a:picLocks noChangeAspect="1"/>
          </p:cNvPicPr>
          <p:nvPr/>
        </p:nvPicPr>
        <p:blipFill>
          <a:blip r:embed="rId2">
            <a:duotone>
              <a:schemeClr val="accent1">
                <a:shade val="45000"/>
                <a:satMod val="135000"/>
              </a:schemeClr>
              <a:prstClr val="white"/>
            </a:duotone>
          </a:blip>
          <a:stretch>
            <a:fillRect/>
          </a:stretch>
        </p:blipFill>
        <p:spPr>
          <a:xfrm>
            <a:off x="870167" y="2759247"/>
            <a:ext cx="1440000" cy="1440000"/>
          </a:xfrm>
          <a:prstGeom prst="rect">
            <a:avLst/>
          </a:prstGeom>
        </p:spPr>
      </p:pic>
      <p:pic>
        <p:nvPicPr>
          <p:cNvPr id="11" name="Picture 10">
            <a:extLst>
              <a:ext uri="{FF2B5EF4-FFF2-40B4-BE49-F238E27FC236}">
                <a16:creationId xmlns:a16="http://schemas.microsoft.com/office/drawing/2014/main" id="{4F3D2102-93E6-B99D-3A60-3D9A92AEB6AB}"/>
              </a:ext>
            </a:extLst>
          </p:cNvPr>
          <p:cNvPicPr>
            <a:picLocks noChangeAspect="1"/>
          </p:cNvPicPr>
          <p:nvPr/>
        </p:nvPicPr>
        <p:blipFill>
          <a:blip r:embed="rId3">
            <a:duotone>
              <a:schemeClr val="accent1">
                <a:shade val="45000"/>
                <a:satMod val="135000"/>
              </a:schemeClr>
              <a:prstClr val="white"/>
            </a:duotone>
          </a:blip>
          <a:stretch>
            <a:fillRect/>
          </a:stretch>
        </p:blipFill>
        <p:spPr>
          <a:xfrm>
            <a:off x="4031496" y="2759247"/>
            <a:ext cx="1440000" cy="1440000"/>
          </a:xfrm>
          <a:prstGeom prst="rect">
            <a:avLst/>
          </a:prstGeom>
        </p:spPr>
      </p:pic>
      <p:pic>
        <p:nvPicPr>
          <p:cNvPr id="13" name="Picture 12">
            <a:extLst>
              <a:ext uri="{FF2B5EF4-FFF2-40B4-BE49-F238E27FC236}">
                <a16:creationId xmlns:a16="http://schemas.microsoft.com/office/drawing/2014/main" id="{43BA96B2-0D9D-8143-CB85-CF2C3C156264}"/>
              </a:ext>
            </a:extLst>
          </p:cNvPr>
          <p:cNvPicPr>
            <a:picLocks noChangeAspect="1"/>
          </p:cNvPicPr>
          <p:nvPr/>
        </p:nvPicPr>
        <p:blipFill>
          <a:blip r:embed="rId4">
            <a:duotone>
              <a:schemeClr val="accent1">
                <a:shade val="45000"/>
                <a:satMod val="135000"/>
              </a:schemeClr>
              <a:prstClr val="white"/>
            </a:duotone>
          </a:blip>
          <a:stretch>
            <a:fillRect/>
          </a:stretch>
        </p:blipFill>
        <p:spPr>
          <a:xfrm>
            <a:off x="7256701" y="2759247"/>
            <a:ext cx="1440000" cy="1440000"/>
          </a:xfrm>
          <a:prstGeom prst="rect">
            <a:avLst/>
          </a:prstGeom>
        </p:spPr>
      </p:pic>
      <p:sp>
        <p:nvSpPr>
          <p:cNvPr id="2" name="TextBox 1">
            <a:extLst>
              <a:ext uri="{FF2B5EF4-FFF2-40B4-BE49-F238E27FC236}">
                <a16:creationId xmlns:a16="http://schemas.microsoft.com/office/drawing/2014/main" id="{58064D26-BCA2-219A-B8B5-130781FB5259}"/>
              </a:ext>
            </a:extLst>
          </p:cNvPr>
          <p:cNvSpPr txBox="1"/>
          <p:nvPr/>
        </p:nvSpPr>
        <p:spPr bwMode="ltGray">
          <a:xfrm>
            <a:off x="870166" y="4412163"/>
            <a:ext cx="1507301" cy="276999"/>
          </a:xfrm>
          <a:prstGeom prst="rect">
            <a:avLst/>
          </a:prstGeom>
          <a:noFill/>
          <a:ln w="6350">
            <a:noFill/>
            <a:miter lim="800000"/>
            <a:headEnd/>
            <a:tailEnd/>
          </a:ln>
        </p:spPr>
        <p:txBody>
          <a:bodyPr wrap="square">
            <a:spAutoFit/>
          </a:bodyPr>
          <a:lstStyle/>
          <a:p>
            <a:pPr algn="ctr"/>
            <a:r>
              <a:rPr lang="en-US" sz="1200" i="1" dirty="0">
                <a:latin typeface="+mn-lt"/>
              </a:rPr>
              <a:t>Difficult to change</a:t>
            </a:r>
            <a:endParaRPr lang="en-IN" sz="1200" i="1" dirty="0">
              <a:latin typeface="+mn-lt"/>
            </a:endParaRPr>
          </a:p>
        </p:txBody>
      </p:sp>
      <p:cxnSp>
        <p:nvCxnSpPr>
          <p:cNvPr id="4" name="Straight Connector 3">
            <a:extLst>
              <a:ext uri="{FF2B5EF4-FFF2-40B4-BE49-F238E27FC236}">
                <a16:creationId xmlns:a16="http://schemas.microsoft.com/office/drawing/2014/main" id="{76511E4D-CEA7-4860-F1AA-186516A14147}"/>
              </a:ext>
            </a:extLst>
          </p:cNvPr>
          <p:cNvCxnSpPr>
            <a:cxnSpLocks/>
          </p:cNvCxnSpPr>
          <p:nvPr/>
        </p:nvCxnSpPr>
        <p:spPr bwMode="auto">
          <a:xfrm>
            <a:off x="802867" y="4365964"/>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B6EE968-2931-7236-239D-E26B8BEF51AB}"/>
              </a:ext>
            </a:extLst>
          </p:cNvPr>
          <p:cNvSpPr txBox="1"/>
          <p:nvPr/>
        </p:nvSpPr>
        <p:spPr bwMode="ltGray">
          <a:xfrm>
            <a:off x="4031496" y="4409191"/>
            <a:ext cx="1440000" cy="276999"/>
          </a:xfrm>
          <a:prstGeom prst="rect">
            <a:avLst/>
          </a:prstGeom>
          <a:noFill/>
          <a:ln w="6350">
            <a:noFill/>
            <a:miter lim="800000"/>
            <a:headEnd/>
            <a:tailEnd/>
          </a:ln>
        </p:spPr>
        <p:txBody>
          <a:bodyPr wrap="square">
            <a:spAutoFit/>
          </a:bodyPr>
          <a:lstStyle/>
          <a:p>
            <a:pPr algn="ctr"/>
            <a:r>
              <a:rPr lang="en-US" sz="1200" i="1" dirty="0">
                <a:latin typeface="+mn-lt"/>
              </a:rPr>
              <a:t>Inefficiency</a:t>
            </a:r>
            <a:endParaRPr lang="en-IN" sz="1200" i="1" dirty="0">
              <a:latin typeface="+mn-lt"/>
            </a:endParaRPr>
          </a:p>
        </p:txBody>
      </p:sp>
      <p:cxnSp>
        <p:nvCxnSpPr>
          <p:cNvPr id="12" name="Straight Connector 11">
            <a:extLst>
              <a:ext uri="{FF2B5EF4-FFF2-40B4-BE49-F238E27FC236}">
                <a16:creationId xmlns:a16="http://schemas.microsoft.com/office/drawing/2014/main" id="{1D115900-C48B-0F61-67FD-649FF16AC54F}"/>
              </a:ext>
            </a:extLst>
          </p:cNvPr>
          <p:cNvCxnSpPr>
            <a:cxnSpLocks/>
          </p:cNvCxnSpPr>
          <p:nvPr/>
        </p:nvCxnSpPr>
        <p:spPr bwMode="auto">
          <a:xfrm>
            <a:off x="3964196" y="4375083"/>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AD830DF-83C2-4F0D-318E-88E5DA111039}"/>
              </a:ext>
            </a:extLst>
          </p:cNvPr>
          <p:cNvSpPr txBox="1"/>
          <p:nvPr/>
        </p:nvSpPr>
        <p:spPr bwMode="ltGray">
          <a:xfrm>
            <a:off x="7379759" y="4409191"/>
            <a:ext cx="1440000" cy="276999"/>
          </a:xfrm>
          <a:prstGeom prst="rect">
            <a:avLst/>
          </a:prstGeom>
          <a:noFill/>
          <a:ln w="6350">
            <a:noFill/>
            <a:miter lim="800000"/>
            <a:headEnd/>
            <a:tailEnd/>
          </a:ln>
        </p:spPr>
        <p:txBody>
          <a:bodyPr wrap="square">
            <a:spAutoFit/>
          </a:bodyPr>
          <a:lstStyle/>
          <a:p>
            <a:pPr algn="ctr"/>
            <a:r>
              <a:rPr lang="en-US" sz="1200" i="1" dirty="0">
                <a:latin typeface="+mn-lt"/>
              </a:rPr>
              <a:t>Delay + Costly</a:t>
            </a:r>
            <a:endParaRPr lang="en-IN" sz="1200" i="1" dirty="0">
              <a:latin typeface="+mn-lt"/>
            </a:endParaRPr>
          </a:p>
        </p:txBody>
      </p:sp>
      <p:cxnSp>
        <p:nvCxnSpPr>
          <p:cNvPr id="15" name="Straight Connector 14">
            <a:extLst>
              <a:ext uri="{FF2B5EF4-FFF2-40B4-BE49-F238E27FC236}">
                <a16:creationId xmlns:a16="http://schemas.microsoft.com/office/drawing/2014/main" id="{B0B560F3-EC76-5177-125E-8CDF04D30B77}"/>
              </a:ext>
            </a:extLst>
          </p:cNvPr>
          <p:cNvCxnSpPr>
            <a:cxnSpLocks/>
          </p:cNvCxnSpPr>
          <p:nvPr/>
        </p:nvCxnSpPr>
        <p:spPr bwMode="auto">
          <a:xfrm>
            <a:off x="7312459" y="4375083"/>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9217519"/>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347339A6-21BD-2A81-1437-3FB27CCC2801}"/>
              </a:ext>
            </a:extLst>
          </p:cNvPr>
          <p:cNvSpPr>
            <a:spLocks noGrp="1"/>
          </p:cNvSpPr>
          <p:nvPr>
            <p:ph sz="quarter" idx="10"/>
          </p:nvPr>
        </p:nvSpPr>
        <p:spPr/>
        <p:txBody>
          <a:bodyPr/>
          <a:lstStyle/>
          <a:p>
            <a:r>
              <a:rPr lang="en-US" sz="1400" baseline="0" dirty="0"/>
              <a:t>Iterative </a:t>
            </a:r>
            <a:r>
              <a:rPr lang="en-US" sz="1400" b="0" baseline="0" dirty="0"/>
              <a:t>Development</a:t>
            </a:r>
          </a:p>
          <a:p>
            <a:pPr lvl="2"/>
            <a:r>
              <a:rPr lang="en-US" sz="1200" baseline="0" dirty="0">
                <a:solidFill>
                  <a:schemeClr val="tx1"/>
                </a:solidFill>
              </a:rPr>
              <a:t>Delivers working software in short, manageable cycles (sprints).</a:t>
            </a:r>
            <a:endParaRPr lang="en-IN" sz="1200" dirty="0">
              <a:solidFill>
                <a:schemeClr val="tx1"/>
              </a:solidFill>
            </a:endParaRPr>
          </a:p>
          <a:p>
            <a:endParaRPr lang="en-IN" sz="1400" b="0" dirty="0"/>
          </a:p>
          <a:p>
            <a:endParaRPr lang="en-IN" dirty="0"/>
          </a:p>
        </p:txBody>
      </p:sp>
      <p:sp>
        <p:nvSpPr>
          <p:cNvPr id="15" name="Content Placeholder 14">
            <a:extLst>
              <a:ext uri="{FF2B5EF4-FFF2-40B4-BE49-F238E27FC236}">
                <a16:creationId xmlns:a16="http://schemas.microsoft.com/office/drawing/2014/main" id="{1DD9F6FA-47CA-B900-52C2-FBE6B5A72B72}"/>
              </a:ext>
            </a:extLst>
          </p:cNvPr>
          <p:cNvSpPr>
            <a:spLocks noGrp="1"/>
          </p:cNvSpPr>
          <p:nvPr>
            <p:ph sz="quarter" idx="11"/>
          </p:nvPr>
        </p:nvSpPr>
        <p:spPr/>
        <p:txBody>
          <a:bodyPr/>
          <a:lstStyle/>
          <a:p>
            <a:r>
              <a:rPr lang="en-US" sz="1400" baseline="0" dirty="0"/>
              <a:t>Customer Collaboration</a:t>
            </a:r>
          </a:p>
          <a:p>
            <a:pPr lvl="2"/>
            <a:r>
              <a:rPr lang="en-US" sz="1200" baseline="0" dirty="0">
                <a:solidFill>
                  <a:schemeClr val="tx1"/>
                </a:solidFill>
              </a:rPr>
              <a:t>Continuous feedback ensures the product meets evolving user needs.</a:t>
            </a:r>
            <a:endParaRPr lang="en-IN" sz="1200" dirty="0">
              <a:solidFill>
                <a:schemeClr val="tx1"/>
              </a:solidFill>
            </a:endParaRPr>
          </a:p>
          <a:p>
            <a:endParaRPr lang="en-IN" sz="1400" dirty="0"/>
          </a:p>
          <a:p>
            <a:endParaRPr lang="en-IN" dirty="0"/>
          </a:p>
        </p:txBody>
      </p:sp>
      <p:sp>
        <p:nvSpPr>
          <p:cNvPr id="16" name="Content Placeholder 15">
            <a:extLst>
              <a:ext uri="{FF2B5EF4-FFF2-40B4-BE49-F238E27FC236}">
                <a16:creationId xmlns:a16="http://schemas.microsoft.com/office/drawing/2014/main" id="{6D080E67-D749-A700-7A83-162AF6715200}"/>
              </a:ext>
            </a:extLst>
          </p:cNvPr>
          <p:cNvSpPr>
            <a:spLocks noGrp="1"/>
          </p:cNvSpPr>
          <p:nvPr>
            <p:ph sz="quarter" idx="12"/>
          </p:nvPr>
        </p:nvSpPr>
        <p:spPr/>
        <p:txBody>
          <a:bodyPr/>
          <a:lstStyle/>
          <a:p>
            <a:r>
              <a:rPr lang="en-US" sz="1400" baseline="0" dirty="0"/>
              <a:t>Embraces Change</a:t>
            </a:r>
            <a:endParaRPr lang="en-IN" sz="1400" dirty="0"/>
          </a:p>
          <a:p>
            <a:pPr lvl="2"/>
            <a:r>
              <a:rPr lang="en-US" sz="1200" baseline="0" dirty="0">
                <a:solidFill>
                  <a:schemeClr val="tx1"/>
                </a:solidFill>
              </a:rPr>
              <a:t>Easily adapts to changing requirements, even late in development.</a:t>
            </a:r>
            <a:endParaRPr lang="en-IN" sz="1200" dirty="0">
              <a:solidFill>
                <a:schemeClr val="tx1"/>
              </a:solidFill>
            </a:endParaRPr>
          </a:p>
          <a:p>
            <a:endParaRPr lang="en-IN" dirty="0"/>
          </a:p>
        </p:txBody>
      </p:sp>
      <p:sp>
        <p:nvSpPr>
          <p:cNvPr id="3" name="Slide Number Placeholder 2">
            <a:extLst>
              <a:ext uri="{FF2B5EF4-FFF2-40B4-BE49-F238E27FC236}">
                <a16:creationId xmlns:a16="http://schemas.microsoft.com/office/drawing/2014/main" id="{F9220094-2B8C-9003-0BF1-86DAE3910AEC}"/>
              </a:ext>
            </a:extLst>
          </p:cNvPr>
          <p:cNvSpPr>
            <a:spLocks noGrp="1"/>
          </p:cNvSpPr>
          <p:nvPr>
            <p:ph type="sldNum" sz="quarter" idx="4"/>
          </p:nvPr>
        </p:nvSpPr>
        <p:spPr/>
        <p:txBody>
          <a:bodyPr/>
          <a:lstStyle/>
          <a:p>
            <a:fld id="{D71DA9FD-6EF8-4CC5-AF9B-B6159B5B937C}" type="slidenum">
              <a:rPr lang="en-GB" noProof="1" smtClean="0"/>
              <a:pPr/>
              <a:t>4</a:t>
            </a:fld>
            <a:endParaRPr lang="en-GB" noProof="1"/>
          </a:p>
        </p:txBody>
      </p:sp>
      <p:sp>
        <p:nvSpPr>
          <p:cNvPr id="5" name="Title 4">
            <a:extLst>
              <a:ext uri="{FF2B5EF4-FFF2-40B4-BE49-F238E27FC236}">
                <a16:creationId xmlns:a16="http://schemas.microsoft.com/office/drawing/2014/main" id="{16EA2EA9-EA29-C3D5-7AB6-3F09D529BFF2}"/>
              </a:ext>
            </a:extLst>
          </p:cNvPr>
          <p:cNvSpPr>
            <a:spLocks noGrp="1"/>
          </p:cNvSpPr>
          <p:nvPr>
            <p:ph type="title"/>
          </p:nvPr>
        </p:nvSpPr>
        <p:spPr/>
        <p:txBody>
          <a:bodyPr/>
          <a:lstStyle/>
          <a:p>
            <a:r>
              <a:rPr lang="en-US" dirty="0"/>
              <a:t>Agile Methodology – An overview</a:t>
            </a:r>
            <a:endParaRPr lang="en-IN" dirty="0"/>
          </a:p>
        </p:txBody>
      </p:sp>
      <p:pic>
        <p:nvPicPr>
          <p:cNvPr id="6" name="Picture 5">
            <a:extLst>
              <a:ext uri="{FF2B5EF4-FFF2-40B4-BE49-F238E27FC236}">
                <a16:creationId xmlns:a16="http://schemas.microsoft.com/office/drawing/2014/main" id="{943453FF-9B18-B634-882F-3989617C9BCC}"/>
              </a:ext>
            </a:extLst>
          </p:cNvPr>
          <p:cNvPicPr>
            <a:picLocks noChangeAspect="1"/>
          </p:cNvPicPr>
          <p:nvPr/>
        </p:nvPicPr>
        <p:blipFill>
          <a:blip r:embed="rId2">
            <a:duotone>
              <a:schemeClr val="accent1">
                <a:shade val="45000"/>
                <a:satMod val="135000"/>
              </a:schemeClr>
              <a:prstClr val="white"/>
            </a:duotone>
          </a:blip>
          <a:stretch>
            <a:fillRect/>
          </a:stretch>
        </p:blipFill>
        <p:spPr>
          <a:xfrm>
            <a:off x="822731" y="2577830"/>
            <a:ext cx="1440000" cy="1440000"/>
          </a:xfrm>
          <a:prstGeom prst="rect">
            <a:avLst/>
          </a:prstGeom>
        </p:spPr>
      </p:pic>
      <p:pic>
        <p:nvPicPr>
          <p:cNvPr id="8" name="Picture 7">
            <a:extLst>
              <a:ext uri="{FF2B5EF4-FFF2-40B4-BE49-F238E27FC236}">
                <a16:creationId xmlns:a16="http://schemas.microsoft.com/office/drawing/2014/main" id="{FFFE5514-0EC3-0FAF-126F-834F11E985BE}"/>
              </a:ext>
            </a:extLst>
          </p:cNvPr>
          <p:cNvPicPr>
            <a:picLocks noChangeAspect="1"/>
          </p:cNvPicPr>
          <p:nvPr/>
        </p:nvPicPr>
        <p:blipFill>
          <a:blip r:embed="rId3">
            <a:duotone>
              <a:schemeClr val="accent1">
                <a:shade val="45000"/>
                <a:satMod val="135000"/>
              </a:schemeClr>
              <a:prstClr val="white"/>
            </a:duotone>
          </a:blip>
          <a:stretch>
            <a:fillRect/>
          </a:stretch>
        </p:blipFill>
        <p:spPr>
          <a:xfrm>
            <a:off x="4107660" y="2577830"/>
            <a:ext cx="1440000" cy="1440000"/>
          </a:xfrm>
          <a:prstGeom prst="rect">
            <a:avLst/>
          </a:prstGeom>
        </p:spPr>
      </p:pic>
      <p:pic>
        <p:nvPicPr>
          <p:cNvPr id="10" name="Picture 9">
            <a:extLst>
              <a:ext uri="{FF2B5EF4-FFF2-40B4-BE49-F238E27FC236}">
                <a16:creationId xmlns:a16="http://schemas.microsoft.com/office/drawing/2014/main" id="{FD2B6727-A729-F718-9A7A-0378165B80DD}"/>
              </a:ext>
            </a:extLst>
          </p:cNvPr>
          <p:cNvPicPr>
            <a:picLocks noChangeAspect="1"/>
          </p:cNvPicPr>
          <p:nvPr/>
        </p:nvPicPr>
        <p:blipFill>
          <a:blip r:embed="rId4">
            <a:duotone>
              <a:schemeClr val="accent1">
                <a:shade val="45000"/>
                <a:satMod val="135000"/>
              </a:schemeClr>
              <a:prstClr val="white"/>
            </a:duotone>
          </a:blip>
          <a:stretch>
            <a:fillRect/>
          </a:stretch>
        </p:blipFill>
        <p:spPr>
          <a:xfrm>
            <a:off x="7272169" y="2577830"/>
            <a:ext cx="1440000" cy="1440000"/>
          </a:xfrm>
          <a:prstGeom prst="rect">
            <a:avLst/>
          </a:prstGeom>
        </p:spPr>
      </p:pic>
      <p:sp>
        <p:nvSpPr>
          <p:cNvPr id="2" name="TextBox 1">
            <a:extLst>
              <a:ext uri="{FF2B5EF4-FFF2-40B4-BE49-F238E27FC236}">
                <a16:creationId xmlns:a16="http://schemas.microsoft.com/office/drawing/2014/main" id="{D57EE35D-E858-73F3-E4AC-26FD4CF9C26A}"/>
              </a:ext>
            </a:extLst>
          </p:cNvPr>
          <p:cNvSpPr txBox="1"/>
          <p:nvPr/>
        </p:nvSpPr>
        <p:spPr bwMode="ltGray">
          <a:xfrm>
            <a:off x="802867" y="4197716"/>
            <a:ext cx="1507301" cy="276999"/>
          </a:xfrm>
          <a:prstGeom prst="rect">
            <a:avLst/>
          </a:prstGeom>
          <a:noFill/>
          <a:ln w="6350">
            <a:noFill/>
            <a:miter lim="800000"/>
            <a:headEnd/>
            <a:tailEnd/>
          </a:ln>
        </p:spPr>
        <p:txBody>
          <a:bodyPr wrap="square">
            <a:spAutoFit/>
          </a:bodyPr>
          <a:lstStyle/>
          <a:p>
            <a:pPr algn="ctr"/>
            <a:r>
              <a:rPr lang="en-US" sz="1200" i="1" dirty="0"/>
              <a:t>M</a:t>
            </a:r>
            <a:r>
              <a:rPr lang="en-US" sz="1200" i="1" baseline="0" dirty="0">
                <a:solidFill>
                  <a:schemeClr val="tx1"/>
                </a:solidFill>
              </a:rPr>
              <a:t>anageable</a:t>
            </a:r>
            <a:endParaRPr lang="en-IN" sz="1200" i="1" dirty="0">
              <a:latin typeface="+mn-lt"/>
            </a:endParaRPr>
          </a:p>
        </p:txBody>
      </p:sp>
      <p:cxnSp>
        <p:nvCxnSpPr>
          <p:cNvPr id="4" name="Straight Connector 3">
            <a:extLst>
              <a:ext uri="{FF2B5EF4-FFF2-40B4-BE49-F238E27FC236}">
                <a16:creationId xmlns:a16="http://schemas.microsoft.com/office/drawing/2014/main" id="{5BD26F9A-ADF7-4CCE-4CE8-E551C1B85DA9}"/>
              </a:ext>
            </a:extLst>
          </p:cNvPr>
          <p:cNvCxnSpPr>
            <a:cxnSpLocks/>
          </p:cNvCxnSpPr>
          <p:nvPr/>
        </p:nvCxnSpPr>
        <p:spPr bwMode="auto">
          <a:xfrm>
            <a:off x="735568" y="4151517"/>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DADF0BE-C8B9-BCD2-8901-8CDA9DA830BD}"/>
              </a:ext>
            </a:extLst>
          </p:cNvPr>
          <p:cNvSpPr txBox="1"/>
          <p:nvPr/>
        </p:nvSpPr>
        <p:spPr bwMode="ltGray">
          <a:xfrm>
            <a:off x="3973060" y="4211616"/>
            <a:ext cx="1618072" cy="276999"/>
          </a:xfrm>
          <a:prstGeom prst="rect">
            <a:avLst/>
          </a:prstGeom>
          <a:noFill/>
          <a:ln w="6350">
            <a:noFill/>
            <a:miter lim="800000"/>
            <a:headEnd/>
            <a:tailEnd/>
          </a:ln>
        </p:spPr>
        <p:txBody>
          <a:bodyPr wrap="square">
            <a:spAutoFit/>
          </a:bodyPr>
          <a:lstStyle/>
          <a:p>
            <a:pPr algn="ctr"/>
            <a:r>
              <a:rPr lang="en-US" sz="1200" i="1" baseline="0" dirty="0">
                <a:solidFill>
                  <a:schemeClr val="tx1"/>
                </a:solidFill>
              </a:rPr>
              <a:t>Continuous feedback</a:t>
            </a:r>
            <a:endParaRPr lang="en-IN" sz="1200" i="1" dirty="0">
              <a:latin typeface="+mn-lt"/>
            </a:endParaRPr>
          </a:p>
        </p:txBody>
      </p:sp>
      <p:cxnSp>
        <p:nvCxnSpPr>
          <p:cNvPr id="9" name="Straight Connector 8">
            <a:extLst>
              <a:ext uri="{FF2B5EF4-FFF2-40B4-BE49-F238E27FC236}">
                <a16:creationId xmlns:a16="http://schemas.microsoft.com/office/drawing/2014/main" id="{DDF773FD-7D5D-F821-AC91-FA6CE20DBBB1}"/>
              </a:ext>
            </a:extLst>
          </p:cNvPr>
          <p:cNvCxnSpPr>
            <a:cxnSpLocks/>
          </p:cNvCxnSpPr>
          <p:nvPr/>
        </p:nvCxnSpPr>
        <p:spPr bwMode="auto">
          <a:xfrm>
            <a:off x="3973060" y="4165417"/>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A5A39FD-0367-7912-6A42-659E65A97DCB}"/>
              </a:ext>
            </a:extLst>
          </p:cNvPr>
          <p:cNvSpPr txBox="1"/>
          <p:nvPr/>
        </p:nvSpPr>
        <p:spPr bwMode="ltGray">
          <a:xfrm>
            <a:off x="7083692" y="4211616"/>
            <a:ext cx="1507301" cy="276999"/>
          </a:xfrm>
          <a:prstGeom prst="rect">
            <a:avLst/>
          </a:prstGeom>
          <a:noFill/>
          <a:ln w="6350">
            <a:noFill/>
            <a:miter lim="800000"/>
            <a:headEnd/>
            <a:tailEnd/>
          </a:ln>
        </p:spPr>
        <p:txBody>
          <a:bodyPr wrap="square">
            <a:spAutoFit/>
          </a:bodyPr>
          <a:lstStyle/>
          <a:p>
            <a:pPr algn="ctr"/>
            <a:r>
              <a:rPr lang="en-US" sz="1200" i="1" baseline="0" dirty="0">
                <a:solidFill>
                  <a:schemeClr val="tx1"/>
                </a:solidFill>
              </a:rPr>
              <a:t>Easily adapts</a:t>
            </a:r>
            <a:endParaRPr lang="en-IN" sz="1200" i="1" dirty="0">
              <a:latin typeface="+mn-lt"/>
            </a:endParaRPr>
          </a:p>
        </p:txBody>
      </p:sp>
      <p:cxnSp>
        <p:nvCxnSpPr>
          <p:cNvPr id="17" name="Straight Connector 16">
            <a:extLst>
              <a:ext uri="{FF2B5EF4-FFF2-40B4-BE49-F238E27FC236}">
                <a16:creationId xmlns:a16="http://schemas.microsoft.com/office/drawing/2014/main" id="{BAE87FA9-B05A-264B-41F2-5DFA1C60303A}"/>
              </a:ext>
            </a:extLst>
          </p:cNvPr>
          <p:cNvCxnSpPr>
            <a:cxnSpLocks/>
          </p:cNvCxnSpPr>
          <p:nvPr/>
        </p:nvCxnSpPr>
        <p:spPr bwMode="auto">
          <a:xfrm>
            <a:off x="7016393" y="4165417"/>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2473820"/>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E289C6-8174-51AD-81E0-5B2A646FFB8F}"/>
              </a:ext>
            </a:extLst>
          </p:cNvPr>
          <p:cNvSpPr>
            <a:spLocks noGrp="1"/>
          </p:cNvSpPr>
          <p:nvPr>
            <p:ph sz="quarter" idx="10"/>
          </p:nvPr>
        </p:nvSpPr>
        <p:spPr/>
        <p:txBody>
          <a:bodyPr/>
          <a:lstStyle/>
          <a:p>
            <a:r>
              <a:rPr lang="en-IN" dirty="0"/>
              <a:t>Lack of Predictability</a:t>
            </a:r>
          </a:p>
          <a:p>
            <a:pPr lvl="2"/>
            <a:r>
              <a:rPr lang="en-US" sz="1200" dirty="0">
                <a:solidFill>
                  <a:schemeClr val="tx1"/>
                </a:solidFill>
              </a:rPr>
              <a:t>Difficult to estimate time, cost, and resources upfront due to evolving requirements.</a:t>
            </a:r>
            <a:endParaRPr lang="en-IN" sz="1200" dirty="0">
              <a:solidFill>
                <a:schemeClr val="tx1"/>
              </a:solidFill>
            </a:endParaRPr>
          </a:p>
        </p:txBody>
      </p:sp>
      <p:sp>
        <p:nvSpPr>
          <p:cNvPr id="3" name="Content Placeholder 2">
            <a:extLst>
              <a:ext uri="{FF2B5EF4-FFF2-40B4-BE49-F238E27FC236}">
                <a16:creationId xmlns:a16="http://schemas.microsoft.com/office/drawing/2014/main" id="{D3782859-8FA4-26EF-B5F7-D53C138DAAB2}"/>
              </a:ext>
            </a:extLst>
          </p:cNvPr>
          <p:cNvSpPr>
            <a:spLocks noGrp="1"/>
          </p:cNvSpPr>
          <p:nvPr>
            <p:ph sz="quarter" idx="11"/>
          </p:nvPr>
        </p:nvSpPr>
        <p:spPr/>
        <p:txBody>
          <a:bodyPr/>
          <a:lstStyle/>
          <a:p>
            <a:r>
              <a:rPr lang="en-IN" dirty="0"/>
              <a:t>Requires High Team Discipline</a:t>
            </a:r>
          </a:p>
          <a:p>
            <a:pPr lvl="2"/>
            <a:r>
              <a:rPr lang="en-US" sz="1200" dirty="0">
                <a:solidFill>
                  <a:schemeClr val="tx1"/>
                </a:solidFill>
              </a:rPr>
              <a:t>Agile relies on self-organizing, collaborative teams—lack of commitment can derail progress.</a:t>
            </a:r>
            <a:endParaRPr lang="en-IN" sz="1200" dirty="0">
              <a:solidFill>
                <a:schemeClr val="tx1"/>
              </a:solidFill>
            </a:endParaRPr>
          </a:p>
        </p:txBody>
      </p:sp>
      <p:sp>
        <p:nvSpPr>
          <p:cNvPr id="4" name="Content Placeholder 3">
            <a:extLst>
              <a:ext uri="{FF2B5EF4-FFF2-40B4-BE49-F238E27FC236}">
                <a16:creationId xmlns:a16="http://schemas.microsoft.com/office/drawing/2014/main" id="{F8B0D89E-9D69-6519-5727-642EEC592D70}"/>
              </a:ext>
            </a:extLst>
          </p:cNvPr>
          <p:cNvSpPr>
            <a:spLocks noGrp="1"/>
          </p:cNvSpPr>
          <p:nvPr>
            <p:ph sz="quarter" idx="12"/>
          </p:nvPr>
        </p:nvSpPr>
        <p:spPr/>
        <p:txBody>
          <a:bodyPr/>
          <a:lstStyle/>
          <a:p>
            <a:r>
              <a:rPr lang="en-US" dirty="0"/>
              <a:t>Not Ideal for Large-Scale or Fixed-Scope Projects</a:t>
            </a:r>
          </a:p>
          <a:p>
            <a:pPr lvl="2"/>
            <a:r>
              <a:rPr lang="en-US" sz="1200" dirty="0">
                <a:solidFill>
                  <a:schemeClr val="tx1"/>
                </a:solidFill>
              </a:rPr>
              <a:t>Agile may struggle with complex projects that need rigid documentation or regulatory compliance.</a:t>
            </a:r>
            <a:endParaRPr lang="en-IN" sz="1200" dirty="0">
              <a:solidFill>
                <a:schemeClr val="tx1"/>
              </a:solidFill>
            </a:endParaRPr>
          </a:p>
        </p:txBody>
      </p:sp>
      <p:sp>
        <p:nvSpPr>
          <p:cNvPr id="5" name="Slide Number Placeholder 4">
            <a:extLst>
              <a:ext uri="{FF2B5EF4-FFF2-40B4-BE49-F238E27FC236}">
                <a16:creationId xmlns:a16="http://schemas.microsoft.com/office/drawing/2014/main" id="{35303A60-AF99-94F8-87B4-18B164362227}"/>
              </a:ext>
            </a:extLst>
          </p:cNvPr>
          <p:cNvSpPr>
            <a:spLocks noGrp="1"/>
          </p:cNvSpPr>
          <p:nvPr>
            <p:ph type="sldNum" sz="quarter" idx="4"/>
          </p:nvPr>
        </p:nvSpPr>
        <p:spPr/>
        <p:txBody>
          <a:bodyPr/>
          <a:lstStyle/>
          <a:p>
            <a:fld id="{D71DA9FD-6EF8-4CC5-AF9B-B6159B5B937C}" type="slidenum">
              <a:rPr lang="en-GB" noProof="1" smtClean="0"/>
              <a:pPr/>
              <a:t>5</a:t>
            </a:fld>
            <a:endParaRPr lang="en-GB" noProof="1"/>
          </a:p>
        </p:txBody>
      </p:sp>
      <p:sp>
        <p:nvSpPr>
          <p:cNvPr id="7" name="Title 6">
            <a:extLst>
              <a:ext uri="{FF2B5EF4-FFF2-40B4-BE49-F238E27FC236}">
                <a16:creationId xmlns:a16="http://schemas.microsoft.com/office/drawing/2014/main" id="{36B431A8-00CB-84BD-7B2A-F536C9D2BF1B}"/>
              </a:ext>
            </a:extLst>
          </p:cNvPr>
          <p:cNvSpPr>
            <a:spLocks noGrp="1"/>
          </p:cNvSpPr>
          <p:nvPr>
            <p:ph type="title"/>
          </p:nvPr>
        </p:nvSpPr>
        <p:spPr/>
        <p:txBody>
          <a:bodyPr/>
          <a:lstStyle/>
          <a:p>
            <a:r>
              <a:rPr lang="en-US" dirty="0"/>
              <a:t>Limitation of Agile Methodology</a:t>
            </a:r>
            <a:endParaRPr lang="en-IN" dirty="0"/>
          </a:p>
        </p:txBody>
      </p:sp>
      <p:pic>
        <p:nvPicPr>
          <p:cNvPr id="1028" name="Picture 4" descr="Inattention ">
            <a:extLst>
              <a:ext uri="{FF2B5EF4-FFF2-40B4-BE49-F238E27FC236}">
                <a16:creationId xmlns:a16="http://schemas.microsoft.com/office/drawing/2014/main" id="{62FE8F60-8A44-BEFF-3BCC-5BA51C701BBC}"/>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48210" y="2998382"/>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rain wreck clipart - Clipground">
            <a:extLst>
              <a:ext uri="{FF2B5EF4-FFF2-40B4-BE49-F238E27FC236}">
                <a16:creationId xmlns:a16="http://schemas.microsoft.com/office/drawing/2014/main" id="{A5246D98-45F6-D9C2-F8DC-74AD4D87C1E0}"/>
              </a:ext>
            </a:extLst>
          </p:cNvPr>
          <p:cNvPicPr>
            <a:picLocks noChangeAspect="1" noChangeArrowheads="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127340" y="2930897"/>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Not-Good Icons - Free SVG &amp; PNG Not-Good Images - Noun Project">
            <a:extLst>
              <a:ext uri="{FF2B5EF4-FFF2-40B4-BE49-F238E27FC236}">
                <a16:creationId xmlns:a16="http://schemas.microsoft.com/office/drawing/2014/main" id="{52866AA2-209D-50FA-39CE-C33F8A49AF79}"/>
              </a:ext>
            </a:extLst>
          </p:cNvPr>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33000" y="2930897"/>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82EB12-204C-C3E4-E21B-B88509FC0671}"/>
              </a:ext>
            </a:extLst>
          </p:cNvPr>
          <p:cNvSpPr txBox="1"/>
          <p:nvPr/>
        </p:nvSpPr>
        <p:spPr bwMode="ltGray">
          <a:xfrm>
            <a:off x="776921" y="4618268"/>
            <a:ext cx="1696921" cy="276999"/>
          </a:xfrm>
          <a:prstGeom prst="rect">
            <a:avLst/>
          </a:prstGeom>
          <a:noFill/>
          <a:ln w="6350">
            <a:noFill/>
            <a:miter lim="800000"/>
            <a:headEnd/>
            <a:tailEnd/>
          </a:ln>
        </p:spPr>
        <p:txBody>
          <a:bodyPr wrap="square">
            <a:spAutoFit/>
          </a:bodyPr>
          <a:lstStyle/>
          <a:p>
            <a:pPr algn="ctr"/>
            <a:r>
              <a:rPr lang="en-US" sz="1200" i="1" dirty="0">
                <a:solidFill>
                  <a:schemeClr val="tx1"/>
                </a:solidFill>
              </a:rPr>
              <a:t>Difficult in estimation</a:t>
            </a:r>
            <a:endParaRPr lang="en-IN" sz="1200" i="1" dirty="0">
              <a:latin typeface="+mn-lt"/>
            </a:endParaRPr>
          </a:p>
        </p:txBody>
      </p:sp>
      <p:cxnSp>
        <p:nvCxnSpPr>
          <p:cNvPr id="8" name="Straight Connector 7">
            <a:extLst>
              <a:ext uri="{FF2B5EF4-FFF2-40B4-BE49-F238E27FC236}">
                <a16:creationId xmlns:a16="http://schemas.microsoft.com/office/drawing/2014/main" id="{9F970AEB-08F0-576F-9F95-283BC26BA148}"/>
              </a:ext>
            </a:extLst>
          </p:cNvPr>
          <p:cNvCxnSpPr>
            <a:cxnSpLocks/>
          </p:cNvCxnSpPr>
          <p:nvPr/>
        </p:nvCxnSpPr>
        <p:spPr bwMode="auto">
          <a:xfrm>
            <a:off x="813610" y="4572069"/>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94095AD-B5C3-0544-8376-29CEE17FDE06}"/>
              </a:ext>
            </a:extLst>
          </p:cNvPr>
          <p:cNvSpPr txBox="1"/>
          <p:nvPr/>
        </p:nvSpPr>
        <p:spPr bwMode="ltGray">
          <a:xfrm>
            <a:off x="4023351" y="4585969"/>
            <a:ext cx="1696921" cy="276999"/>
          </a:xfrm>
          <a:prstGeom prst="rect">
            <a:avLst/>
          </a:prstGeom>
          <a:noFill/>
          <a:ln w="6350">
            <a:noFill/>
            <a:miter lim="800000"/>
            <a:headEnd/>
            <a:tailEnd/>
          </a:ln>
        </p:spPr>
        <p:txBody>
          <a:bodyPr wrap="square">
            <a:spAutoFit/>
          </a:bodyPr>
          <a:lstStyle/>
          <a:p>
            <a:pPr algn="ctr"/>
            <a:r>
              <a:rPr lang="en-US" sz="1200" i="1" dirty="0"/>
              <a:t>L</a:t>
            </a:r>
            <a:r>
              <a:rPr lang="en-US" sz="1200" i="1" dirty="0">
                <a:solidFill>
                  <a:schemeClr val="tx1"/>
                </a:solidFill>
              </a:rPr>
              <a:t>ack of commitment</a:t>
            </a:r>
            <a:endParaRPr lang="en-IN" sz="1200" i="1" dirty="0">
              <a:latin typeface="+mn-lt"/>
            </a:endParaRPr>
          </a:p>
        </p:txBody>
      </p:sp>
      <p:cxnSp>
        <p:nvCxnSpPr>
          <p:cNvPr id="10" name="Straight Connector 9">
            <a:extLst>
              <a:ext uri="{FF2B5EF4-FFF2-40B4-BE49-F238E27FC236}">
                <a16:creationId xmlns:a16="http://schemas.microsoft.com/office/drawing/2014/main" id="{AFED48A2-E560-E0B4-4221-0E0FAA9AD335}"/>
              </a:ext>
            </a:extLst>
          </p:cNvPr>
          <p:cNvCxnSpPr>
            <a:cxnSpLocks/>
          </p:cNvCxnSpPr>
          <p:nvPr/>
        </p:nvCxnSpPr>
        <p:spPr bwMode="auto">
          <a:xfrm>
            <a:off x="4060040" y="4539770"/>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7C02F7D-BDEB-37B7-50BE-6F272AB3FC8E}"/>
              </a:ext>
            </a:extLst>
          </p:cNvPr>
          <p:cNvSpPr txBox="1"/>
          <p:nvPr/>
        </p:nvSpPr>
        <p:spPr bwMode="ltGray">
          <a:xfrm>
            <a:off x="7539134" y="4585969"/>
            <a:ext cx="1696921" cy="261610"/>
          </a:xfrm>
          <a:prstGeom prst="rect">
            <a:avLst/>
          </a:prstGeom>
          <a:noFill/>
          <a:ln w="6350">
            <a:noFill/>
            <a:miter lim="800000"/>
            <a:headEnd/>
            <a:tailEnd/>
          </a:ln>
        </p:spPr>
        <p:txBody>
          <a:bodyPr wrap="square">
            <a:spAutoFit/>
          </a:bodyPr>
          <a:lstStyle/>
          <a:p>
            <a:pPr algn="ctr"/>
            <a:r>
              <a:rPr lang="en-IN" sz="1100" i="1" dirty="0"/>
              <a:t>Execution challenges</a:t>
            </a:r>
            <a:endParaRPr lang="en-IN" sz="1200" i="1" dirty="0">
              <a:latin typeface="+mn-lt"/>
            </a:endParaRPr>
          </a:p>
        </p:txBody>
      </p:sp>
      <p:cxnSp>
        <p:nvCxnSpPr>
          <p:cNvPr id="12" name="Straight Connector 11">
            <a:extLst>
              <a:ext uri="{FF2B5EF4-FFF2-40B4-BE49-F238E27FC236}">
                <a16:creationId xmlns:a16="http://schemas.microsoft.com/office/drawing/2014/main" id="{4A6ACB8F-1438-C892-A038-ADB4F88A7B5B}"/>
              </a:ext>
            </a:extLst>
          </p:cNvPr>
          <p:cNvCxnSpPr>
            <a:cxnSpLocks/>
          </p:cNvCxnSpPr>
          <p:nvPr/>
        </p:nvCxnSpPr>
        <p:spPr bwMode="auto">
          <a:xfrm>
            <a:off x="7575823" y="4539770"/>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8303029"/>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56861F-29C0-0514-FF6C-0A974C28F1FC}"/>
              </a:ext>
            </a:extLst>
          </p:cNvPr>
          <p:cNvSpPr>
            <a:spLocks noGrp="1"/>
          </p:cNvSpPr>
          <p:nvPr>
            <p:ph sz="quarter" idx="10"/>
          </p:nvPr>
        </p:nvSpPr>
        <p:spPr/>
        <p:txBody>
          <a:bodyPr/>
          <a:lstStyle/>
          <a:p>
            <a:r>
              <a:rPr lang="en-US" baseline="0" dirty="0"/>
              <a:t>Cultural &amp; Technical Practice</a:t>
            </a:r>
          </a:p>
          <a:p>
            <a:pPr lvl="2"/>
            <a:r>
              <a:rPr lang="en-US" sz="1200" baseline="0" dirty="0">
                <a:solidFill>
                  <a:schemeClr val="tx1"/>
                </a:solidFill>
              </a:rPr>
              <a:t>DevOps is a mindset that bridges the gap between development and operations teams to foster collaboration, ownership, and shared responsibility.</a:t>
            </a:r>
            <a:endParaRPr lang="en-IN" sz="1200" dirty="0">
              <a:solidFill>
                <a:schemeClr val="tx1"/>
              </a:solidFill>
            </a:endParaRPr>
          </a:p>
          <a:p>
            <a:endParaRPr lang="en-IN" dirty="0"/>
          </a:p>
          <a:p>
            <a:endParaRPr lang="en-IN" dirty="0"/>
          </a:p>
        </p:txBody>
      </p:sp>
      <p:sp>
        <p:nvSpPr>
          <p:cNvPr id="3" name="Content Placeholder 2">
            <a:extLst>
              <a:ext uri="{FF2B5EF4-FFF2-40B4-BE49-F238E27FC236}">
                <a16:creationId xmlns:a16="http://schemas.microsoft.com/office/drawing/2014/main" id="{EA1E0DB6-8D62-E305-F417-7CAFCED449C5}"/>
              </a:ext>
            </a:extLst>
          </p:cNvPr>
          <p:cNvSpPr>
            <a:spLocks noGrp="1"/>
          </p:cNvSpPr>
          <p:nvPr>
            <p:ph sz="quarter" idx="11"/>
          </p:nvPr>
        </p:nvSpPr>
        <p:spPr/>
        <p:txBody>
          <a:bodyPr/>
          <a:lstStyle/>
          <a:p>
            <a:r>
              <a:rPr lang="en-US" baseline="0" dirty="0"/>
              <a:t>Automation</a:t>
            </a:r>
          </a:p>
          <a:p>
            <a:pPr lvl="2"/>
            <a:r>
              <a:rPr lang="en-US" sz="1200" baseline="0" dirty="0">
                <a:solidFill>
                  <a:schemeClr val="tx1"/>
                </a:solidFill>
              </a:rPr>
              <a:t>Driven Workflow: It emphasizes automating the software delivery pipeline—from code integration to testing, deployment, and monitoring</a:t>
            </a:r>
            <a:r>
              <a:rPr lang="en-US" baseline="0" dirty="0"/>
              <a:t>.</a:t>
            </a:r>
            <a:endParaRPr lang="en-IN" dirty="0"/>
          </a:p>
          <a:p>
            <a:endParaRPr lang="en-IN" dirty="0"/>
          </a:p>
          <a:p>
            <a:endParaRPr lang="en-IN" dirty="0"/>
          </a:p>
        </p:txBody>
      </p:sp>
      <p:sp>
        <p:nvSpPr>
          <p:cNvPr id="4" name="Content Placeholder 3">
            <a:extLst>
              <a:ext uri="{FF2B5EF4-FFF2-40B4-BE49-F238E27FC236}">
                <a16:creationId xmlns:a16="http://schemas.microsoft.com/office/drawing/2014/main" id="{87A61586-EC31-09C5-FB0A-FE048565BC4E}"/>
              </a:ext>
            </a:extLst>
          </p:cNvPr>
          <p:cNvSpPr>
            <a:spLocks noGrp="1"/>
          </p:cNvSpPr>
          <p:nvPr>
            <p:ph sz="quarter" idx="12"/>
          </p:nvPr>
        </p:nvSpPr>
        <p:spPr/>
        <p:txBody>
          <a:bodyPr/>
          <a:lstStyle/>
          <a:p>
            <a:r>
              <a:rPr lang="en-US" baseline="0" dirty="0"/>
              <a:t>Faster &amp; Reliable Delivery</a:t>
            </a:r>
          </a:p>
          <a:p>
            <a:pPr lvl="2"/>
            <a:r>
              <a:rPr lang="en-US" sz="1200" baseline="0" dirty="0">
                <a:solidFill>
                  <a:schemeClr val="tx1"/>
                </a:solidFill>
              </a:rPr>
              <a:t>DevOps aims to deliver high-quality software faster and more reliably through continuous integration, delivery, and feedback loops.</a:t>
            </a:r>
            <a:endParaRPr lang="en-IN" sz="1200" dirty="0">
              <a:solidFill>
                <a:schemeClr val="tx1"/>
              </a:solidFill>
            </a:endParaRPr>
          </a:p>
          <a:p>
            <a:endParaRPr lang="en-IN" dirty="0"/>
          </a:p>
          <a:p>
            <a:endParaRPr lang="en-IN" dirty="0"/>
          </a:p>
        </p:txBody>
      </p:sp>
      <p:sp>
        <p:nvSpPr>
          <p:cNvPr id="5" name="Slide Number Placeholder 4">
            <a:extLst>
              <a:ext uri="{FF2B5EF4-FFF2-40B4-BE49-F238E27FC236}">
                <a16:creationId xmlns:a16="http://schemas.microsoft.com/office/drawing/2014/main" id="{69211574-7A90-12AF-8DBA-0332D2D2B06C}"/>
              </a:ext>
            </a:extLst>
          </p:cNvPr>
          <p:cNvSpPr>
            <a:spLocks noGrp="1"/>
          </p:cNvSpPr>
          <p:nvPr>
            <p:ph type="sldNum" sz="quarter" idx="4"/>
          </p:nvPr>
        </p:nvSpPr>
        <p:spPr/>
        <p:txBody>
          <a:bodyPr/>
          <a:lstStyle/>
          <a:p>
            <a:fld id="{D71DA9FD-6EF8-4CC5-AF9B-B6159B5B937C}" type="slidenum">
              <a:rPr lang="en-GB" noProof="1" smtClean="0"/>
              <a:pPr/>
              <a:t>6</a:t>
            </a:fld>
            <a:endParaRPr lang="en-GB" noProof="1"/>
          </a:p>
        </p:txBody>
      </p:sp>
      <p:sp>
        <p:nvSpPr>
          <p:cNvPr id="7" name="Title 6">
            <a:extLst>
              <a:ext uri="{FF2B5EF4-FFF2-40B4-BE49-F238E27FC236}">
                <a16:creationId xmlns:a16="http://schemas.microsoft.com/office/drawing/2014/main" id="{933731AD-54AB-991B-805A-5DBCEF70BF92}"/>
              </a:ext>
            </a:extLst>
          </p:cNvPr>
          <p:cNvSpPr>
            <a:spLocks noGrp="1"/>
          </p:cNvSpPr>
          <p:nvPr>
            <p:ph type="title"/>
          </p:nvPr>
        </p:nvSpPr>
        <p:spPr/>
        <p:txBody>
          <a:bodyPr/>
          <a:lstStyle/>
          <a:p>
            <a:r>
              <a:rPr lang="en-US" dirty="0"/>
              <a:t>DevOps an overview</a:t>
            </a:r>
            <a:endParaRPr lang="en-IN" dirty="0"/>
          </a:p>
        </p:txBody>
      </p:sp>
      <p:pic>
        <p:nvPicPr>
          <p:cNvPr id="2050" name="Picture 2" descr="Automation Icon Style 21269016 Vector Art at Vecteezy">
            <a:extLst>
              <a:ext uri="{FF2B5EF4-FFF2-40B4-BE49-F238E27FC236}">
                <a16:creationId xmlns:a16="http://schemas.microsoft.com/office/drawing/2014/main" id="{C387ED81-4D4A-0A47-D312-EA83E950F118}"/>
              </a:ext>
            </a:extLst>
          </p:cNvPr>
          <p:cNvPicPr>
            <a:picLocks noChangeAspect="1" noChangeArrowheads="1"/>
          </p:cNvPicPr>
          <p:nvPr/>
        </p:nvPicPr>
        <p:blipFill>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66475" y="3112698"/>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ine icon for mindset 3266590 Vector Art at Vecteezy">
            <a:extLst>
              <a:ext uri="{FF2B5EF4-FFF2-40B4-BE49-F238E27FC236}">
                <a16:creationId xmlns:a16="http://schemas.microsoft.com/office/drawing/2014/main" id="{4DC0FAFE-B235-1427-924B-E02BF863A695}"/>
              </a:ext>
            </a:extLst>
          </p:cNvPr>
          <p:cNvPicPr>
            <a:picLocks noChangeAspect="1" noChangeArrowheads="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6443" y="3112698"/>
            <a:ext cx="121502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Fast delivery - Free shipping and delivery icons">
            <a:extLst>
              <a:ext uri="{FF2B5EF4-FFF2-40B4-BE49-F238E27FC236}">
                <a16:creationId xmlns:a16="http://schemas.microsoft.com/office/drawing/2014/main" id="{4ACD53C6-DE2B-4A01-16AF-E4D9128E3C89}"/>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97263" y="3112698"/>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B7420BA-EC1B-6BD8-F004-E01BDABF7D04}"/>
              </a:ext>
            </a:extLst>
          </p:cNvPr>
          <p:cNvSpPr txBox="1"/>
          <p:nvPr/>
        </p:nvSpPr>
        <p:spPr bwMode="ltGray">
          <a:xfrm>
            <a:off x="813610" y="4695928"/>
            <a:ext cx="1696921" cy="261610"/>
          </a:xfrm>
          <a:prstGeom prst="rect">
            <a:avLst/>
          </a:prstGeom>
          <a:noFill/>
          <a:ln w="6350">
            <a:noFill/>
            <a:miter lim="800000"/>
            <a:headEnd/>
            <a:tailEnd/>
          </a:ln>
        </p:spPr>
        <p:txBody>
          <a:bodyPr wrap="square">
            <a:spAutoFit/>
          </a:bodyPr>
          <a:lstStyle/>
          <a:p>
            <a:pPr algn="ctr"/>
            <a:r>
              <a:rPr lang="en-IN" sz="1100" i="1" dirty="0"/>
              <a:t>Collaborative Mindset</a:t>
            </a:r>
            <a:endParaRPr lang="en-IN" sz="1200" i="1" dirty="0">
              <a:latin typeface="+mn-lt"/>
            </a:endParaRPr>
          </a:p>
        </p:txBody>
      </p:sp>
      <p:cxnSp>
        <p:nvCxnSpPr>
          <p:cNvPr id="8" name="Straight Connector 7">
            <a:extLst>
              <a:ext uri="{FF2B5EF4-FFF2-40B4-BE49-F238E27FC236}">
                <a16:creationId xmlns:a16="http://schemas.microsoft.com/office/drawing/2014/main" id="{5E735C3C-1255-BCC7-291D-E72A035BCCBF}"/>
              </a:ext>
            </a:extLst>
          </p:cNvPr>
          <p:cNvCxnSpPr>
            <a:cxnSpLocks/>
          </p:cNvCxnSpPr>
          <p:nvPr/>
        </p:nvCxnSpPr>
        <p:spPr bwMode="auto">
          <a:xfrm>
            <a:off x="850299" y="4649729"/>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CBFEC325-3804-4D92-3800-9F75A5465CD4}"/>
              </a:ext>
            </a:extLst>
          </p:cNvPr>
          <p:cNvSpPr txBox="1"/>
          <p:nvPr/>
        </p:nvSpPr>
        <p:spPr bwMode="ltGray">
          <a:xfrm>
            <a:off x="4191851" y="4695928"/>
            <a:ext cx="1696921" cy="461665"/>
          </a:xfrm>
          <a:prstGeom prst="rect">
            <a:avLst/>
          </a:prstGeom>
          <a:noFill/>
          <a:ln w="6350">
            <a:noFill/>
            <a:miter lim="800000"/>
            <a:headEnd/>
            <a:tailEnd/>
          </a:ln>
        </p:spPr>
        <p:txBody>
          <a:bodyPr wrap="square">
            <a:spAutoFit/>
          </a:bodyPr>
          <a:lstStyle/>
          <a:p>
            <a:pPr algn="ctr"/>
            <a:r>
              <a:rPr lang="en-US" sz="1200" i="1" dirty="0">
                <a:solidFill>
                  <a:schemeClr val="tx1"/>
                </a:solidFill>
              </a:rPr>
              <a:t>Automation-Driven Workflow</a:t>
            </a:r>
            <a:endParaRPr lang="en-IN" sz="1200" i="1" dirty="0">
              <a:latin typeface="+mn-lt"/>
            </a:endParaRPr>
          </a:p>
        </p:txBody>
      </p:sp>
      <p:cxnSp>
        <p:nvCxnSpPr>
          <p:cNvPr id="10" name="Straight Connector 9">
            <a:extLst>
              <a:ext uri="{FF2B5EF4-FFF2-40B4-BE49-F238E27FC236}">
                <a16:creationId xmlns:a16="http://schemas.microsoft.com/office/drawing/2014/main" id="{783CAC29-B209-32ED-8497-FC572009C93F}"/>
              </a:ext>
            </a:extLst>
          </p:cNvPr>
          <p:cNvCxnSpPr>
            <a:cxnSpLocks/>
          </p:cNvCxnSpPr>
          <p:nvPr/>
        </p:nvCxnSpPr>
        <p:spPr bwMode="auto">
          <a:xfrm>
            <a:off x="4228540" y="4649729"/>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D0598F1-922B-EA96-1FDB-A63C1C62C61C}"/>
              </a:ext>
            </a:extLst>
          </p:cNvPr>
          <p:cNvSpPr txBox="1"/>
          <p:nvPr/>
        </p:nvSpPr>
        <p:spPr bwMode="ltGray">
          <a:xfrm>
            <a:off x="7497263" y="4688455"/>
            <a:ext cx="1696921" cy="261610"/>
          </a:xfrm>
          <a:prstGeom prst="rect">
            <a:avLst/>
          </a:prstGeom>
          <a:noFill/>
          <a:ln w="6350">
            <a:noFill/>
            <a:miter lim="800000"/>
            <a:headEnd/>
            <a:tailEnd/>
          </a:ln>
        </p:spPr>
        <p:txBody>
          <a:bodyPr wrap="square">
            <a:spAutoFit/>
          </a:bodyPr>
          <a:lstStyle/>
          <a:p>
            <a:pPr algn="ctr"/>
            <a:r>
              <a:rPr lang="en-IN" sz="1100" i="1" dirty="0"/>
              <a:t>Accelerated Delivery</a:t>
            </a:r>
            <a:endParaRPr lang="en-IN" sz="1200" i="1" dirty="0">
              <a:latin typeface="+mn-lt"/>
            </a:endParaRPr>
          </a:p>
        </p:txBody>
      </p:sp>
      <p:cxnSp>
        <p:nvCxnSpPr>
          <p:cNvPr id="12" name="Straight Connector 11">
            <a:extLst>
              <a:ext uri="{FF2B5EF4-FFF2-40B4-BE49-F238E27FC236}">
                <a16:creationId xmlns:a16="http://schemas.microsoft.com/office/drawing/2014/main" id="{2B07AAFD-1875-AA5C-D7E8-C26B5C2E9EDF}"/>
              </a:ext>
            </a:extLst>
          </p:cNvPr>
          <p:cNvCxnSpPr>
            <a:cxnSpLocks/>
          </p:cNvCxnSpPr>
          <p:nvPr/>
        </p:nvCxnSpPr>
        <p:spPr bwMode="auto">
          <a:xfrm>
            <a:off x="7533952" y="4642256"/>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0984951"/>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EBBBF47-027A-88FA-5E1E-912A5A4352FF}"/>
              </a:ext>
            </a:extLst>
          </p:cNvPr>
          <p:cNvSpPr>
            <a:spLocks noGrp="1"/>
          </p:cNvSpPr>
          <p:nvPr>
            <p:ph type="sldNum" sz="quarter" idx="4"/>
          </p:nvPr>
        </p:nvSpPr>
        <p:spPr/>
        <p:txBody>
          <a:bodyPr/>
          <a:lstStyle/>
          <a:p>
            <a:fld id="{D71DA9FD-6EF8-4CC5-AF9B-B6159B5B937C}" type="slidenum">
              <a:rPr lang="en-GB" noProof="1" smtClean="0"/>
              <a:pPr/>
              <a:t>7</a:t>
            </a:fld>
            <a:endParaRPr lang="en-GB" noProof="1"/>
          </a:p>
        </p:txBody>
      </p:sp>
      <p:sp>
        <p:nvSpPr>
          <p:cNvPr id="8" name="Title 7">
            <a:extLst>
              <a:ext uri="{FF2B5EF4-FFF2-40B4-BE49-F238E27FC236}">
                <a16:creationId xmlns:a16="http://schemas.microsoft.com/office/drawing/2014/main" id="{11FFBB64-C664-D52A-1192-235BB83C2A7D}"/>
              </a:ext>
            </a:extLst>
          </p:cNvPr>
          <p:cNvSpPr>
            <a:spLocks noGrp="1"/>
          </p:cNvSpPr>
          <p:nvPr>
            <p:ph type="title"/>
          </p:nvPr>
        </p:nvSpPr>
        <p:spPr/>
        <p:txBody>
          <a:bodyPr/>
          <a:lstStyle/>
          <a:p>
            <a:r>
              <a:rPr lang="en-US" dirty="0"/>
              <a:t>DevOps in Action: A Process Perspective</a:t>
            </a:r>
            <a:endParaRPr lang="en-IN" dirty="0"/>
          </a:p>
        </p:txBody>
      </p:sp>
      <p:pic>
        <p:nvPicPr>
          <p:cNvPr id="13" name="Content Placeholder 12">
            <a:extLst>
              <a:ext uri="{FF2B5EF4-FFF2-40B4-BE49-F238E27FC236}">
                <a16:creationId xmlns:a16="http://schemas.microsoft.com/office/drawing/2014/main" id="{73F41E9D-5A01-8F72-F1FA-AF542EFE467F}"/>
              </a:ext>
            </a:extLst>
          </p:cNvPr>
          <p:cNvPicPr>
            <a:picLocks noGrp="1" noChangeAspect="1"/>
          </p:cNvPicPr>
          <p:nvPr>
            <p:ph sz="quarter" idx="10"/>
          </p:nvPr>
        </p:nvPicPr>
        <p:blipFill>
          <a:blip r:embed="rId2"/>
          <a:stretch>
            <a:fillRect/>
          </a:stretch>
        </p:blipFill>
        <p:spPr>
          <a:xfrm>
            <a:off x="1150996" y="1516328"/>
            <a:ext cx="7778632" cy="3953526"/>
          </a:xfrm>
        </p:spPr>
      </p:pic>
    </p:spTree>
    <p:extLst>
      <p:ext uri="{BB962C8B-B14F-4D97-AF65-F5344CB8AC3E}">
        <p14:creationId xmlns:p14="http://schemas.microsoft.com/office/powerpoint/2010/main" val="3799515385"/>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AB8171-1432-40BF-E319-AAC229284EAF}"/>
              </a:ext>
            </a:extLst>
          </p:cNvPr>
          <p:cNvSpPr>
            <a:spLocks noGrp="1"/>
          </p:cNvSpPr>
          <p:nvPr>
            <p:ph sz="quarter" idx="10"/>
          </p:nvPr>
        </p:nvSpPr>
        <p:spPr/>
        <p:txBody>
          <a:bodyPr/>
          <a:lstStyle/>
          <a:p>
            <a:r>
              <a:rPr lang="en-US" baseline="0" dirty="0"/>
              <a:t>"It Works on My Machine" Syndrome</a:t>
            </a:r>
            <a:endParaRPr lang="en-IN" dirty="0"/>
          </a:p>
          <a:p>
            <a:pPr lvl="2"/>
            <a:r>
              <a:rPr lang="en-US" sz="1200" dirty="0"/>
              <a:t>Code behaves differently across environments due to inconsistencies in configuration or dependencies</a:t>
            </a:r>
            <a:endParaRPr lang="en-IN" sz="1100" dirty="0"/>
          </a:p>
        </p:txBody>
      </p:sp>
      <p:sp>
        <p:nvSpPr>
          <p:cNvPr id="3" name="Content Placeholder 2">
            <a:extLst>
              <a:ext uri="{FF2B5EF4-FFF2-40B4-BE49-F238E27FC236}">
                <a16:creationId xmlns:a16="http://schemas.microsoft.com/office/drawing/2014/main" id="{E0030021-4058-C184-FF0C-2238C9742CA5}"/>
              </a:ext>
            </a:extLst>
          </p:cNvPr>
          <p:cNvSpPr>
            <a:spLocks noGrp="1"/>
          </p:cNvSpPr>
          <p:nvPr>
            <p:ph sz="quarter" idx="11"/>
          </p:nvPr>
        </p:nvSpPr>
        <p:spPr/>
        <p:txBody>
          <a:bodyPr/>
          <a:lstStyle/>
          <a:p>
            <a:r>
              <a:rPr lang="en-US" baseline="0" dirty="0"/>
              <a:t>Slow and Inconsistent Deployments</a:t>
            </a:r>
            <a:endParaRPr lang="en-IN" dirty="0"/>
          </a:p>
          <a:p>
            <a:pPr lvl="2"/>
            <a:r>
              <a:rPr lang="en-US" sz="1200" dirty="0"/>
              <a:t>Manual deployments often lead to errors and unpredictable outcomes across environments</a:t>
            </a:r>
            <a:endParaRPr lang="en-IN" dirty="0"/>
          </a:p>
        </p:txBody>
      </p:sp>
      <p:sp>
        <p:nvSpPr>
          <p:cNvPr id="4" name="Content Placeholder 3">
            <a:extLst>
              <a:ext uri="{FF2B5EF4-FFF2-40B4-BE49-F238E27FC236}">
                <a16:creationId xmlns:a16="http://schemas.microsoft.com/office/drawing/2014/main" id="{6FFE5DEE-34EA-AC07-AAF2-9C7B1BCFBB49}"/>
              </a:ext>
            </a:extLst>
          </p:cNvPr>
          <p:cNvSpPr>
            <a:spLocks noGrp="1"/>
          </p:cNvSpPr>
          <p:nvPr>
            <p:ph sz="quarter" idx="12"/>
          </p:nvPr>
        </p:nvSpPr>
        <p:spPr/>
        <p:txBody>
          <a:bodyPr/>
          <a:lstStyle/>
          <a:p>
            <a:pPr lvl="0"/>
            <a:r>
              <a:rPr lang="en-US" baseline="0" dirty="0"/>
              <a:t>Onboarding and Setup Complexity</a:t>
            </a:r>
            <a:endParaRPr lang="en-IN" dirty="0"/>
          </a:p>
          <a:p>
            <a:pPr lvl="2"/>
            <a:r>
              <a:rPr lang="en-IN" sz="1200" dirty="0">
                <a:solidFill>
                  <a:schemeClr val="tx1"/>
                </a:solidFill>
              </a:rPr>
              <a:t>Face delays due to inconsistent local environments and complex setup processes.</a:t>
            </a:r>
          </a:p>
        </p:txBody>
      </p:sp>
      <p:sp>
        <p:nvSpPr>
          <p:cNvPr id="5" name="Slide Number Placeholder 4">
            <a:extLst>
              <a:ext uri="{FF2B5EF4-FFF2-40B4-BE49-F238E27FC236}">
                <a16:creationId xmlns:a16="http://schemas.microsoft.com/office/drawing/2014/main" id="{ADB7FB3D-E40C-55B4-9E7B-EA724D475113}"/>
              </a:ext>
            </a:extLst>
          </p:cNvPr>
          <p:cNvSpPr>
            <a:spLocks noGrp="1"/>
          </p:cNvSpPr>
          <p:nvPr>
            <p:ph type="sldNum" sz="quarter" idx="4"/>
          </p:nvPr>
        </p:nvSpPr>
        <p:spPr/>
        <p:txBody>
          <a:bodyPr/>
          <a:lstStyle/>
          <a:p>
            <a:fld id="{D71DA9FD-6EF8-4CC5-AF9B-B6159B5B937C}" type="slidenum">
              <a:rPr lang="en-GB" noProof="1" smtClean="0"/>
              <a:pPr/>
              <a:t>8</a:t>
            </a:fld>
            <a:endParaRPr lang="en-GB" noProof="1"/>
          </a:p>
        </p:txBody>
      </p:sp>
      <p:sp>
        <p:nvSpPr>
          <p:cNvPr id="7" name="Title 6">
            <a:extLst>
              <a:ext uri="{FF2B5EF4-FFF2-40B4-BE49-F238E27FC236}">
                <a16:creationId xmlns:a16="http://schemas.microsoft.com/office/drawing/2014/main" id="{AEC14313-ADD5-BB9E-8679-17FE22226BE2}"/>
              </a:ext>
            </a:extLst>
          </p:cNvPr>
          <p:cNvSpPr>
            <a:spLocks noGrp="1"/>
          </p:cNvSpPr>
          <p:nvPr>
            <p:ph type="title"/>
          </p:nvPr>
        </p:nvSpPr>
        <p:spPr/>
        <p:txBody>
          <a:bodyPr/>
          <a:lstStyle/>
          <a:p>
            <a:r>
              <a:rPr lang="en-US" dirty="0"/>
              <a:t>Challenges in DevOps </a:t>
            </a:r>
            <a:endParaRPr lang="en-IN" dirty="0"/>
          </a:p>
        </p:txBody>
      </p:sp>
      <p:pic>
        <p:nvPicPr>
          <p:cNvPr id="3076" name="Picture 4" descr="line icon for slow 14767142 Vector Art at Vecteezy">
            <a:extLst>
              <a:ext uri="{FF2B5EF4-FFF2-40B4-BE49-F238E27FC236}">
                <a16:creationId xmlns:a16="http://schemas.microsoft.com/office/drawing/2014/main" id="{F9CC9C7C-F0CF-91AC-59E1-0A1400A94062}"/>
              </a:ext>
            </a:extLst>
          </p:cNvPr>
          <p:cNvPicPr>
            <a:picLocks noChangeAspect="1" noChangeArrowheads="1"/>
          </p:cNvPicPr>
          <p:nvPr/>
        </p:nvPicPr>
        <p:blipFill>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272382" y="2641716"/>
            <a:ext cx="153586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omplex icon">
            <a:extLst>
              <a:ext uri="{FF2B5EF4-FFF2-40B4-BE49-F238E27FC236}">
                <a16:creationId xmlns:a16="http://schemas.microsoft.com/office/drawing/2014/main" id="{46EB2A2F-B0DB-A8AB-96D3-5ABC62CF6AD1}"/>
              </a:ext>
            </a:extLst>
          </p:cNvPr>
          <p:cNvPicPr>
            <a:picLocks noChangeAspect="1" noChangeArrowheads="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49963" y="2641716"/>
            <a:ext cx="1440000" cy="1440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327291-FD09-F613-933A-58154F57A390}"/>
              </a:ext>
            </a:extLst>
          </p:cNvPr>
          <p:cNvSpPr txBox="1"/>
          <p:nvPr/>
        </p:nvSpPr>
        <p:spPr bwMode="ltGray">
          <a:xfrm>
            <a:off x="849845" y="4259988"/>
            <a:ext cx="1696921" cy="261610"/>
          </a:xfrm>
          <a:prstGeom prst="rect">
            <a:avLst/>
          </a:prstGeom>
          <a:noFill/>
          <a:ln w="6350">
            <a:noFill/>
            <a:miter lim="800000"/>
            <a:headEnd/>
            <a:tailEnd/>
          </a:ln>
        </p:spPr>
        <p:txBody>
          <a:bodyPr wrap="square">
            <a:spAutoFit/>
          </a:bodyPr>
          <a:lstStyle/>
          <a:p>
            <a:pPr algn="ctr"/>
            <a:r>
              <a:rPr lang="en-US" sz="1100" i="1" dirty="0">
                <a:latin typeface="+mn-lt"/>
              </a:rPr>
              <a:t>Inconsistencies</a:t>
            </a:r>
            <a:endParaRPr lang="en-IN" sz="1200" i="1" dirty="0">
              <a:latin typeface="+mn-lt"/>
            </a:endParaRPr>
          </a:p>
        </p:txBody>
      </p:sp>
      <p:cxnSp>
        <p:nvCxnSpPr>
          <p:cNvPr id="8" name="Straight Connector 7">
            <a:extLst>
              <a:ext uri="{FF2B5EF4-FFF2-40B4-BE49-F238E27FC236}">
                <a16:creationId xmlns:a16="http://schemas.microsoft.com/office/drawing/2014/main" id="{AB9C313F-AD0E-901A-D9AC-A9A61FC15FFB}"/>
              </a:ext>
            </a:extLst>
          </p:cNvPr>
          <p:cNvCxnSpPr>
            <a:cxnSpLocks/>
          </p:cNvCxnSpPr>
          <p:nvPr/>
        </p:nvCxnSpPr>
        <p:spPr bwMode="auto">
          <a:xfrm>
            <a:off x="886534" y="4213789"/>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AC09499-1A19-01D5-93FC-A45A1F946850}"/>
              </a:ext>
            </a:extLst>
          </p:cNvPr>
          <p:cNvSpPr txBox="1"/>
          <p:nvPr/>
        </p:nvSpPr>
        <p:spPr bwMode="ltGray">
          <a:xfrm>
            <a:off x="4117788" y="4259988"/>
            <a:ext cx="1868573" cy="276999"/>
          </a:xfrm>
          <a:prstGeom prst="rect">
            <a:avLst/>
          </a:prstGeom>
          <a:noFill/>
          <a:ln w="6350">
            <a:noFill/>
            <a:miter lim="800000"/>
            <a:headEnd/>
            <a:tailEnd/>
          </a:ln>
        </p:spPr>
        <p:txBody>
          <a:bodyPr wrap="square">
            <a:spAutoFit/>
          </a:bodyPr>
          <a:lstStyle/>
          <a:p>
            <a:pPr algn="ctr"/>
            <a:r>
              <a:rPr lang="en-US" sz="1200" i="1" dirty="0">
                <a:latin typeface="+mn-lt"/>
              </a:rPr>
              <a:t>unpredictable outcomes</a:t>
            </a:r>
            <a:endParaRPr lang="en-IN" sz="1200" i="1" dirty="0">
              <a:latin typeface="+mn-lt"/>
            </a:endParaRPr>
          </a:p>
        </p:txBody>
      </p:sp>
      <p:cxnSp>
        <p:nvCxnSpPr>
          <p:cNvPr id="10" name="Straight Connector 9">
            <a:extLst>
              <a:ext uri="{FF2B5EF4-FFF2-40B4-BE49-F238E27FC236}">
                <a16:creationId xmlns:a16="http://schemas.microsoft.com/office/drawing/2014/main" id="{01F6B77F-92BE-A2D4-E4FB-2F551755FC3A}"/>
              </a:ext>
            </a:extLst>
          </p:cNvPr>
          <p:cNvCxnSpPr>
            <a:cxnSpLocks/>
          </p:cNvCxnSpPr>
          <p:nvPr/>
        </p:nvCxnSpPr>
        <p:spPr bwMode="auto">
          <a:xfrm>
            <a:off x="4264775" y="4213789"/>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E67D622-FB56-1109-D2EC-E7810A9C17A1}"/>
              </a:ext>
            </a:extLst>
          </p:cNvPr>
          <p:cNvSpPr txBox="1"/>
          <p:nvPr/>
        </p:nvSpPr>
        <p:spPr bwMode="ltGray">
          <a:xfrm>
            <a:off x="7533498" y="4252515"/>
            <a:ext cx="1696921" cy="261610"/>
          </a:xfrm>
          <a:prstGeom prst="rect">
            <a:avLst/>
          </a:prstGeom>
          <a:noFill/>
          <a:ln w="6350">
            <a:noFill/>
            <a:miter lim="800000"/>
            <a:headEnd/>
            <a:tailEnd/>
          </a:ln>
        </p:spPr>
        <p:txBody>
          <a:bodyPr wrap="square">
            <a:spAutoFit/>
          </a:bodyPr>
          <a:lstStyle/>
          <a:p>
            <a:pPr algn="ctr"/>
            <a:r>
              <a:rPr lang="en-IN" sz="1100" i="1" dirty="0">
                <a:solidFill>
                  <a:schemeClr val="tx1"/>
                </a:solidFill>
                <a:latin typeface="+mn-lt"/>
              </a:rPr>
              <a:t>Complex setup</a:t>
            </a:r>
            <a:endParaRPr lang="en-IN" sz="1200" i="1" dirty="0">
              <a:latin typeface="+mn-lt"/>
            </a:endParaRPr>
          </a:p>
        </p:txBody>
      </p:sp>
      <p:cxnSp>
        <p:nvCxnSpPr>
          <p:cNvPr id="12" name="Straight Connector 11">
            <a:extLst>
              <a:ext uri="{FF2B5EF4-FFF2-40B4-BE49-F238E27FC236}">
                <a16:creationId xmlns:a16="http://schemas.microsoft.com/office/drawing/2014/main" id="{DF6C3A34-C5B8-6B25-5CDF-916EE5CF095E}"/>
              </a:ext>
            </a:extLst>
          </p:cNvPr>
          <p:cNvCxnSpPr>
            <a:cxnSpLocks/>
          </p:cNvCxnSpPr>
          <p:nvPr/>
        </p:nvCxnSpPr>
        <p:spPr bwMode="auto">
          <a:xfrm>
            <a:off x="7570187" y="4206316"/>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pic>
        <p:nvPicPr>
          <p:cNvPr id="4100" name="Picture 4" descr="Conflict, inconsistency, mismatch, preferences, settings icon - Download on  Iconfinder">
            <a:extLst>
              <a:ext uri="{FF2B5EF4-FFF2-40B4-BE49-F238E27FC236}">
                <a16:creationId xmlns:a16="http://schemas.microsoft.com/office/drawing/2014/main" id="{624617C2-CB8E-FD6D-F0BD-57022CDE6F88}"/>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09506" y="2683846"/>
            <a:ext cx="1440000"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5430432"/>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F94AAC-E128-60B1-01C0-200D59442E93}"/>
              </a:ext>
            </a:extLst>
          </p:cNvPr>
          <p:cNvSpPr>
            <a:spLocks noGrp="1"/>
          </p:cNvSpPr>
          <p:nvPr>
            <p:ph sz="quarter" idx="10"/>
          </p:nvPr>
        </p:nvSpPr>
        <p:spPr/>
        <p:txBody>
          <a:bodyPr/>
          <a:lstStyle/>
          <a:p>
            <a:r>
              <a:rPr lang="en-US" baseline="0" dirty="0"/>
              <a:t>Environment Consistency</a:t>
            </a:r>
          </a:p>
          <a:p>
            <a:pPr lvl="2"/>
            <a:r>
              <a:rPr lang="en-US" sz="1200" baseline="0" dirty="0">
                <a:solidFill>
                  <a:schemeClr val="tx1"/>
                </a:solidFill>
              </a:rPr>
              <a:t>Eliminates "it works on my machine" issues by ensuring uniform environments across dev, test, and production</a:t>
            </a:r>
            <a:endParaRPr lang="en-IN" sz="1200" dirty="0">
              <a:solidFill>
                <a:schemeClr val="tx1"/>
              </a:solidFill>
            </a:endParaRPr>
          </a:p>
          <a:p>
            <a:endParaRPr lang="en-IN" dirty="0"/>
          </a:p>
          <a:p>
            <a:endParaRPr lang="en-IN" dirty="0"/>
          </a:p>
        </p:txBody>
      </p:sp>
      <p:sp>
        <p:nvSpPr>
          <p:cNvPr id="3" name="Content Placeholder 2">
            <a:extLst>
              <a:ext uri="{FF2B5EF4-FFF2-40B4-BE49-F238E27FC236}">
                <a16:creationId xmlns:a16="http://schemas.microsoft.com/office/drawing/2014/main" id="{C9B7A6EB-D188-B55B-73D7-4E99D1EEB51F}"/>
              </a:ext>
            </a:extLst>
          </p:cNvPr>
          <p:cNvSpPr>
            <a:spLocks noGrp="1"/>
          </p:cNvSpPr>
          <p:nvPr>
            <p:ph sz="quarter" idx="11"/>
          </p:nvPr>
        </p:nvSpPr>
        <p:spPr/>
        <p:txBody>
          <a:bodyPr/>
          <a:lstStyle/>
          <a:p>
            <a:r>
              <a:rPr lang="en-US" b="0" baseline="0" dirty="0"/>
              <a:t>Faster, Reliable Deployments</a:t>
            </a:r>
          </a:p>
          <a:p>
            <a:pPr lvl="2"/>
            <a:r>
              <a:rPr lang="en-US" sz="1200" baseline="0" dirty="0">
                <a:solidFill>
                  <a:schemeClr val="tx1"/>
                </a:solidFill>
              </a:rPr>
              <a:t>Packages applications with dependencies for quick, repeatable, and scalable deployments.</a:t>
            </a:r>
            <a:endParaRPr lang="en-IN" sz="1200" dirty="0">
              <a:solidFill>
                <a:schemeClr val="tx1"/>
              </a:solidFill>
            </a:endParaRPr>
          </a:p>
          <a:p>
            <a:endParaRPr lang="en-IN" b="0" dirty="0"/>
          </a:p>
          <a:p>
            <a:endParaRPr lang="en-IN" dirty="0"/>
          </a:p>
        </p:txBody>
      </p:sp>
      <p:sp>
        <p:nvSpPr>
          <p:cNvPr id="4" name="Content Placeholder 3">
            <a:extLst>
              <a:ext uri="{FF2B5EF4-FFF2-40B4-BE49-F238E27FC236}">
                <a16:creationId xmlns:a16="http://schemas.microsoft.com/office/drawing/2014/main" id="{85CB5B1C-53AC-6C13-B556-92CBBAD28B2E}"/>
              </a:ext>
            </a:extLst>
          </p:cNvPr>
          <p:cNvSpPr>
            <a:spLocks noGrp="1"/>
          </p:cNvSpPr>
          <p:nvPr>
            <p:ph sz="quarter" idx="12"/>
          </p:nvPr>
        </p:nvSpPr>
        <p:spPr/>
        <p:txBody>
          <a:bodyPr/>
          <a:lstStyle/>
          <a:p>
            <a:r>
              <a:rPr lang="en-US" b="0" baseline="0" dirty="0"/>
              <a:t>Simplified Setup &amp; Isolation</a:t>
            </a:r>
            <a:endParaRPr lang="en-IN" b="0" dirty="0"/>
          </a:p>
          <a:p>
            <a:pPr lvl="2"/>
            <a:r>
              <a:rPr lang="en-US" sz="1200" baseline="0" dirty="0"/>
              <a:t>Speeds up onboarding and avoids conflicts by isolating apps in lightweight, self-contained containers.</a:t>
            </a:r>
            <a:endParaRPr lang="en-IN" sz="1200" dirty="0"/>
          </a:p>
          <a:p>
            <a:endParaRPr lang="en-IN" dirty="0"/>
          </a:p>
        </p:txBody>
      </p:sp>
      <p:sp>
        <p:nvSpPr>
          <p:cNvPr id="5" name="Slide Number Placeholder 4">
            <a:extLst>
              <a:ext uri="{FF2B5EF4-FFF2-40B4-BE49-F238E27FC236}">
                <a16:creationId xmlns:a16="http://schemas.microsoft.com/office/drawing/2014/main" id="{9F699147-061C-4725-8D84-0F14CD7D2B73}"/>
              </a:ext>
            </a:extLst>
          </p:cNvPr>
          <p:cNvSpPr>
            <a:spLocks noGrp="1"/>
          </p:cNvSpPr>
          <p:nvPr>
            <p:ph type="sldNum" sz="quarter" idx="4"/>
          </p:nvPr>
        </p:nvSpPr>
        <p:spPr/>
        <p:txBody>
          <a:bodyPr/>
          <a:lstStyle/>
          <a:p>
            <a:fld id="{D71DA9FD-6EF8-4CC5-AF9B-B6159B5B937C}" type="slidenum">
              <a:rPr lang="en-GB" noProof="1" smtClean="0"/>
              <a:pPr/>
              <a:t>9</a:t>
            </a:fld>
            <a:endParaRPr lang="en-GB" noProof="1"/>
          </a:p>
        </p:txBody>
      </p:sp>
      <p:sp>
        <p:nvSpPr>
          <p:cNvPr id="7" name="Title 6">
            <a:extLst>
              <a:ext uri="{FF2B5EF4-FFF2-40B4-BE49-F238E27FC236}">
                <a16:creationId xmlns:a16="http://schemas.microsoft.com/office/drawing/2014/main" id="{BE9C637B-04B5-8435-AA36-CAD06BD437B2}"/>
              </a:ext>
            </a:extLst>
          </p:cNvPr>
          <p:cNvSpPr>
            <a:spLocks noGrp="1"/>
          </p:cNvSpPr>
          <p:nvPr>
            <p:ph type="title"/>
          </p:nvPr>
        </p:nvSpPr>
        <p:spPr/>
        <p:txBody>
          <a:bodyPr/>
          <a:lstStyle/>
          <a:p>
            <a:r>
              <a:rPr lang="en-US" dirty="0"/>
              <a:t>How Docker Tackles Key DevOps Challenges</a:t>
            </a:r>
            <a:endParaRPr lang="en-IN" dirty="0"/>
          </a:p>
        </p:txBody>
      </p:sp>
      <p:pic>
        <p:nvPicPr>
          <p:cNvPr id="4098" name="Picture 2" descr="Consistency Icon Vector Symbol Design Illustration 29184418 Vector Art ...">
            <a:extLst>
              <a:ext uri="{FF2B5EF4-FFF2-40B4-BE49-F238E27FC236}">
                <a16:creationId xmlns:a16="http://schemas.microsoft.com/office/drawing/2014/main" id="{ED7A0CCB-D536-7645-6342-CCB6EC4352C3}"/>
              </a:ext>
            </a:extLst>
          </p:cNvPr>
          <p:cNvPicPr>
            <a:picLocks noChangeAspect="1" noChangeArrowheads="1"/>
          </p:cNvPicPr>
          <p:nvPr/>
        </p:nvPicPr>
        <p:blipFill>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82035" y="2808438"/>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Fast, run, running, sport icon - Download on Iconfinder">
            <a:extLst>
              <a:ext uri="{FF2B5EF4-FFF2-40B4-BE49-F238E27FC236}">
                <a16:creationId xmlns:a16="http://schemas.microsoft.com/office/drawing/2014/main" id="{A56DCC5C-1D01-C5A6-AE37-6F6B9609F2A3}"/>
              </a:ext>
            </a:extLst>
          </p:cNvPr>
          <p:cNvPicPr>
            <a:picLocks noChangeAspect="1" noChangeArrowheads="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96166" y="2835691"/>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Lightweight Vector Icon 31005852 Vector Art at Vecteezy">
            <a:extLst>
              <a:ext uri="{FF2B5EF4-FFF2-40B4-BE49-F238E27FC236}">
                <a16:creationId xmlns:a16="http://schemas.microsoft.com/office/drawing/2014/main" id="{518E65A4-BA69-1ED8-4F75-FB23F6C37A46}"/>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629640" y="2866787"/>
            <a:ext cx="1323303" cy="132330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B8268D6-D547-CE76-6388-B08E88168346}"/>
              </a:ext>
            </a:extLst>
          </p:cNvPr>
          <p:cNvSpPr txBox="1"/>
          <p:nvPr/>
        </p:nvSpPr>
        <p:spPr bwMode="ltGray">
          <a:xfrm>
            <a:off x="871696" y="4488102"/>
            <a:ext cx="1696921" cy="261610"/>
          </a:xfrm>
          <a:prstGeom prst="rect">
            <a:avLst/>
          </a:prstGeom>
          <a:noFill/>
          <a:ln w="6350">
            <a:noFill/>
            <a:miter lim="800000"/>
            <a:headEnd/>
            <a:tailEnd/>
          </a:ln>
        </p:spPr>
        <p:txBody>
          <a:bodyPr wrap="square">
            <a:spAutoFit/>
          </a:bodyPr>
          <a:lstStyle/>
          <a:p>
            <a:pPr algn="ctr"/>
            <a:r>
              <a:rPr lang="en-US" sz="1100" i="1" dirty="0">
                <a:latin typeface="+mn-lt"/>
              </a:rPr>
              <a:t>U</a:t>
            </a:r>
            <a:r>
              <a:rPr lang="en-US" sz="1100" i="1" baseline="0" dirty="0">
                <a:solidFill>
                  <a:schemeClr val="tx1"/>
                </a:solidFill>
                <a:latin typeface="+mn-lt"/>
              </a:rPr>
              <a:t>niform environments</a:t>
            </a:r>
            <a:endParaRPr lang="en-IN" sz="1200" i="1" dirty="0">
              <a:latin typeface="+mn-lt"/>
            </a:endParaRPr>
          </a:p>
        </p:txBody>
      </p:sp>
      <p:cxnSp>
        <p:nvCxnSpPr>
          <p:cNvPr id="8" name="Straight Connector 7">
            <a:extLst>
              <a:ext uri="{FF2B5EF4-FFF2-40B4-BE49-F238E27FC236}">
                <a16:creationId xmlns:a16="http://schemas.microsoft.com/office/drawing/2014/main" id="{9666DA7D-7685-7A77-DE3C-8F289284C80F}"/>
              </a:ext>
            </a:extLst>
          </p:cNvPr>
          <p:cNvCxnSpPr>
            <a:cxnSpLocks/>
          </p:cNvCxnSpPr>
          <p:nvPr/>
        </p:nvCxnSpPr>
        <p:spPr bwMode="auto">
          <a:xfrm>
            <a:off x="908385" y="4441903"/>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C76C426-2757-F084-7AED-27CEE359D556}"/>
              </a:ext>
            </a:extLst>
          </p:cNvPr>
          <p:cNvSpPr txBox="1"/>
          <p:nvPr/>
        </p:nvSpPr>
        <p:spPr bwMode="ltGray">
          <a:xfrm>
            <a:off x="4249937" y="4488102"/>
            <a:ext cx="1696921" cy="276999"/>
          </a:xfrm>
          <a:prstGeom prst="rect">
            <a:avLst/>
          </a:prstGeom>
          <a:noFill/>
          <a:ln w="6350">
            <a:noFill/>
            <a:miter lim="800000"/>
            <a:headEnd/>
            <a:tailEnd/>
          </a:ln>
        </p:spPr>
        <p:txBody>
          <a:bodyPr wrap="square">
            <a:spAutoFit/>
          </a:bodyPr>
          <a:lstStyle/>
          <a:p>
            <a:pPr algn="ctr"/>
            <a:r>
              <a:rPr lang="en-US" sz="1200" i="1" dirty="0">
                <a:latin typeface="+mn-lt"/>
              </a:rPr>
              <a:t>Quick and scalable</a:t>
            </a:r>
            <a:endParaRPr lang="en-IN" sz="1200" i="1" dirty="0">
              <a:latin typeface="+mn-lt"/>
            </a:endParaRPr>
          </a:p>
        </p:txBody>
      </p:sp>
      <p:cxnSp>
        <p:nvCxnSpPr>
          <p:cNvPr id="10" name="Straight Connector 9">
            <a:extLst>
              <a:ext uri="{FF2B5EF4-FFF2-40B4-BE49-F238E27FC236}">
                <a16:creationId xmlns:a16="http://schemas.microsoft.com/office/drawing/2014/main" id="{27E7F299-E497-4CA4-B43D-ABF0E3624087}"/>
              </a:ext>
            </a:extLst>
          </p:cNvPr>
          <p:cNvCxnSpPr>
            <a:cxnSpLocks/>
          </p:cNvCxnSpPr>
          <p:nvPr/>
        </p:nvCxnSpPr>
        <p:spPr bwMode="auto">
          <a:xfrm>
            <a:off x="4286626" y="4441903"/>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A2C1D59-64AE-1260-6B2C-ECDD9CD9F3BD}"/>
              </a:ext>
            </a:extLst>
          </p:cNvPr>
          <p:cNvSpPr txBox="1"/>
          <p:nvPr/>
        </p:nvSpPr>
        <p:spPr bwMode="ltGray">
          <a:xfrm>
            <a:off x="7555349" y="4480629"/>
            <a:ext cx="1696921" cy="261610"/>
          </a:xfrm>
          <a:prstGeom prst="rect">
            <a:avLst/>
          </a:prstGeom>
          <a:noFill/>
          <a:ln w="6350">
            <a:noFill/>
            <a:miter lim="800000"/>
            <a:headEnd/>
            <a:tailEnd/>
          </a:ln>
        </p:spPr>
        <p:txBody>
          <a:bodyPr wrap="square">
            <a:spAutoFit/>
          </a:bodyPr>
          <a:lstStyle/>
          <a:p>
            <a:pPr algn="ctr"/>
            <a:r>
              <a:rPr lang="en-IN" sz="1100" i="1" dirty="0">
                <a:solidFill>
                  <a:schemeClr val="tx1"/>
                </a:solidFill>
                <a:latin typeface="+mn-lt"/>
              </a:rPr>
              <a:t>Simple and lightweight</a:t>
            </a:r>
            <a:endParaRPr lang="en-IN" sz="1200" i="1" dirty="0">
              <a:latin typeface="+mn-lt"/>
            </a:endParaRPr>
          </a:p>
        </p:txBody>
      </p:sp>
      <p:cxnSp>
        <p:nvCxnSpPr>
          <p:cNvPr id="12" name="Straight Connector 11">
            <a:extLst>
              <a:ext uri="{FF2B5EF4-FFF2-40B4-BE49-F238E27FC236}">
                <a16:creationId xmlns:a16="http://schemas.microsoft.com/office/drawing/2014/main" id="{1E3AD29E-3F70-862A-88CD-64765CB5D6DD}"/>
              </a:ext>
            </a:extLst>
          </p:cNvPr>
          <p:cNvCxnSpPr>
            <a:cxnSpLocks/>
          </p:cNvCxnSpPr>
          <p:nvPr/>
        </p:nvCxnSpPr>
        <p:spPr bwMode="auto">
          <a:xfrm>
            <a:off x="7592038" y="4434430"/>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0901404"/>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97DB0D-DD62-6860-E80D-E747463B1232}"/>
              </a:ext>
            </a:extLst>
          </p:cNvPr>
          <p:cNvSpPr>
            <a:spLocks noGrp="1"/>
          </p:cNvSpPr>
          <p:nvPr>
            <p:ph sz="quarter" idx="10"/>
          </p:nvPr>
        </p:nvSpPr>
        <p:spPr/>
        <p:txBody>
          <a:bodyPr/>
          <a:lstStyle/>
          <a:p>
            <a:r>
              <a:rPr lang="en-IN" dirty="0"/>
              <a:t>Automated Builds and Testing</a:t>
            </a:r>
          </a:p>
          <a:p>
            <a:pPr lvl="2"/>
            <a:r>
              <a:rPr lang="en-US" sz="1200" dirty="0"/>
              <a:t>Jenkins automates the process of building, testing, and integrating code, reducing manual effort and catching issues early.</a:t>
            </a:r>
            <a:endParaRPr lang="en-IN" sz="1200" dirty="0"/>
          </a:p>
        </p:txBody>
      </p:sp>
      <p:sp>
        <p:nvSpPr>
          <p:cNvPr id="3" name="Content Placeholder 2">
            <a:extLst>
              <a:ext uri="{FF2B5EF4-FFF2-40B4-BE49-F238E27FC236}">
                <a16:creationId xmlns:a16="http://schemas.microsoft.com/office/drawing/2014/main" id="{B9221861-7FCB-5F35-D145-E08CB8D3BDD9}"/>
              </a:ext>
            </a:extLst>
          </p:cNvPr>
          <p:cNvSpPr>
            <a:spLocks noGrp="1"/>
          </p:cNvSpPr>
          <p:nvPr>
            <p:ph sz="quarter" idx="11"/>
          </p:nvPr>
        </p:nvSpPr>
        <p:spPr/>
        <p:txBody>
          <a:bodyPr/>
          <a:lstStyle/>
          <a:p>
            <a:r>
              <a:rPr lang="en-US" dirty="0"/>
              <a:t>Continuous Integration and Delivery (CI/CD)</a:t>
            </a:r>
          </a:p>
          <a:p>
            <a:pPr lvl="2"/>
            <a:r>
              <a:rPr lang="en-US" sz="1200" dirty="0"/>
              <a:t>Enables rapid and reliable software delivery through customizable pipelines, ensuring frequent, smooth deployments.</a:t>
            </a:r>
            <a:endParaRPr lang="en-IN" sz="1200" dirty="0"/>
          </a:p>
        </p:txBody>
      </p:sp>
      <p:sp>
        <p:nvSpPr>
          <p:cNvPr id="5" name="Slide Number Placeholder 4">
            <a:extLst>
              <a:ext uri="{FF2B5EF4-FFF2-40B4-BE49-F238E27FC236}">
                <a16:creationId xmlns:a16="http://schemas.microsoft.com/office/drawing/2014/main" id="{4FCCD339-6D3B-CE95-5905-E28D66E5E5D3}"/>
              </a:ext>
            </a:extLst>
          </p:cNvPr>
          <p:cNvSpPr>
            <a:spLocks noGrp="1"/>
          </p:cNvSpPr>
          <p:nvPr>
            <p:ph type="sldNum" sz="quarter" idx="4"/>
          </p:nvPr>
        </p:nvSpPr>
        <p:spPr/>
        <p:txBody>
          <a:bodyPr/>
          <a:lstStyle/>
          <a:p>
            <a:fld id="{D71DA9FD-6EF8-4CC5-AF9B-B6159B5B937C}" type="slidenum">
              <a:rPr lang="en-GB" noProof="1" smtClean="0"/>
              <a:pPr/>
              <a:t>10</a:t>
            </a:fld>
            <a:endParaRPr lang="en-GB" noProof="1"/>
          </a:p>
        </p:txBody>
      </p:sp>
      <p:sp>
        <p:nvSpPr>
          <p:cNvPr id="7" name="Title 6">
            <a:extLst>
              <a:ext uri="{FF2B5EF4-FFF2-40B4-BE49-F238E27FC236}">
                <a16:creationId xmlns:a16="http://schemas.microsoft.com/office/drawing/2014/main" id="{867D1308-0F53-D48D-3605-037B0F135E3D}"/>
              </a:ext>
            </a:extLst>
          </p:cNvPr>
          <p:cNvSpPr>
            <a:spLocks noGrp="1"/>
          </p:cNvSpPr>
          <p:nvPr>
            <p:ph type="title"/>
          </p:nvPr>
        </p:nvSpPr>
        <p:spPr/>
        <p:txBody>
          <a:bodyPr/>
          <a:lstStyle/>
          <a:p>
            <a:r>
              <a:rPr lang="en-US" dirty="0"/>
              <a:t>Automate, Integrate, Deliver – The Jenkins Advantage in DevOps</a:t>
            </a:r>
            <a:endParaRPr lang="en-IN" dirty="0"/>
          </a:p>
        </p:txBody>
      </p:sp>
      <p:pic>
        <p:nvPicPr>
          <p:cNvPr id="5122" name="Picture 2" descr="Automation Icon PNGs for Free Download">
            <a:extLst>
              <a:ext uri="{FF2B5EF4-FFF2-40B4-BE49-F238E27FC236}">
                <a16:creationId xmlns:a16="http://schemas.microsoft.com/office/drawing/2014/main" id="{1A4B41FF-DE87-8836-49CF-BD6A7483693A}"/>
              </a:ext>
            </a:extLst>
          </p:cNvPr>
          <p:cNvPicPr>
            <a:picLocks noChangeAspect="1" noChangeArrowheads="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l="16479" t="15260" r="14199" b="11400"/>
          <a:stretch/>
        </p:blipFill>
        <p:spPr bwMode="auto">
          <a:xfrm>
            <a:off x="1386821" y="3004799"/>
            <a:ext cx="1465166" cy="155007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ci cd line&quot; Icon - Download for free ...">
            <a:extLst>
              <a:ext uri="{FF2B5EF4-FFF2-40B4-BE49-F238E27FC236}">
                <a16:creationId xmlns:a16="http://schemas.microsoft.com/office/drawing/2014/main" id="{4155F3AB-3F80-9F94-6140-4EE331432CCB}"/>
              </a:ext>
            </a:extLst>
          </p:cNvPr>
          <p:cNvPicPr>
            <a:picLocks noChangeAspect="1" noChangeArrowheads="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699818" y="2932477"/>
            <a:ext cx="1446429" cy="1440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FC9F1B-280E-27A0-9A28-586B899BCC55}"/>
              </a:ext>
            </a:extLst>
          </p:cNvPr>
          <p:cNvSpPr txBox="1"/>
          <p:nvPr/>
        </p:nvSpPr>
        <p:spPr bwMode="ltGray">
          <a:xfrm>
            <a:off x="1142722" y="4488102"/>
            <a:ext cx="1942503" cy="276999"/>
          </a:xfrm>
          <a:prstGeom prst="rect">
            <a:avLst/>
          </a:prstGeom>
          <a:noFill/>
          <a:ln w="6350">
            <a:noFill/>
            <a:miter lim="800000"/>
            <a:headEnd/>
            <a:tailEnd/>
          </a:ln>
        </p:spPr>
        <p:txBody>
          <a:bodyPr wrap="square">
            <a:spAutoFit/>
          </a:bodyPr>
          <a:lstStyle/>
          <a:p>
            <a:pPr algn="ctr"/>
            <a:r>
              <a:rPr lang="en-IN" sz="1200" i="1" dirty="0">
                <a:latin typeface="+mn-lt"/>
              </a:rPr>
              <a:t>Automated Build Pipeline</a:t>
            </a:r>
          </a:p>
        </p:txBody>
      </p:sp>
      <p:cxnSp>
        <p:nvCxnSpPr>
          <p:cNvPr id="6" name="Straight Connector 5">
            <a:extLst>
              <a:ext uri="{FF2B5EF4-FFF2-40B4-BE49-F238E27FC236}">
                <a16:creationId xmlns:a16="http://schemas.microsoft.com/office/drawing/2014/main" id="{378B9385-9711-122C-B19F-1B1C2201CA48}"/>
              </a:ext>
            </a:extLst>
          </p:cNvPr>
          <p:cNvCxnSpPr>
            <a:cxnSpLocks/>
          </p:cNvCxnSpPr>
          <p:nvPr/>
        </p:nvCxnSpPr>
        <p:spPr bwMode="auto">
          <a:xfrm>
            <a:off x="1326674" y="4441903"/>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0E669C7-5409-25A7-D6C5-90D482EBF65F}"/>
              </a:ext>
            </a:extLst>
          </p:cNvPr>
          <p:cNvSpPr txBox="1"/>
          <p:nvPr/>
        </p:nvSpPr>
        <p:spPr bwMode="ltGray">
          <a:xfrm>
            <a:off x="6337326" y="4508619"/>
            <a:ext cx="2016883" cy="276999"/>
          </a:xfrm>
          <a:prstGeom prst="rect">
            <a:avLst/>
          </a:prstGeom>
          <a:noFill/>
          <a:ln w="6350">
            <a:noFill/>
            <a:miter lim="800000"/>
            <a:headEnd/>
            <a:tailEnd/>
          </a:ln>
        </p:spPr>
        <p:txBody>
          <a:bodyPr wrap="square">
            <a:spAutoFit/>
          </a:bodyPr>
          <a:lstStyle/>
          <a:p>
            <a:pPr algn="ctr"/>
            <a:r>
              <a:rPr lang="en-US" sz="1200" i="1" dirty="0">
                <a:latin typeface="+mn-lt"/>
              </a:rPr>
              <a:t>Rapid and reliable delivery</a:t>
            </a:r>
            <a:endParaRPr lang="en-IN" sz="1200" i="1" dirty="0">
              <a:latin typeface="+mn-lt"/>
            </a:endParaRPr>
          </a:p>
        </p:txBody>
      </p:sp>
      <p:cxnSp>
        <p:nvCxnSpPr>
          <p:cNvPr id="9" name="Straight Connector 8">
            <a:extLst>
              <a:ext uri="{FF2B5EF4-FFF2-40B4-BE49-F238E27FC236}">
                <a16:creationId xmlns:a16="http://schemas.microsoft.com/office/drawing/2014/main" id="{17FF2448-59F5-7F0F-6E2D-33B046B6E82F}"/>
              </a:ext>
            </a:extLst>
          </p:cNvPr>
          <p:cNvCxnSpPr>
            <a:cxnSpLocks/>
          </p:cNvCxnSpPr>
          <p:nvPr/>
        </p:nvCxnSpPr>
        <p:spPr bwMode="auto">
          <a:xfrm>
            <a:off x="6562898" y="4441903"/>
            <a:ext cx="1574601" cy="0"/>
          </a:xfrm>
          <a:prstGeom prst="line">
            <a:avLst/>
          </a:prstGeom>
          <a:ln>
            <a:solidFill>
              <a:schemeClr val="bg1">
                <a:lumMod val="75000"/>
              </a:schemeClr>
            </a:solidFill>
            <a:headEnd/>
            <a:tailE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973568"/>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DB6D2C-2819-F815-B010-60CF9BA9B03B}"/>
              </a:ext>
            </a:extLst>
          </p:cNvPr>
          <p:cNvSpPr>
            <a:spLocks noGrp="1"/>
          </p:cNvSpPr>
          <p:nvPr>
            <p:ph sz="quarter" idx="10"/>
          </p:nvPr>
        </p:nvSpPr>
        <p:spPr/>
        <p:txBody>
          <a:bodyPr/>
          <a:lstStyle/>
          <a:p>
            <a:r>
              <a:rPr lang="en-US" sz="1400" baseline="0" dirty="0"/>
              <a:t>Continuous Delivery</a:t>
            </a:r>
            <a:endParaRPr lang="en-IN" sz="1400" dirty="0"/>
          </a:p>
          <a:p>
            <a:pPr lvl="2"/>
            <a:r>
              <a:rPr lang="en-US" baseline="0" dirty="0"/>
              <a:t>Code changes are automatically tested and prepared for release, but manual approval is required before deployment.</a:t>
            </a:r>
            <a:endParaRPr lang="en-IN" dirty="0"/>
          </a:p>
          <a:p>
            <a:endParaRPr lang="en-IN" dirty="0"/>
          </a:p>
        </p:txBody>
      </p:sp>
      <p:sp>
        <p:nvSpPr>
          <p:cNvPr id="3" name="Content Placeholder 2">
            <a:extLst>
              <a:ext uri="{FF2B5EF4-FFF2-40B4-BE49-F238E27FC236}">
                <a16:creationId xmlns:a16="http://schemas.microsoft.com/office/drawing/2014/main" id="{889A7B0B-647D-F554-BF2A-35124E632364}"/>
              </a:ext>
            </a:extLst>
          </p:cNvPr>
          <p:cNvSpPr>
            <a:spLocks noGrp="1"/>
          </p:cNvSpPr>
          <p:nvPr>
            <p:ph sz="quarter" idx="11"/>
          </p:nvPr>
        </p:nvSpPr>
        <p:spPr/>
        <p:txBody>
          <a:bodyPr/>
          <a:lstStyle/>
          <a:p>
            <a:r>
              <a:rPr lang="en-US" sz="1400" baseline="0" dirty="0"/>
              <a:t>Continuous Deployment</a:t>
            </a:r>
            <a:endParaRPr lang="en-IN" sz="1400" dirty="0"/>
          </a:p>
          <a:p>
            <a:pPr lvl="2"/>
            <a:r>
              <a:rPr lang="en-US" baseline="0" dirty="0"/>
              <a:t>Every change that passes all stages of the pipeline is automatically deployed to production without manual intervention.</a:t>
            </a:r>
            <a:endParaRPr lang="en-IN" dirty="0"/>
          </a:p>
          <a:p>
            <a:endParaRPr lang="en-IN" dirty="0"/>
          </a:p>
        </p:txBody>
      </p:sp>
      <p:sp>
        <p:nvSpPr>
          <p:cNvPr id="4" name="Slide Number Placeholder 3">
            <a:extLst>
              <a:ext uri="{FF2B5EF4-FFF2-40B4-BE49-F238E27FC236}">
                <a16:creationId xmlns:a16="http://schemas.microsoft.com/office/drawing/2014/main" id="{7E7F8929-3A0C-E8C5-5397-105629721159}"/>
              </a:ext>
            </a:extLst>
          </p:cNvPr>
          <p:cNvSpPr>
            <a:spLocks noGrp="1"/>
          </p:cNvSpPr>
          <p:nvPr>
            <p:ph type="sldNum" sz="quarter" idx="4"/>
          </p:nvPr>
        </p:nvSpPr>
        <p:spPr/>
        <p:txBody>
          <a:bodyPr/>
          <a:lstStyle/>
          <a:p>
            <a:fld id="{D71DA9FD-6EF8-4CC5-AF9B-B6159B5B937C}" type="slidenum">
              <a:rPr lang="en-GB" noProof="1" smtClean="0"/>
              <a:pPr/>
              <a:t>11</a:t>
            </a:fld>
            <a:endParaRPr lang="en-GB" noProof="1"/>
          </a:p>
        </p:txBody>
      </p:sp>
      <p:sp>
        <p:nvSpPr>
          <p:cNvPr id="6" name="Title 5">
            <a:extLst>
              <a:ext uri="{FF2B5EF4-FFF2-40B4-BE49-F238E27FC236}">
                <a16:creationId xmlns:a16="http://schemas.microsoft.com/office/drawing/2014/main" id="{8F1A5C1E-DB52-3CFD-1DA3-BE628C5B92AE}"/>
              </a:ext>
            </a:extLst>
          </p:cNvPr>
          <p:cNvSpPr>
            <a:spLocks noGrp="1"/>
          </p:cNvSpPr>
          <p:nvPr>
            <p:ph type="title"/>
          </p:nvPr>
        </p:nvSpPr>
        <p:spPr/>
        <p:txBody>
          <a:bodyPr/>
          <a:lstStyle/>
          <a:p>
            <a:r>
              <a:rPr lang="en-US" dirty="0"/>
              <a:t>CI/CD: The Difference Between Delivery and Deployment</a:t>
            </a:r>
            <a:endParaRPr lang="en-IN" dirty="0"/>
          </a:p>
        </p:txBody>
      </p:sp>
      <p:pic>
        <p:nvPicPr>
          <p:cNvPr id="6150" name="Picture 6" descr="Continuous Deployment vs. Integration vs. Delivery | CD in K8s">
            <a:extLst>
              <a:ext uri="{FF2B5EF4-FFF2-40B4-BE49-F238E27FC236}">
                <a16:creationId xmlns:a16="http://schemas.microsoft.com/office/drawing/2014/main" id="{0D220A90-B0FE-CAE2-52E9-30C69CA4A263}"/>
              </a:ext>
            </a:extLst>
          </p:cNvPr>
          <p:cNvPicPr>
            <a:picLocks noChangeAspect="1" noChangeArrowheads="1"/>
          </p:cNvPicPr>
          <p:nvPr/>
        </p:nvPicPr>
        <p:blipFill>
          <a:blip r:embed="rId2" cstate="screen">
            <a:extLst>
              <a:ext uri="{28A0092B-C50C-407E-A947-70E740481C1C}">
                <a14:useLocalDpi xmlns:a14="http://schemas.microsoft.com/office/drawing/2010/main" val="0"/>
              </a:ext>
            </a:extLst>
          </a:blip>
          <a:srcRect/>
          <a:stretch>
            <a:fillRect/>
          </a:stretch>
        </p:blipFill>
        <p:spPr bwMode="auto">
          <a:xfrm>
            <a:off x="1224008" y="2323326"/>
            <a:ext cx="7451984" cy="3454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158623"/>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D2C5E3-F746-7D64-4352-F9810C4FBA52}"/>
              </a:ext>
            </a:extLst>
          </p:cNvPr>
          <p:cNvSpPr>
            <a:spLocks noGrp="1"/>
          </p:cNvSpPr>
          <p:nvPr>
            <p:ph type="sldNum" sz="quarter" idx="4"/>
          </p:nvPr>
        </p:nvSpPr>
        <p:spPr/>
        <p:txBody>
          <a:bodyPr/>
          <a:lstStyle/>
          <a:p>
            <a:fld id="{D71DA9FD-6EF8-4CC5-AF9B-B6159B5B937C}" type="slidenum">
              <a:rPr lang="en-GB" noProof="1" smtClean="0"/>
              <a:pPr/>
              <a:t>12</a:t>
            </a:fld>
            <a:endParaRPr lang="en-GB" noProof="1"/>
          </a:p>
        </p:txBody>
      </p:sp>
      <p:sp>
        <p:nvSpPr>
          <p:cNvPr id="6" name="Title 5">
            <a:extLst>
              <a:ext uri="{FF2B5EF4-FFF2-40B4-BE49-F238E27FC236}">
                <a16:creationId xmlns:a16="http://schemas.microsoft.com/office/drawing/2014/main" id="{008B983B-6075-B328-3F63-A125E592A9AE}"/>
              </a:ext>
            </a:extLst>
          </p:cNvPr>
          <p:cNvSpPr>
            <a:spLocks noGrp="1"/>
          </p:cNvSpPr>
          <p:nvPr>
            <p:ph type="title"/>
          </p:nvPr>
        </p:nvSpPr>
        <p:spPr/>
        <p:txBody>
          <a:bodyPr/>
          <a:lstStyle/>
          <a:p>
            <a:r>
              <a:rPr lang="en-US" dirty="0"/>
              <a:t>DevOps pipeline in Google GCP</a:t>
            </a:r>
            <a:endParaRPr lang="en-IN" dirty="0"/>
          </a:p>
        </p:txBody>
      </p:sp>
      <p:pic>
        <p:nvPicPr>
          <p:cNvPr id="1026" name="Picture 2" descr="Code ">
            <a:extLst>
              <a:ext uri="{FF2B5EF4-FFF2-40B4-BE49-F238E27FC236}">
                <a16:creationId xmlns:a16="http://schemas.microsoft.com/office/drawing/2014/main" id="{43988EE1-4C6E-8F5C-8ADD-71FDA4FA75E6}"/>
              </a:ext>
            </a:extLst>
          </p:cNvPr>
          <p:cNvPicPr>
            <a:picLocks noGrp="1" noChangeAspect="1" noChangeArrowheads="1"/>
          </p:cNvPicPr>
          <p:nvPr>
            <p:ph sz="quarter" idx="10"/>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08293" y="1982876"/>
            <a:ext cx="861134" cy="86113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ow to Choose a Container Registry: The Top 9 Picks">
            <a:extLst>
              <a:ext uri="{FF2B5EF4-FFF2-40B4-BE49-F238E27FC236}">
                <a16:creationId xmlns:a16="http://schemas.microsoft.com/office/drawing/2014/main" id="{0EF9AF05-1EF4-9842-1F1E-681BAA583B29}"/>
              </a:ext>
            </a:extLst>
          </p:cNvPr>
          <p:cNvPicPr>
            <a:picLocks noChangeAspect="1" noChangeArrowheads="1"/>
          </p:cNvPicPr>
          <p:nvPr/>
        </p:nvPicPr>
        <p:blipFill>
          <a:blip r:embed="rId3" cstate="screen">
            <a:extLst>
              <a:ext uri="{28A0092B-C50C-407E-A947-70E740481C1C}">
                <a14:useLocalDpi xmlns:a14="http://schemas.microsoft.com/office/drawing/2010/main" val="0"/>
              </a:ext>
            </a:extLst>
          </a:blip>
          <a:srcRect/>
          <a:stretch>
            <a:fillRect/>
          </a:stretch>
        </p:blipFill>
        <p:spPr bwMode="auto">
          <a:xfrm>
            <a:off x="7446376" y="1982109"/>
            <a:ext cx="861134" cy="806632"/>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cloud build&quot; Icon - Download for free – Iconduck">
            <a:extLst>
              <a:ext uri="{FF2B5EF4-FFF2-40B4-BE49-F238E27FC236}">
                <a16:creationId xmlns:a16="http://schemas.microsoft.com/office/drawing/2014/main" id="{ACD4C185-5160-A573-FA18-7D0A7CE23A7D}"/>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5017166" y="1926975"/>
            <a:ext cx="861134" cy="973349"/>
          </a:xfrm>
          <a:prstGeom prst="rect">
            <a:avLst/>
          </a:prstGeom>
          <a:noFill/>
          <a:extLst>
            <a:ext uri="{909E8E84-426E-40DD-AFC4-6F175D3DCCD1}">
              <a14:hiddenFill xmlns:a14="http://schemas.microsoft.com/office/drawing/2010/main">
                <a:solidFill>
                  <a:srgbClr val="FFFFFF"/>
                </a:solidFill>
              </a14:hiddenFill>
            </a:ext>
          </a:extLst>
        </p:spPr>
      </p:pic>
      <p:sp>
        <p:nvSpPr>
          <p:cNvPr id="19" name="Arrow: Striped Right 18">
            <a:extLst>
              <a:ext uri="{FF2B5EF4-FFF2-40B4-BE49-F238E27FC236}">
                <a16:creationId xmlns:a16="http://schemas.microsoft.com/office/drawing/2014/main" id="{EBCBEA51-2C3A-493F-63B2-7B8E87EBD8C0}"/>
              </a:ext>
            </a:extLst>
          </p:cNvPr>
          <p:cNvSpPr/>
          <p:nvPr/>
        </p:nvSpPr>
        <p:spPr bwMode="auto">
          <a:xfrm>
            <a:off x="1857983" y="2357171"/>
            <a:ext cx="861134" cy="179412"/>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0" name="Arrow: Striped Right 19">
            <a:extLst>
              <a:ext uri="{FF2B5EF4-FFF2-40B4-BE49-F238E27FC236}">
                <a16:creationId xmlns:a16="http://schemas.microsoft.com/office/drawing/2014/main" id="{45AA271C-F036-5053-E1CA-985D7510BDA9}"/>
              </a:ext>
            </a:extLst>
          </p:cNvPr>
          <p:cNvSpPr/>
          <p:nvPr/>
        </p:nvSpPr>
        <p:spPr bwMode="auto">
          <a:xfrm>
            <a:off x="3914020" y="2357171"/>
            <a:ext cx="861134" cy="179412"/>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1" name="Arrow: Striped Right 20">
            <a:extLst>
              <a:ext uri="{FF2B5EF4-FFF2-40B4-BE49-F238E27FC236}">
                <a16:creationId xmlns:a16="http://schemas.microsoft.com/office/drawing/2014/main" id="{FFEA5B73-EF1D-50AC-4C94-E593A439AB0D}"/>
              </a:ext>
            </a:extLst>
          </p:cNvPr>
          <p:cNvSpPr/>
          <p:nvPr/>
        </p:nvSpPr>
        <p:spPr bwMode="auto">
          <a:xfrm>
            <a:off x="6210722" y="2357170"/>
            <a:ext cx="1069524" cy="205997"/>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2" name="Arrow: Striped Right 21">
            <a:extLst>
              <a:ext uri="{FF2B5EF4-FFF2-40B4-BE49-F238E27FC236}">
                <a16:creationId xmlns:a16="http://schemas.microsoft.com/office/drawing/2014/main" id="{63068F40-AA9A-5360-FE1C-9EF70098A8DB}"/>
              </a:ext>
            </a:extLst>
          </p:cNvPr>
          <p:cNvSpPr/>
          <p:nvPr/>
        </p:nvSpPr>
        <p:spPr bwMode="auto">
          <a:xfrm rot="5400000">
            <a:off x="5073530" y="3471784"/>
            <a:ext cx="861134" cy="179412"/>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4" name="Arrow: Bent-Up 23">
            <a:extLst>
              <a:ext uri="{FF2B5EF4-FFF2-40B4-BE49-F238E27FC236}">
                <a16:creationId xmlns:a16="http://schemas.microsoft.com/office/drawing/2014/main" id="{8C1F5E7C-623D-B3BB-A5D2-DFCF93EF3F43}"/>
              </a:ext>
            </a:extLst>
          </p:cNvPr>
          <p:cNvSpPr/>
          <p:nvPr/>
        </p:nvSpPr>
        <p:spPr bwMode="auto">
          <a:xfrm>
            <a:off x="6089516" y="2987966"/>
            <a:ext cx="1974714" cy="1636469"/>
          </a:xfrm>
          <a:prstGeom prst="bentUpArrow">
            <a:avLst>
              <a:gd name="adj1" fmla="val 7147"/>
              <a:gd name="adj2" fmla="val 7934"/>
              <a:gd name="adj3" fmla="val 14498"/>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7" name="TextBox 26">
            <a:extLst>
              <a:ext uri="{FF2B5EF4-FFF2-40B4-BE49-F238E27FC236}">
                <a16:creationId xmlns:a16="http://schemas.microsoft.com/office/drawing/2014/main" id="{423FAF4D-693D-BC3E-B812-866FFE1C2547}"/>
              </a:ext>
            </a:extLst>
          </p:cNvPr>
          <p:cNvSpPr txBox="1"/>
          <p:nvPr/>
        </p:nvSpPr>
        <p:spPr bwMode="ltGray">
          <a:xfrm>
            <a:off x="731079" y="2788740"/>
            <a:ext cx="1082243"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Source code</a:t>
            </a:r>
            <a:endParaRPr lang="en-IN" sz="1200" dirty="0" err="1">
              <a:latin typeface="+mn-lt"/>
            </a:endParaRPr>
          </a:p>
        </p:txBody>
      </p:sp>
      <p:sp>
        <p:nvSpPr>
          <p:cNvPr id="28" name="TextBox 27">
            <a:extLst>
              <a:ext uri="{FF2B5EF4-FFF2-40B4-BE49-F238E27FC236}">
                <a16:creationId xmlns:a16="http://schemas.microsoft.com/office/drawing/2014/main" id="{4CEBD97E-0170-1C8E-6C29-5CB7A45F4FAE}"/>
              </a:ext>
            </a:extLst>
          </p:cNvPr>
          <p:cNvSpPr txBox="1"/>
          <p:nvPr/>
        </p:nvSpPr>
        <p:spPr bwMode="ltGray">
          <a:xfrm>
            <a:off x="2922484" y="2821913"/>
            <a:ext cx="710346"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GitHub</a:t>
            </a:r>
            <a:endParaRPr lang="en-IN" sz="1200" dirty="0" err="1">
              <a:latin typeface="+mn-lt"/>
            </a:endParaRPr>
          </a:p>
        </p:txBody>
      </p:sp>
      <p:sp>
        <p:nvSpPr>
          <p:cNvPr id="29" name="TextBox 28">
            <a:extLst>
              <a:ext uri="{FF2B5EF4-FFF2-40B4-BE49-F238E27FC236}">
                <a16:creationId xmlns:a16="http://schemas.microsoft.com/office/drawing/2014/main" id="{9F4516F3-BE7D-FEAD-7759-36C1427DE010}"/>
              </a:ext>
            </a:extLst>
          </p:cNvPr>
          <p:cNvSpPr txBox="1"/>
          <p:nvPr/>
        </p:nvSpPr>
        <p:spPr bwMode="ltGray">
          <a:xfrm>
            <a:off x="5666528" y="2771804"/>
            <a:ext cx="1021328"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Cloud Build</a:t>
            </a:r>
            <a:endParaRPr lang="en-IN" sz="1200" dirty="0" err="1">
              <a:latin typeface="+mn-lt"/>
            </a:endParaRPr>
          </a:p>
        </p:txBody>
      </p:sp>
      <p:sp>
        <p:nvSpPr>
          <p:cNvPr id="30" name="TextBox 29">
            <a:extLst>
              <a:ext uri="{FF2B5EF4-FFF2-40B4-BE49-F238E27FC236}">
                <a16:creationId xmlns:a16="http://schemas.microsoft.com/office/drawing/2014/main" id="{58984B92-D8CE-008F-F471-C478F049F5DA}"/>
              </a:ext>
            </a:extLst>
          </p:cNvPr>
          <p:cNvSpPr txBox="1"/>
          <p:nvPr/>
        </p:nvSpPr>
        <p:spPr bwMode="ltGray">
          <a:xfrm>
            <a:off x="8222642" y="2493965"/>
            <a:ext cx="897898" cy="471231"/>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Container</a:t>
            </a:r>
          </a:p>
          <a:p>
            <a:pPr eaLnBrk="0" hangingPunct="0"/>
            <a:r>
              <a:rPr lang="en-US" sz="1200" dirty="0">
                <a:latin typeface="+mn-lt"/>
              </a:rPr>
              <a:t>Registry</a:t>
            </a:r>
            <a:endParaRPr lang="en-IN" sz="1200" dirty="0" err="1">
              <a:latin typeface="+mn-lt"/>
            </a:endParaRPr>
          </a:p>
        </p:txBody>
      </p:sp>
      <p:sp>
        <p:nvSpPr>
          <p:cNvPr id="31" name="TextBox 30">
            <a:extLst>
              <a:ext uri="{FF2B5EF4-FFF2-40B4-BE49-F238E27FC236}">
                <a16:creationId xmlns:a16="http://schemas.microsoft.com/office/drawing/2014/main" id="{5657FA5A-B702-F141-2CE9-8DDE6C06EEE3}"/>
              </a:ext>
            </a:extLst>
          </p:cNvPr>
          <p:cNvSpPr txBox="1"/>
          <p:nvPr/>
        </p:nvSpPr>
        <p:spPr bwMode="ltGray">
          <a:xfrm>
            <a:off x="3773132" y="2071122"/>
            <a:ext cx="1155981"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Build triggers</a:t>
            </a:r>
            <a:endParaRPr lang="en-IN" sz="1200" dirty="0" err="1">
              <a:latin typeface="+mn-lt"/>
            </a:endParaRPr>
          </a:p>
        </p:txBody>
      </p:sp>
      <p:sp>
        <p:nvSpPr>
          <p:cNvPr id="32" name="TextBox 31">
            <a:extLst>
              <a:ext uri="{FF2B5EF4-FFF2-40B4-BE49-F238E27FC236}">
                <a16:creationId xmlns:a16="http://schemas.microsoft.com/office/drawing/2014/main" id="{949C1108-DDAE-AE67-51D3-B515C7F9CAE0}"/>
              </a:ext>
            </a:extLst>
          </p:cNvPr>
          <p:cNvSpPr txBox="1"/>
          <p:nvPr/>
        </p:nvSpPr>
        <p:spPr bwMode="ltGray">
          <a:xfrm>
            <a:off x="1677209" y="2071122"/>
            <a:ext cx="1138348"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Code pushed</a:t>
            </a:r>
            <a:endParaRPr lang="en-IN" sz="1200" dirty="0" err="1">
              <a:latin typeface="+mn-lt"/>
            </a:endParaRPr>
          </a:p>
        </p:txBody>
      </p:sp>
      <p:sp>
        <p:nvSpPr>
          <p:cNvPr id="33" name="TextBox 32">
            <a:extLst>
              <a:ext uri="{FF2B5EF4-FFF2-40B4-BE49-F238E27FC236}">
                <a16:creationId xmlns:a16="http://schemas.microsoft.com/office/drawing/2014/main" id="{2B89135D-7A72-F1FB-2292-625EAC072630}"/>
              </a:ext>
            </a:extLst>
          </p:cNvPr>
          <p:cNvSpPr txBox="1"/>
          <p:nvPr/>
        </p:nvSpPr>
        <p:spPr bwMode="ltGray">
          <a:xfrm>
            <a:off x="6121860" y="2093222"/>
            <a:ext cx="1204071"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Image pushed</a:t>
            </a:r>
            <a:endParaRPr lang="en-IN" sz="1200" dirty="0" err="1">
              <a:latin typeface="+mn-lt"/>
            </a:endParaRPr>
          </a:p>
        </p:txBody>
      </p:sp>
      <p:sp>
        <p:nvSpPr>
          <p:cNvPr id="34" name="TextBox 33">
            <a:extLst>
              <a:ext uri="{FF2B5EF4-FFF2-40B4-BE49-F238E27FC236}">
                <a16:creationId xmlns:a16="http://schemas.microsoft.com/office/drawing/2014/main" id="{50AE2503-CE64-B650-1E52-B1CEB04D06E1}"/>
              </a:ext>
            </a:extLst>
          </p:cNvPr>
          <p:cNvSpPr txBox="1"/>
          <p:nvPr/>
        </p:nvSpPr>
        <p:spPr bwMode="ltGray">
          <a:xfrm>
            <a:off x="4633451" y="3432055"/>
            <a:ext cx="870646"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Redeploy</a:t>
            </a:r>
            <a:endParaRPr lang="en-IN" sz="1200" dirty="0" err="1">
              <a:latin typeface="+mn-lt"/>
            </a:endParaRPr>
          </a:p>
        </p:txBody>
      </p:sp>
      <p:sp>
        <p:nvSpPr>
          <p:cNvPr id="35" name="TextBox 34">
            <a:extLst>
              <a:ext uri="{FF2B5EF4-FFF2-40B4-BE49-F238E27FC236}">
                <a16:creationId xmlns:a16="http://schemas.microsoft.com/office/drawing/2014/main" id="{98550AA3-2316-0561-245E-F4E44EFAF097}"/>
              </a:ext>
            </a:extLst>
          </p:cNvPr>
          <p:cNvSpPr txBox="1"/>
          <p:nvPr/>
        </p:nvSpPr>
        <p:spPr bwMode="ltGray">
          <a:xfrm>
            <a:off x="6605291" y="4220527"/>
            <a:ext cx="1112700"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Image pulled</a:t>
            </a:r>
            <a:endParaRPr lang="en-IN" sz="1200" dirty="0" err="1">
              <a:latin typeface="+mn-lt"/>
            </a:endParaRPr>
          </a:p>
        </p:txBody>
      </p:sp>
      <p:sp>
        <p:nvSpPr>
          <p:cNvPr id="36" name="TextBox 35">
            <a:extLst>
              <a:ext uri="{FF2B5EF4-FFF2-40B4-BE49-F238E27FC236}">
                <a16:creationId xmlns:a16="http://schemas.microsoft.com/office/drawing/2014/main" id="{2E7336D4-E35B-CD7F-1E35-8DD2C24ABF7E}"/>
              </a:ext>
            </a:extLst>
          </p:cNvPr>
          <p:cNvSpPr txBox="1"/>
          <p:nvPr/>
        </p:nvSpPr>
        <p:spPr bwMode="ltGray">
          <a:xfrm>
            <a:off x="5171160" y="4963933"/>
            <a:ext cx="707140"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Docker</a:t>
            </a:r>
            <a:endParaRPr lang="en-IN" sz="1200" dirty="0" err="1">
              <a:latin typeface="+mn-lt"/>
            </a:endParaRPr>
          </a:p>
        </p:txBody>
      </p:sp>
      <p:pic>
        <p:nvPicPr>
          <p:cNvPr id="1054" name="Picture 30" descr="Github icon - Free download on Iconfinder">
            <a:extLst>
              <a:ext uri="{FF2B5EF4-FFF2-40B4-BE49-F238E27FC236}">
                <a16:creationId xmlns:a16="http://schemas.microsoft.com/office/drawing/2014/main" id="{882DF737-D6B1-CB27-7752-766AA9B1BB6D}"/>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2815557" y="1982876"/>
            <a:ext cx="861134" cy="8611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C62A52AE-E42B-97C9-DE27-1E362E368840}"/>
              </a:ext>
            </a:extLst>
          </p:cNvPr>
          <p:cNvPicPr>
            <a:picLocks noChangeAspect="1"/>
          </p:cNvPicPr>
          <p:nvPr/>
        </p:nvPicPr>
        <p:blipFill>
          <a:blip r:embed="rId6"/>
          <a:stretch>
            <a:fillRect/>
          </a:stretch>
        </p:blipFill>
        <p:spPr>
          <a:xfrm>
            <a:off x="5098070" y="4102295"/>
            <a:ext cx="812054" cy="812054"/>
          </a:xfrm>
          <a:prstGeom prst="rect">
            <a:avLst/>
          </a:prstGeom>
        </p:spPr>
      </p:pic>
    </p:spTree>
    <p:extLst>
      <p:ext uri="{BB962C8B-B14F-4D97-AF65-F5344CB8AC3E}">
        <p14:creationId xmlns:p14="http://schemas.microsoft.com/office/powerpoint/2010/main" val="882088901"/>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D0ED1A-676B-6C30-0C6F-14D8E6DE4313}"/>
              </a:ext>
            </a:extLst>
          </p:cNvPr>
          <p:cNvSpPr/>
          <p:nvPr/>
        </p:nvSpPr>
        <p:spPr bwMode="auto">
          <a:xfrm>
            <a:off x="3143671" y="1860331"/>
            <a:ext cx="4013615" cy="1839310"/>
          </a:xfrm>
          <a:prstGeom prst="rect">
            <a:avLst/>
          </a:prstGeom>
          <a:ln>
            <a:headEnd/>
            <a:tailEnd/>
          </a:ln>
        </p:spPr>
        <p:style>
          <a:lnRef idx="2">
            <a:schemeClr val="dk1"/>
          </a:lnRef>
          <a:fillRef idx="1">
            <a:schemeClr val="lt1"/>
          </a:fillRef>
          <a:effectRef idx="0">
            <a:schemeClr val="dk1"/>
          </a:effectRef>
          <a:fontRef idx="minor">
            <a:schemeClr val="dk1"/>
          </a:fontRef>
        </p:style>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3" name="Slide Number Placeholder 2">
            <a:extLst>
              <a:ext uri="{FF2B5EF4-FFF2-40B4-BE49-F238E27FC236}">
                <a16:creationId xmlns:a16="http://schemas.microsoft.com/office/drawing/2014/main" id="{4C6042CE-392A-52C9-143A-50739A2806AD}"/>
              </a:ext>
            </a:extLst>
          </p:cNvPr>
          <p:cNvSpPr>
            <a:spLocks noGrp="1"/>
          </p:cNvSpPr>
          <p:nvPr>
            <p:ph type="sldNum" sz="quarter" idx="4"/>
          </p:nvPr>
        </p:nvSpPr>
        <p:spPr/>
        <p:txBody>
          <a:bodyPr/>
          <a:lstStyle/>
          <a:p>
            <a:fld id="{D71DA9FD-6EF8-4CC5-AF9B-B6159B5B937C}" type="slidenum">
              <a:rPr lang="en-GB" noProof="1" smtClean="0"/>
              <a:pPr/>
              <a:t>13</a:t>
            </a:fld>
            <a:endParaRPr lang="en-GB" noProof="1"/>
          </a:p>
        </p:txBody>
      </p:sp>
      <p:sp>
        <p:nvSpPr>
          <p:cNvPr id="5" name="Title 4">
            <a:extLst>
              <a:ext uri="{FF2B5EF4-FFF2-40B4-BE49-F238E27FC236}">
                <a16:creationId xmlns:a16="http://schemas.microsoft.com/office/drawing/2014/main" id="{5E1750F9-4AE9-1B95-623F-5679B66754FA}"/>
              </a:ext>
            </a:extLst>
          </p:cNvPr>
          <p:cNvSpPr>
            <a:spLocks noGrp="1"/>
          </p:cNvSpPr>
          <p:nvPr>
            <p:ph type="title"/>
          </p:nvPr>
        </p:nvSpPr>
        <p:spPr/>
        <p:txBody>
          <a:bodyPr/>
          <a:lstStyle/>
          <a:p>
            <a:r>
              <a:rPr lang="en-US" dirty="0"/>
              <a:t>DevOps: AWS Code Pipeline CI/CD</a:t>
            </a:r>
            <a:endParaRPr lang="en-IN" dirty="0"/>
          </a:p>
        </p:txBody>
      </p:sp>
      <p:pic>
        <p:nvPicPr>
          <p:cNvPr id="2050" name="Picture 2" descr="Source code ">
            <a:extLst>
              <a:ext uri="{FF2B5EF4-FFF2-40B4-BE49-F238E27FC236}">
                <a16:creationId xmlns:a16="http://schemas.microsoft.com/office/drawing/2014/main" id="{745D2525-B818-6270-5930-2E6DCF75FCC6}"/>
              </a:ext>
            </a:extLst>
          </p:cNvPr>
          <p:cNvPicPr>
            <a:picLocks noGrp="1" noChangeAspect="1" noChangeArrowheads="1"/>
          </p:cNvPicPr>
          <p:nvPr>
            <p:ph sz="quarter" idx="10"/>
          </p:nvPr>
        </p:nvPicPr>
        <p:blipFill>
          <a:blip r:embed="rId3" cstate="screen">
            <a:extLst>
              <a:ext uri="{28A0092B-C50C-407E-A947-70E740481C1C}">
                <a14:useLocalDpi xmlns:a14="http://schemas.microsoft.com/office/drawing/2010/main" val="0"/>
              </a:ext>
            </a:extLst>
          </a:blip>
          <a:srcRect/>
          <a:stretch>
            <a:fillRect/>
          </a:stretch>
        </p:blipFill>
        <p:spPr bwMode="auto">
          <a:xfrm>
            <a:off x="1699274" y="2495098"/>
            <a:ext cx="698042" cy="69804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grammer ">
            <a:extLst>
              <a:ext uri="{FF2B5EF4-FFF2-40B4-BE49-F238E27FC236}">
                <a16:creationId xmlns:a16="http://schemas.microsoft.com/office/drawing/2014/main" id="{B15DA0FD-C01E-E9BA-9AF8-CB62CF6222B4}"/>
              </a:ext>
            </a:extLst>
          </p:cNvPr>
          <p:cNvPicPr>
            <a:picLocks noChangeAspect="1" noChangeArrowheads="1"/>
          </p:cNvPicPr>
          <p:nvPr/>
        </p:nvPicPr>
        <p:blipFill>
          <a:blip r:embed="rId4" cstate="screen">
            <a:extLst>
              <a:ext uri="{28A0092B-C50C-407E-A947-70E740481C1C}">
                <a14:useLocalDpi xmlns:a14="http://schemas.microsoft.com/office/drawing/2010/main" val="0"/>
              </a:ext>
            </a:extLst>
          </a:blip>
          <a:srcRect/>
          <a:stretch>
            <a:fillRect/>
          </a:stretch>
        </p:blipFill>
        <p:spPr bwMode="auto">
          <a:xfrm>
            <a:off x="1704389" y="3946650"/>
            <a:ext cx="692927" cy="69292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quot;aws codedeploy&quot; Icon - Download for free – Iconduck">
            <a:extLst>
              <a:ext uri="{FF2B5EF4-FFF2-40B4-BE49-F238E27FC236}">
                <a16:creationId xmlns:a16="http://schemas.microsoft.com/office/drawing/2014/main" id="{1C6FB71E-3A36-C8E3-FD32-3D5C99AE4892}"/>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3432458" y="2446223"/>
            <a:ext cx="596321" cy="720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quot;aws codedeploy&quot; Icon - Download for free – Iconduck">
            <a:extLst>
              <a:ext uri="{FF2B5EF4-FFF2-40B4-BE49-F238E27FC236}">
                <a16:creationId xmlns:a16="http://schemas.microsoft.com/office/drawing/2014/main" id="{B0730700-F69E-1141-8CB6-21C1EE2D4B85}"/>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4875497" y="2434004"/>
            <a:ext cx="596321" cy="7200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quot;aws codedeploy&quot; Icon - Download for free – Iconduck">
            <a:extLst>
              <a:ext uri="{FF2B5EF4-FFF2-40B4-BE49-F238E27FC236}">
                <a16:creationId xmlns:a16="http://schemas.microsoft.com/office/drawing/2014/main" id="{B49F0A0E-05BA-42EA-F545-C4A835D179B9}"/>
              </a:ext>
            </a:extLst>
          </p:cNvPr>
          <p:cNvPicPr>
            <a:picLocks noChangeAspect="1" noChangeArrowheads="1"/>
          </p:cNvPicPr>
          <p:nvPr/>
        </p:nvPicPr>
        <p:blipFill>
          <a:blip r:embed="rId5" cstate="screen">
            <a:extLst>
              <a:ext uri="{28A0092B-C50C-407E-A947-70E740481C1C}">
                <a14:useLocalDpi xmlns:a14="http://schemas.microsoft.com/office/drawing/2010/main" val="0"/>
              </a:ext>
            </a:extLst>
          </a:blip>
          <a:srcRect/>
          <a:stretch>
            <a:fillRect/>
          </a:stretch>
        </p:blipFill>
        <p:spPr bwMode="auto">
          <a:xfrm>
            <a:off x="6315737" y="2446223"/>
            <a:ext cx="596321" cy="720000"/>
          </a:xfrm>
          <a:prstGeom prst="rect">
            <a:avLst/>
          </a:prstGeom>
          <a:noFill/>
          <a:extLst>
            <a:ext uri="{909E8E84-426E-40DD-AFC4-6F175D3DCCD1}">
              <a14:hiddenFill xmlns:a14="http://schemas.microsoft.com/office/drawing/2010/main">
                <a:solidFill>
                  <a:srgbClr val="FFFFFF"/>
                </a:solidFill>
              </a14:hiddenFill>
            </a:ext>
          </a:extLst>
        </p:spPr>
      </p:pic>
      <p:sp>
        <p:nvSpPr>
          <p:cNvPr id="9" name="Arrow: Striped Right 8">
            <a:extLst>
              <a:ext uri="{FF2B5EF4-FFF2-40B4-BE49-F238E27FC236}">
                <a16:creationId xmlns:a16="http://schemas.microsoft.com/office/drawing/2014/main" id="{2C8C5364-0984-003E-E88B-4030606F9F84}"/>
              </a:ext>
            </a:extLst>
          </p:cNvPr>
          <p:cNvSpPr/>
          <p:nvPr/>
        </p:nvSpPr>
        <p:spPr bwMode="auto">
          <a:xfrm>
            <a:off x="2424030" y="2690837"/>
            <a:ext cx="692927" cy="262647"/>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10" name="TextBox 9">
            <a:extLst>
              <a:ext uri="{FF2B5EF4-FFF2-40B4-BE49-F238E27FC236}">
                <a16:creationId xmlns:a16="http://schemas.microsoft.com/office/drawing/2014/main" id="{A5C1433D-476E-25FB-EB85-0286F5ACA633}"/>
              </a:ext>
            </a:extLst>
          </p:cNvPr>
          <p:cNvSpPr txBox="1"/>
          <p:nvPr/>
        </p:nvSpPr>
        <p:spPr bwMode="ltGray">
          <a:xfrm>
            <a:off x="1638316" y="2011828"/>
            <a:ext cx="700728"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Source</a:t>
            </a:r>
            <a:endParaRPr lang="en-IN" sz="1200" dirty="0" err="1">
              <a:latin typeface="+mn-lt"/>
            </a:endParaRPr>
          </a:p>
        </p:txBody>
      </p:sp>
      <p:sp>
        <p:nvSpPr>
          <p:cNvPr id="11" name="TextBox 10">
            <a:extLst>
              <a:ext uri="{FF2B5EF4-FFF2-40B4-BE49-F238E27FC236}">
                <a16:creationId xmlns:a16="http://schemas.microsoft.com/office/drawing/2014/main" id="{AF6A4DCB-C12E-C9ED-4D55-265C5C7D3EB9}"/>
              </a:ext>
            </a:extLst>
          </p:cNvPr>
          <p:cNvSpPr txBox="1"/>
          <p:nvPr/>
        </p:nvSpPr>
        <p:spPr bwMode="ltGray">
          <a:xfrm>
            <a:off x="707285" y="3336245"/>
            <a:ext cx="1311088" cy="471231"/>
          </a:xfrm>
          <a:prstGeom prst="rect">
            <a:avLst/>
          </a:prstGeom>
          <a:noFill/>
          <a:ln w="6350">
            <a:noFill/>
            <a:miter lim="800000"/>
            <a:headEnd/>
            <a:tailEnd/>
          </a:ln>
        </p:spPr>
        <p:txBody>
          <a:bodyPr wrap="square" lIns="100913" tIns="50457" rIns="100913" bIns="50457" rtlCol="0" anchor="t" anchorCtr="0">
            <a:spAutoFit/>
          </a:bodyPr>
          <a:lstStyle/>
          <a:p>
            <a:pPr eaLnBrk="0" hangingPunct="0"/>
            <a:r>
              <a:rPr lang="en-US" sz="1200" dirty="0">
                <a:latin typeface="+mn-lt"/>
              </a:rPr>
              <a:t>Version Control System (Git)</a:t>
            </a:r>
            <a:endParaRPr lang="en-IN" sz="1200" dirty="0" err="1">
              <a:latin typeface="+mn-lt"/>
            </a:endParaRPr>
          </a:p>
        </p:txBody>
      </p:sp>
      <p:sp>
        <p:nvSpPr>
          <p:cNvPr id="12" name="TextBox 11">
            <a:extLst>
              <a:ext uri="{FF2B5EF4-FFF2-40B4-BE49-F238E27FC236}">
                <a16:creationId xmlns:a16="http://schemas.microsoft.com/office/drawing/2014/main" id="{B7193011-8B29-0F48-5FD2-5487D47872CD}"/>
              </a:ext>
            </a:extLst>
          </p:cNvPr>
          <p:cNvSpPr txBox="1"/>
          <p:nvPr/>
        </p:nvSpPr>
        <p:spPr bwMode="ltGray">
          <a:xfrm>
            <a:off x="3373040" y="2011828"/>
            <a:ext cx="715155"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Review</a:t>
            </a:r>
            <a:endParaRPr lang="en-IN" sz="1200" dirty="0" err="1">
              <a:latin typeface="+mn-lt"/>
            </a:endParaRPr>
          </a:p>
        </p:txBody>
      </p:sp>
      <p:sp>
        <p:nvSpPr>
          <p:cNvPr id="13" name="TextBox 12">
            <a:extLst>
              <a:ext uri="{FF2B5EF4-FFF2-40B4-BE49-F238E27FC236}">
                <a16:creationId xmlns:a16="http://schemas.microsoft.com/office/drawing/2014/main" id="{4E2774E4-7742-A3EA-A277-5109C0ADDCA7}"/>
              </a:ext>
            </a:extLst>
          </p:cNvPr>
          <p:cNvSpPr txBox="1"/>
          <p:nvPr/>
        </p:nvSpPr>
        <p:spPr bwMode="ltGray">
          <a:xfrm>
            <a:off x="4904139" y="2019833"/>
            <a:ext cx="567679"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Build</a:t>
            </a:r>
            <a:endParaRPr lang="en-IN" sz="1200" dirty="0" err="1">
              <a:latin typeface="+mn-lt"/>
            </a:endParaRPr>
          </a:p>
        </p:txBody>
      </p:sp>
      <p:sp>
        <p:nvSpPr>
          <p:cNvPr id="14" name="TextBox 13">
            <a:extLst>
              <a:ext uri="{FF2B5EF4-FFF2-40B4-BE49-F238E27FC236}">
                <a16:creationId xmlns:a16="http://schemas.microsoft.com/office/drawing/2014/main" id="{FAAB76EC-6142-59EC-AD3C-D5256DA54D2E}"/>
              </a:ext>
            </a:extLst>
          </p:cNvPr>
          <p:cNvSpPr txBox="1"/>
          <p:nvPr/>
        </p:nvSpPr>
        <p:spPr bwMode="ltGray">
          <a:xfrm>
            <a:off x="6263533" y="2019833"/>
            <a:ext cx="700728"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Deploy</a:t>
            </a:r>
            <a:endParaRPr lang="en-IN" sz="1200" dirty="0" err="1">
              <a:latin typeface="+mn-lt"/>
            </a:endParaRPr>
          </a:p>
        </p:txBody>
      </p:sp>
      <p:sp>
        <p:nvSpPr>
          <p:cNvPr id="15" name="TextBox 14">
            <a:extLst>
              <a:ext uri="{FF2B5EF4-FFF2-40B4-BE49-F238E27FC236}">
                <a16:creationId xmlns:a16="http://schemas.microsoft.com/office/drawing/2014/main" id="{39F6B52D-2B72-0BFB-B3F0-FDAFBC8634C3}"/>
              </a:ext>
            </a:extLst>
          </p:cNvPr>
          <p:cNvSpPr txBox="1"/>
          <p:nvPr/>
        </p:nvSpPr>
        <p:spPr bwMode="ltGray">
          <a:xfrm>
            <a:off x="3217332" y="3310404"/>
            <a:ext cx="960414"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AWS Build</a:t>
            </a:r>
            <a:endParaRPr lang="en-IN" sz="1200" dirty="0" err="1">
              <a:latin typeface="+mn-lt"/>
            </a:endParaRPr>
          </a:p>
        </p:txBody>
      </p:sp>
      <p:sp>
        <p:nvSpPr>
          <p:cNvPr id="16" name="TextBox 15">
            <a:extLst>
              <a:ext uri="{FF2B5EF4-FFF2-40B4-BE49-F238E27FC236}">
                <a16:creationId xmlns:a16="http://schemas.microsoft.com/office/drawing/2014/main" id="{C96B66EF-9847-842D-B18B-5437867A0A6A}"/>
              </a:ext>
            </a:extLst>
          </p:cNvPr>
          <p:cNvSpPr txBox="1"/>
          <p:nvPr/>
        </p:nvSpPr>
        <p:spPr bwMode="ltGray">
          <a:xfrm>
            <a:off x="4574790" y="3310405"/>
            <a:ext cx="960414"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AWS Build</a:t>
            </a:r>
            <a:endParaRPr lang="en-IN" sz="1200" dirty="0" err="1">
              <a:latin typeface="+mn-lt"/>
            </a:endParaRPr>
          </a:p>
        </p:txBody>
      </p:sp>
      <p:sp>
        <p:nvSpPr>
          <p:cNvPr id="17" name="TextBox 16">
            <a:extLst>
              <a:ext uri="{FF2B5EF4-FFF2-40B4-BE49-F238E27FC236}">
                <a16:creationId xmlns:a16="http://schemas.microsoft.com/office/drawing/2014/main" id="{D8D7FCF8-1000-0315-2156-CF4C6C1F85DA}"/>
              </a:ext>
            </a:extLst>
          </p:cNvPr>
          <p:cNvSpPr txBox="1"/>
          <p:nvPr/>
        </p:nvSpPr>
        <p:spPr bwMode="ltGray">
          <a:xfrm>
            <a:off x="5896128" y="3310405"/>
            <a:ext cx="1093464"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AWS Deploy</a:t>
            </a:r>
            <a:endParaRPr lang="en-IN" sz="1200" dirty="0" err="1">
              <a:latin typeface="+mn-lt"/>
            </a:endParaRPr>
          </a:p>
        </p:txBody>
      </p:sp>
      <p:pic>
        <p:nvPicPr>
          <p:cNvPr id="2056" name="Picture 8" descr="6 Things to know about AWS Elastic Beanstalk - Foghorn Consulting">
            <a:extLst>
              <a:ext uri="{FF2B5EF4-FFF2-40B4-BE49-F238E27FC236}">
                <a16:creationId xmlns:a16="http://schemas.microsoft.com/office/drawing/2014/main" id="{8F7283F4-7FD7-2C4B-6843-20D2026EE35F}"/>
              </a:ext>
            </a:extLst>
          </p:cNvPr>
          <p:cNvPicPr>
            <a:picLocks noChangeAspect="1" noChangeArrowheads="1"/>
          </p:cNvPicPr>
          <p:nvPr/>
        </p:nvPicPr>
        <p:blipFill>
          <a:blip r:embed="rId6" cstate="screen">
            <a:extLst>
              <a:ext uri="{28A0092B-C50C-407E-A947-70E740481C1C}">
                <a14:useLocalDpi xmlns:a14="http://schemas.microsoft.com/office/drawing/2010/main" val="0"/>
              </a:ext>
            </a:extLst>
          </a:blip>
          <a:srcRect/>
          <a:stretch>
            <a:fillRect/>
          </a:stretch>
        </p:blipFill>
        <p:spPr bwMode="auto">
          <a:xfrm>
            <a:off x="8069108" y="2362210"/>
            <a:ext cx="900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mage result for aws s3 bucketicon">
            <a:extLst>
              <a:ext uri="{FF2B5EF4-FFF2-40B4-BE49-F238E27FC236}">
                <a16:creationId xmlns:a16="http://schemas.microsoft.com/office/drawing/2014/main" id="{CBF473AB-C884-D8CA-EDD5-3D6B5896DA59}"/>
              </a:ext>
            </a:extLst>
          </p:cNvPr>
          <p:cNvPicPr>
            <a:picLocks noChangeAspect="1" noChangeArrowheads="1"/>
          </p:cNvPicPr>
          <p:nvPr/>
        </p:nvPicPr>
        <p:blipFill>
          <a:blip r:embed="rId7" cstate="screen">
            <a:extLst>
              <a:ext uri="{28A0092B-C50C-407E-A947-70E740481C1C}">
                <a14:useLocalDpi xmlns:a14="http://schemas.microsoft.com/office/drawing/2010/main" val="0"/>
              </a:ext>
            </a:extLst>
          </a:blip>
          <a:srcRect/>
          <a:stretch>
            <a:fillRect/>
          </a:stretch>
        </p:blipFill>
        <p:spPr bwMode="auto">
          <a:xfrm>
            <a:off x="5438172" y="4064210"/>
            <a:ext cx="835000" cy="90000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quot;amazon prime&quot; Icon - Download for free – Iconduck">
            <a:extLst>
              <a:ext uri="{FF2B5EF4-FFF2-40B4-BE49-F238E27FC236}">
                <a16:creationId xmlns:a16="http://schemas.microsoft.com/office/drawing/2014/main" id="{20D67E75-3B4A-445E-3FBC-F198A9FC8BF0}"/>
              </a:ext>
            </a:extLst>
          </p:cNvPr>
          <p:cNvPicPr>
            <a:picLocks noChangeAspect="1" noChangeArrowheads="1"/>
          </p:cNvPicPr>
          <p:nvPr/>
        </p:nvPicPr>
        <p:blipFill>
          <a:blip r:embed="rId8" cstate="screen">
            <a:extLst>
              <a:ext uri="{28A0092B-C50C-407E-A947-70E740481C1C}">
                <a14:useLocalDpi xmlns:a14="http://schemas.microsoft.com/office/drawing/2010/main" val="0"/>
              </a:ext>
            </a:extLst>
          </a:blip>
          <a:srcRect/>
          <a:stretch>
            <a:fillRect/>
          </a:stretch>
        </p:blipFill>
        <p:spPr bwMode="auto">
          <a:xfrm>
            <a:off x="8139563" y="4067917"/>
            <a:ext cx="638438" cy="720000"/>
          </a:xfrm>
          <a:prstGeom prst="rect">
            <a:avLst/>
          </a:prstGeom>
          <a:noFill/>
          <a:extLst>
            <a:ext uri="{909E8E84-426E-40DD-AFC4-6F175D3DCCD1}">
              <a14:hiddenFill xmlns:a14="http://schemas.microsoft.com/office/drawing/2010/main">
                <a:solidFill>
                  <a:srgbClr val="FFFFFF"/>
                </a:solidFill>
              </a14:hiddenFill>
            </a:ext>
          </a:extLst>
        </p:spPr>
      </p:pic>
      <p:sp>
        <p:nvSpPr>
          <p:cNvPr id="18" name="Arrow: Striped Right 17">
            <a:extLst>
              <a:ext uri="{FF2B5EF4-FFF2-40B4-BE49-F238E27FC236}">
                <a16:creationId xmlns:a16="http://schemas.microsoft.com/office/drawing/2014/main" id="{13FDC37B-3B2F-713B-2241-12AB1CAE0C11}"/>
              </a:ext>
            </a:extLst>
          </p:cNvPr>
          <p:cNvSpPr/>
          <p:nvPr/>
        </p:nvSpPr>
        <p:spPr bwMode="auto">
          <a:xfrm>
            <a:off x="4191230" y="2674900"/>
            <a:ext cx="580359" cy="262647"/>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19" name="Arrow: Striped Right 18">
            <a:extLst>
              <a:ext uri="{FF2B5EF4-FFF2-40B4-BE49-F238E27FC236}">
                <a16:creationId xmlns:a16="http://schemas.microsoft.com/office/drawing/2014/main" id="{44C4D892-EE5A-8062-BA88-678F7EFCD5FF}"/>
              </a:ext>
            </a:extLst>
          </p:cNvPr>
          <p:cNvSpPr/>
          <p:nvPr/>
        </p:nvSpPr>
        <p:spPr bwMode="auto">
          <a:xfrm>
            <a:off x="5572927" y="2674900"/>
            <a:ext cx="580359" cy="262647"/>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0" name="Arrow: Striped Right 19">
            <a:extLst>
              <a:ext uri="{FF2B5EF4-FFF2-40B4-BE49-F238E27FC236}">
                <a16:creationId xmlns:a16="http://schemas.microsoft.com/office/drawing/2014/main" id="{E1764AE9-DFD5-8748-18A0-5C1B5479AB36}"/>
              </a:ext>
            </a:extLst>
          </p:cNvPr>
          <p:cNvSpPr/>
          <p:nvPr/>
        </p:nvSpPr>
        <p:spPr bwMode="auto">
          <a:xfrm>
            <a:off x="7363583" y="2662480"/>
            <a:ext cx="580359" cy="262647"/>
          </a:xfrm>
          <a:prstGeom prst="stripedRight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1" name="Arrow: Up-Down 20">
            <a:extLst>
              <a:ext uri="{FF2B5EF4-FFF2-40B4-BE49-F238E27FC236}">
                <a16:creationId xmlns:a16="http://schemas.microsoft.com/office/drawing/2014/main" id="{B9B25403-CA5A-3ACC-659F-179EDD36FC20}"/>
              </a:ext>
            </a:extLst>
          </p:cNvPr>
          <p:cNvSpPr/>
          <p:nvPr/>
        </p:nvSpPr>
        <p:spPr bwMode="auto">
          <a:xfrm>
            <a:off x="1941062" y="3329082"/>
            <a:ext cx="154622" cy="519309"/>
          </a:xfrm>
          <a:prstGeom prst="upDown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2" name="Arrow: Up-Down 21">
            <a:extLst>
              <a:ext uri="{FF2B5EF4-FFF2-40B4-BE49-F238E27FC236}">
                <a16:creationId xmlns:a16="http://schemas.microsoft.com/office/drawing/2014/main" id="{7AC8CD94-F6CF-9EBD-22C7-88C15C4E5057}"/>
              </a:ext>
            </a:extLst>
          </p:cNvPr>
          <p:cNvSpPr/>
          <p:nvPr/>
        </p:nvSpPr>
        <p:spPr bwMode="auto">
          <a:xfrm rot="1684069">
            <a:off x="6156245" y="3588680"/>
            <a:ext cx="154622" cy="519309"/>
          </a:xfrm>
          <a:prstGeom prst="upDown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3" name="Arrow: Up-Down 22">
            <a:extLst>
              <a:ext uri="{FF2B5EF4-FFF2-40B4-BE49-F238E27FC236}">
                <a16:creationId xmlns:a16="http://schemas.microsoft.com/office/drawing/2014/main" id="{4274B06B-F4A2-8BDD-FFE2-751DA714C2E6}"/>
              </a:ext>
            </a:extLst>
          </p:cNvPr>
          <p:cNvSpPr/>
          <p:nvPr/>
        </p:nvSpPr>
        <p:spPr bwMode="auto">
          <a:xfrm rot="19701724">
            <a:off x="5442772" y="3603147"/>
            <a:ext cx="154622" cy="519309"/>
          </a:xfrm>
          <a:prstGeom prst="upDown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4" name="Arrow: Up-Down 23">
            <a:extLst>
              <a:ext uri="{FF2B5EF4-FFF2-40B4-BE49-F238E27FC236}">
                <a16:creationId xmlns:a16="http://schemas.microsoft.com/office/drawing/2014/main" id="{6432329F-013C-0499-C40F-B2370A80445E}"/>
              </a:ext>
            </a:extLst>
          </p:cNvPr>
          <p:cNvSpPr/>
          <p:nvPr/>
        </p:nvSpPr>
        <p:spPr bwMode="auto">
          <a:xfrm>
            <a:off x="8304211" y="3405409"/>
            <a:ext cx="154622" cy="519309"/>
          </a:xfrm>
          <a:prstGeom prst="upDownArrow">
            <a:avLst/>
          </a:prstGeom>
          <a:solidFill>
            <a:schemeClr val="accent1"/>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en-IN" dirty="0" err="1">
              <a:solidFill>
                <a:srgbClr val="FFFFFF"/>
              </a:solidFill>
              <a:latin typeface="+mn-lt"/>
            </a:endParaRPr>
          </a:p>
        </p:txBody>
      </p:sp>
      <p:sp>
        <p:nvSpPr>
          <p:cNvPr id="25" name="TextBox 24">
            <a:extLst>
              <a:ext uri="{FF2B5EF4-FFF2-40B4-BE49-F238E27FC236}">
                <a16:creationId xmlns:a16="http://schemas.microsoft.com/office/drawing/2014/main" id="{A35FCD3B-AE94-2BBF-301F-57933C835C0C}"/>
              </a:ext>
            </a:extLst>
          </p:cNvPr>
          <p:cNvSpPr txBox="1"/>
          <p:nvPr/>
        </p:nvSpPr>
        <p:spPr bwMode="ltGray">
          <a:xfrm>
            <a:off x="7871821" y="4813674"/>
            <a:ext cx="1139951"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Amazon RDS</a:t>
            </a:r>
            <a:endParaRPr lang="en-IN" sz="1200" dirty="0" err="1">
              <a:latin typeface="+mn-lt"/>
            </a:endParaRPr>
          </a:p>
        </p:txBody>
      </p:sp>
      <p:sp>
        <p:nvSpPr>
          <p:cNvPr id="26" name="TextBox 25">
            <a:extLst>
              <a:ext uri="{FF2B5EF4-FFF2-40B4-BE49-F238E27FC236}">
                <a16:creationId xmlns:a16="http://schemas.microsoft.com/office/drawing/2014/main" id="{5313D800-94D9-CC76-13DC-9E4974B6FE24}"/>
              </a:ext>
            </a:extLst>
          </p:cNvPr>
          <p:cNvSpPr txBox="1"/>
          <p:nvPr/>
        </p:nvSpPr>
        <p:spPr bwMode="ltGray">
          <a:xfrm>
            <a:off x="5398353" y="4926609"/>
            <a:ext cx="925148"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S3 Bucket</a:t>
            </a:r>
            <a:endParaRPr lang="en-IN" sz="1200" dirty="0" err="1">
              <a:latin typeface="+mn-lt"/>
            </a:endParaRPr>
          </a:p>
        </p:txBody>
      </p:sp>
      <p:sp>
        <p:nvSpPr>
          <p:cNvPr id="4" name="TextBox 3">
            <a:extLst>
              <a:ext uri="{FF2B5EF4-FFF2-40B4-BE49-F238E27FC236}">
                <a16:creationId xmlns:a16="http://schemas.microsoft.com/office/drawing/2014/main" id="{CCC8529D-28F9-0650-E63D-F3476B64816C}"/>
              </a:ext>
            </a:extLst>
          </p:cNvPr>
          <p:cNvSpPr txBox="1"/>
          <p:nvPr/>
        </p:nvSpPr>
        <p:spPr bwMode="ltGray">
          <a:xfrm>
            <a:off x="4599568" y="1559148"/>
            <a:ext cx="1176820" cy="286565"/>
          </a:xfrm>
          <a:prstGeom prst="rect">
            <a:avLst/>
          </a:prstGeom>
          <a:noFill/>
          <a:ln w="6350">
            <a:noFill/>
            <a:miter lim="800000"/>
            <a:headEnd/>
            <a:tailEnd/>
          </a:ln>
        </p:spPr>
        <p:txBody>
          <a:bodyPr wrap="none" lIns="100913" tIns="50457" rIns="100913" bIns="50457" rtlCol="0" anchor="t" anchorCtr="0">
            <a:spAutoFit/>
          </a:bodyPr>
          <a:lstStyle/>
          <a:p>
            <a:pPr eaLnBrk="0" hangingPunct="0"/>
            <a:r>
              <a:rPr lang="en-US" sz="1200" dirty="0">
                <a:latin typeface="+mn-lt"/>
              </a:rPr>
              <a:t>Code Pipeline</a:t>
            </a:r>
            <a:endParaRPr lang="en-IN" sz="1200" dirty="0" err="1">
              <a:latin typeface="+mn-lt"/>
            </a:endParaRPr>
          </a:p>
        </p:txBody>
      </p:sp>
      <p:sp>
        <p:nvSpPr>
          <p:cNvPr id="8" name="TextBox 7">
            <a:extLst>
              <a:ext uri="{FF2B5EF4-FFF2-40B4-BE49-F238E27FC236}">
                <a16:creationId xmlns:a16="http://schemas.microsoft.com/office/drawing/2014/main" id="{BC6FFF01-7DF2-61BC-1666-8EF052BC726E}"/>
              </a:ext>
            </a:extLst>
          </p:cNvPr>
          <p:cNvSpPr txBox="1"/>
          <p:nvPr/>
        </p:nvSpPr>
        <p:spPr bwMode="ltGray">
          <a:xfrm>
            <a:off x="4455268" y="6505204"/>
            <a:ext cx="5276955" cy="263482"/>
          </a:xfrm>
          <a:prstGeom prst="rect">
            <a:avLst/>
          </a:prstGeom>
          <a:noFill/>
          <a:ln w="6350">
            <a:noFill/>
            <a:miter lim="800000"/>
            <a:headEnd/>
            <a:tailEnd/>
          </a:ln>
        </p:spPr>
        <p:txBody>
          <a:bodyPr wrap="square" lIns="100913" tIns="50457" rIns="100913" bIns="50457" rtlCol="0" anchor="t" anchorCtr="0">
            <a:spAutoFit/>
          </a:bodyPr>
          <a:lstStyle/>
          <a:p>
            <a:pPr eaLnBrk="0" hangingPunct="0"/>
            <a:r>
              <a:rPr lang="en-US" sz="1050" dirty="0">
                <a:latin typeface="+mn-lt"/>
              </a:rPr>
              <a:t>*Amazon RDS has 6 database engines. Here we are referring to </a:t>
            </a:r>
            <a:r>
              <a:rPr lang="en-US" sz="1050" dirty="0" err="1">
                <a:latin typeface="+mn-lt"/>
              </a:rPr>
              <a:t>PostgresSQL</a:t>
            </a:r>
            <a:endParaRPr lang="en-IN" sz="1050" dirty="0" err="1">
              <a:latin typeface="+mn-lt"/>
            </a:endParaRPr>
          </a:p>
        </p:txBody>
      </p:sp>
      <p:sp>
        <p:nvSpPr>
          <p:cNvPr id="27" name="TextBox 26">
            <a:extLst>
              <a:ext uri="{FF2B5EF4-FFF2-40B4-BE49-F238E27FC236}">
                <a16:creationId xmlns:a16="http://schemas.microsoft.com/office/drawing/2014/main" id="{200C124B-1384-4441-0D1E-E93ED3D1D943}"/>
              </a:ext>
            </a:extLst>
          </p:cNvPr>
          <p:cNvSpPr txBox="1"/>
          <p:nvPr/>
        </p:nvSpPr>
        <p:spPr bwMode="ltGray">
          <a:xfrm>
            <a:off x="8588405" y="3006476"/>
            <a:ext cx="715959" cy="417370"/>
          </a:xfrm>
          <a:prstGeom prst="rect">
            <a:avLst/>
          </a:prstGeom>
          <a:noFill/>
          <a:ln w="6350">
            <a:noFill/>
            <a:miter lim="800000"/>
            <a:headEnd/>
            <a:tailEnd/>
          </a:ln>
        </p:spPr>
        <p:txBody>
          <a:bodyPr wrap="square" lIns="100913" tIns="50457" rIns="100913" bIns="50457" rtlCol="0" anchor="t" anchorCtr="0">
            <a:spAutoFit/>
          </a:bodyPr>
          <a:lstStyle/>
          <a:p>
            <a:pPr eaLnBrk="0" hangingPunct="0"/>
            <a:r>
              <a:rPr lang="en-US" sz="1000" dirty="0">
                <a:latin typeface="+mn-lt"/>
              </a:rPr>
              <a:t>Only for WebApp</a:t>
            </a:r>
            <a:endParaRPr lang="en-IN" sz="1000" dirty="0" err="1">
              <a:latin typeface="+mn-lt"/>
            </a:endParaRPr>
          </a:p>
        </p:txBody>
      </p:sp>
    </p:spTree>
    <p:extLst>
      <p:ext uri="{BB962C8B-B14F-4D97-AF65-F5344CB8AC3E}">
        <p14:creationId xmlns:p14="http://schemas.microsoft.com/office/powerpoint/2010/main" val="365816793"/>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F6090D-01AB-C8B5-4A89-26210BF92F3C}"/>
              </a:ext>
            </a:extLst>
          </p:cNvPr>
          <p:cNvSpPr>
            <a:spLocks noGrp="1"/>
          </p:cNvSpPr>
          <p:nvPr>
            <p:ph sz="quarter" idx="10"/>
          </p:nvPr>
        </p:nvSpPr>
        <p:spPr/>
        <p:txBody>
          <a:bodyPr/>
          <a:lstStyle/>
          <a:p>
            <a:r>
              <a:rPr lang="en-US" dirty="0"/>
              <a:t>Q&amp;A</a:t>
            </a:r>
            <a:endParaRPr lang="en-IN" dirty="0"/>
          </a:p>
        </p:txBody>
      </p:sp>
      <p:sp>
        <p:nvSpPr>
          <p:cNvPr id="3" name="Slide Number Placeholder 2">
            <a:extLst>
              <a:ext uri="{FF2B5EF4-FFF2-40B4-BE49-F238E27FC236}">
                <a16:creationId xmlns:a16="http://schemas.microsoft.com/office/drawing/2014/main" id="{FA10796D-A9BA-FE5C-9A25-E80B7F8D853E}"/>
              </a:ext>
            </a:extLst>
          </p:cNvPr>
          <p:cNvSpPr>
            <a:spLocks noGrp="1"/>
          </p:cNvSpPr>
          <p:nvPr>
            <p:ph type="sldNum" sz="quarter" idx="4"/>
          </p:nvPr>
        </p:nvSpPr>
        <p:spPr/>
        <p:txBody>
          <a:bodyPr/>
          <a:lstStyle/>
          <a:p>
            <a:fld id="{D71DA9FD-6EF8-4CC5-AF9B-B6159B5B937C}" type="slidenum">
              <a:rPr lang="en-GB" noProof="1" smtClean="0"/>
              <a:pPr/>
              <a:t>14</a:t>
            </a:fld>
            <a:endParaRPr lang="en-GB" noProof="1"/>
          </a:p>
        </p:txBody>
      </p:sp>
      <p:sp>
        <p:nvSpPr>
          <p:cNvPr id="4" name="Footer Placeholder 3">
            <a:extLst>
              <a:ext uri="{FF2B5EF4-FFF2-40B4-BE49-F238E27FC236}">
                <a16:creationId xmlns:a16="http://schemas.microsoft.com/office/drawing/2014/main" id="{69FD6A92-E620-EA15-0511-D29A8BA2803E}"/>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5" name="Title 4">
            <a:extLst>
              <a:ext uri="{FF2B5EF4-FFF2-40B4-BE49-F238E27FC236}">
                <a16:creationId xmlns:a16="http://schemas.microsoft.com/office/drawing/2014/main" id="{8CD83D34-0D4A-7EC1-E576-31A12D940A9B}"/>
              </a:ext>
            </a:extLst>
          </p:cNvPr>
          <p:cNvSpPr>
            <a:spLocks noGrp="1"/>
          </p:cNvSpPr>
          <p:nvPr>
            <p:ph type="title"/>
          </p:nvPr>
        </p:nvSpPr>
        <p:spPr/>
        <p:txBody>
          <a:bodyPr/>
          <a:lstStyle/>
          <a:p>
            <a:r>
              <a:rPr lang="en-US" dirty="0"/>
              <a:t>Thank you.</a:t>
            </a:r>
            <a:endParaRPr lang="en-IN" dirty="0"/>
          </a:p>
        </p:txBody>
      </p:sp>
    </p:spTree>
    <p:extLst>
      <p:ext uri="{BB962C8B-B14F-4D97-AF65-F5344CB8AC3E}">
        <p14:creationId xmlns:p14="http://schemas.microsoft.com/office/powerpoint/2010/main" val="524308933"/>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platzhalter 7">
            <a:extLst>
              <a:ext uri="{FF2B5EF4-FFF2-40B4-BE49-F238E27FC236}">
                <a16:creationId xmlns:a16="http://schemas.microsoft.com/office/drawing/2014/main" id="{D491D0B5-3B8C-74E3-6F69-0BA924855A2C}"/>
              </a:ext>
            </a:extLst>
          </p:cNvPr>
          <p:cNvSpPr>
            <a:spLocks noGrp="1"/>
          </p:cNvSpPr>
          <p:nvPr>
            <p:ph type="body" sz="quarter" idx="11"/>
          </p:nvPr>
        </p:nvSpPr>
        <p:spPr>
          <a:xfrm>
            <a:off x="947738" y="2195065"/>
            <a:ext cx="7559675" cy="1707966"/>
          </a:xfrm>
        </p:spPr>
        <p:txBody>
          <a:bodyPr/>
          <a:lstStyle/>
          <a:p>
            <a:r>
              <a:rPr lang="en-GB" dirty="0"/>
              <a:t>PowerPoint template</a:t>
            </a:r>
          </a:p>
        </p:txBody>
      </p:sp>
      <p:sp>
        <p:nvSpPr>
          <p:cNvPr id="6" name="Textplatzhalter 5">
            <a:extLst>
              <a:ext uri="{FF2B5EF4-FFF2-40B4-BE49-F238E27FC236}">
                <a16:creationId xmlns:a16="http://schemas.microsoft.com/office/drawing/2014/main" id="{FD186113-C121-1E64-7082-36DAC777501A}"/>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7" name="Textplatzhalter 6">
            <a:extLst>
              <a:ext uri="{FF2B5EF4-FFF2-40B4-BE49-F238E27FC236}">
                <a16:creationId xmlns:a16="http://schemas.microsoft.com/office/drawing/2014/main" id="{298A0183-E99A-6EDA-E0ED-B818A71AFD89}"/>
              </a:ext>
            </a:extLst>
          </p:cNvPr>
          <p:cNvSpPr>
            <a:spLocks noGrp="1"/>
          </p:cNvSpPr>
          <p:nvPr>
            <p:ph type="body" sz="quarter" idx="10"/>
          </p:nvPr>
        </p:nvSpPr>
        <p:spPr>
          <a:xfrm>
            <a:off x="947738" y="3903030"/>
            <a:ext cx="7559675" cy="2212019"/>
          </a:xfrm>
        </p:spPr>
        <p:txBody>
          <a:bodyPr/>
          <a:lstStyle/>
          <a:p>
            <a:r>
              <a:rPr lang="en-GB" dirty="0"/>
              <a:t>Frankfurt am Main</a:t>
            </a:r>
          </a:p>
        </p:txBody>
      </p:sp>
    </p:spTree>
    <p:extLst>
      <p:ext uri="{BB962C8B-B14F-4D97-AF65-F5344CB8AC3E}">
        <p14:creationId xmlns:p14="http://schemas.microsoft.com/office/powerpoint/2010/main" val="2085621505"/>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05DDF4F-4D7D-C5EF-D1B6-43FAC2DEB25F}"/>
              </a:ext>
            </a:extLst>
          </p:cNvPr>
          <p:cNvSpPr>
            <a:spLocks noGrp="1"/>
          </p:cNvSpPr>
          <p:nvPr>
            <p:ph type="body" sz="quarter" idx="11"/>
          </p:nvPr>
        </p:nvSpPr>
        <p:spPr/>
        <p:txBody>
          <a:bodyPr/>
          <a:lstStyle/>
          <a:p>
            <a:r>
              <a:rPr lang="de-DE" dirty="0"/>
              <a:t>PowerPoint </a:t>
            </a:r>
            <a:r>
              <a:rPr lang="de-DE" dirty="0" err="1"/>
              <a:t>template</a:t>
            </a:r>
            <a:endParaRPr lang="de-DE" dirty="0"/>
          </a:p>
        </p:txBody>
      </p:sp>
      <p:sp>
        <p:nvSpPr>
          <p:cNvPr id="11" name="Text Placeholder 10">
            <a:extLst>
              <a:ext uri="{FF2B5EF4-FFF2-40B4-BE49-F238E27FC236}">
                <a16:creationId xmlns:a16="http://schemas.microsoft.com/office/drawing/2014/main" id="{FD30F1E9-0FB1-2C80-627C-53917BFE3716}"/>
              </a:ext>
            </a:extLst>
          </p:cNvPr>
          <p:cNvSpPr>
            <a:spLocks noGrp="1"/>
          </p:cNvSpPr>
          <p:nvPr>
            <p:ph type="body" sz="quarter" idx="13"/>
          </p:nvPr>
        </p:nvSpPr>
        <p:spPr/>
        <p:txBody>
          <a:bodyPr/>
          <a:lstStyle/>
          <a:p>
            <a:r>
              <a:rPr lang="de-DE" dirty="0"/>
              <a:t>8 May 2024, Speaker </a:t>
            </a:r>
            <a:r>
              <a:rPr lang="de-DE" dirty="0" err="1"/>
              <a:t>name</a:t>
            </a:r>
            <a:endParaRPr lang="de-DE" dirty="0"/>
          </a:p>
        </p:txBody>
      </p:sp>
      <p:sp>
        <p:nvSpPr>
          <p:cNvPr id="13" name="Text Placeholder 12">
            <a:extLst>
              <a:ext uri="{FF2B5EF4-FFF2-40B4-BE49-F238E27FC236}">
                <a16:creationId xmlns:a16="http://schemas.microsoft.com/office/drawing/2014/main" id="{D5108DE9-2D53-5CDD-A9EF-EF3ACC02EC3E}"/>
              </a:ext>
            </a:extLst>
          </p:cNvPr>
          <p:cNvSpPr>
            <a:spLocks noGrp="1"/>
          </p:cNvSpPr>
          <p:nvPr>
            <p:ph type="body" sz="quarter" idx="10"/>
          </p:nvPr>
        </p:nvSpPr>
        <p:spPr/>
        <p:txBody>
          <a:bodyPr/>
          <a:lstStyle/>
          <a:p>
            <a:r>
              <a:rPr lang="de-DE" dirty="0"/>
              <a:t>Frankfurt am Main</a:t>
            </a:r>
          </a:p>
        </p:txBody>
      </p:sp>
    </p:spTree>
    <p:extLst>
      <p:ext uri="{BB962C8B-B14F-4D97-AF65-F5344CB8AC3E}">
        <p14:creationId xmlns:p14="http://schemas.microsoft.com/office/powerpoint/2010/main" val="3590035369"/>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FA41197F-177C-EAA4-2E8B-E9F36139617F}"/>
              </a:ext>
            </a:extLst>
          </p:cNvPr>
          <p:cNvSpPr>
            <a:spLocks noGrp="1"/>
          </p:cNvSpPr>
          <p:nvPr>
            <p:ph type="body" sz="quarter" idx="11"/>
          </p:nvPr>
        </p:nvSpPr>
        <p:spPr>
          <a:xfrm>
            <a:off x="947738" y="2195513"/>
            <a:ext cx="7559675" cy="1708150"/>
          </a:xfrm>
        </p:spPr>
        <p:txBody>
          <a:bodyPr/>
          <a:lstStyle/>
          <a:p>
            <a:r>
              <a:rPr lang="en-GB" dirty="0"/>
              <a:t>PowerPoint template</a:t>
            </a:r>
          </a:p>
        </p:txBody>
      </p:sp>
      <p:sp>
        <p:nvSpPr>
          <p:cNvPr id="4" name="Textplatzhalter 6">
            <a:extLst>
              <a:ext uri="{FF2B5EF4-FFF2-40B4-BE49-F238E27FC236}">
                <a16:creationId xmlns:a16="http://schemas.microsoft.com/office/drawing/2014/main" id="{C268B676-1542-7390-7EBD-E9AC9FB992CB}"/>
              </a:ext>
            </a:extLst>
          </p:cNvPr>
          <p:cNvSpPr>
            <a:spLocks noGrp="1"/>
          </p:cNvSpPr>
          <p:nvPr>
            <p:ph type="body" sz="quarter" idx="13"/>
          </p:nvPr>
        </p:nvSpPr>
        <p:spPr>
          <a:xfrm>
            <a:off x="947738" y="6115050"/>
            <a:ext cx="7559675" cy="490538"/>
          </a:xfrm>
        </p:spPr>
        <p:txBody>
          <a:bodyPr/>
          <a:lstStyle/>
          <a:p>
            <a:r>
              <a:rPr lang="en-US" dirty="0"/>
              <a:t>8 May 2024, Speaker name</a:t>
            </a:r>
          </a:p>
        </p:txBody>
      </p:sp>
      <p:sp>
        <p:nvSpPr>
          <p:cNvPr id="2" name="Textplatzhalter 7">
            <a:extLst>
              <a:ext uri="{FF2B5EF4-FFF2-40B4-BE49-F238E27FC236}">
                <a16:creationId xmlns:a16="http://schemas.microsoft.com/office/drawing/2014/main" id="{B60559FA-424D-A14A-5A8D-63AD3ACB66DF}"/>
              </a:ext>
            </a:extLst>
          </p:cNvPr>
          <p:cNvSpPr>
            <a:spLocks noGrp="1"/>
          </p:cNvSpPr>
          <p:nvPr>
            <p:ph type="body" sz="quarter" idx="10"/>
          </p:nvPr>
        </p:nvSpPr>
        <p:spPr>
          <a:xfrm>
            <a:off x="947738" y="3903663"/>
            <a:ext cx="7559675" cy="2211387"/>
          </a:xfrm>
        </p:spPr>
        <p:txBody>
          <a:bodyPr/>
          <a:lstStyle/>
          <a:p>
            <a:r>
              <a:rPr lang="de-DE" dirty="0"/>
              <a:t>Frankfurt am Main</a:t>
            </a:r>
            <a:endParaRPr lang="en-GB" dirty="0"/>
          </a:p>
        </p:txBody>
      </p:sp>
    </p:spTree>
    <p:extLst>
      <p:ext uri="{BB962C8B-B14F-4D97-AF65-F5344CB8AC3E}">
        <p14:creationId xmlns:p14="http://schemas.microsoft.com/office/powerpoint/2010/main" val="1130027934"/>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FA41197F-177C-EAA4-2E8B-E9F36139617F}"/>
              </a:ext>
            </a:extLst>
          </p:cNvPr>
          <p:cNvSpPr>
            <a:spLocks noGrp="1"/>
          </p:cNvSpPr>
          <p:nvPr>
            <p:ph type="body" sz="quarter" idx="11"/>
          </p:nvPr>
        </p:nvSpPr>
        <p:spPr>
          <a:xfrm>
            <a:off x="947738" y="2195065"/>
            <a:ext cx="7559675" cy="1707966"/>
          </a:xfrm>
        </p:spPr>
        <p:txBody>
          <a:bodyPr/>
          <a:lstStyle/>
          <a:p>
            <a:r>
              <a:rPr lang="en-US" dirty="0"/>
              <a:t>PowerPoint template</a:t>
            </a:r>
            <a:endParaRPr lang="en-GB" dirty="0"/>
          </a:p>
        </p:txBody>
      </p:sp>
      <p:sp>
        <p:nvSpPr>
          <p:cNvPr id="4" name="Textplatzhalter 6">
            <a:extLst>
              <a:ext uri="{FF2B5EF4-FFF2-40B4-BE49-F238E27FC236}">
                <a16:creationId xmlns:a16="http://schemas.microsoft.com/office/drawing/2014/main" id="{C268B676-1542-7390-7EBD-E9AC9FB992CB}"/>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2" name="Textplatzhalter 7">
            <a:extLst>
              <a:ext uri="{FF2B5EF4-FFF2-40B4-BE49-F238E27FC236}">
                <a16:creationId xmlns:a16="http://schemas.microsoft.com/office/drawing/2014/main" id="{B60559FA-424D-A14A-5A8D-63AD3ACB66DF}"/>
              </a:ext>
            </a:extLst>
          </p:cNvPr>
          <p:cNvSpPr>
            <a:spLocks noGrp="1"/>
          </p:cNvSpPr>
          <p:nvPr>
            <p:ph type="body" sz="quarter" idx="10"/>
          </p:nvPr>
        </p:nvSpPr>
        <p:spPr>
          <a:xfrm>
            <a:off x="947738" y="3903030"/>
            <a:ext cx="7559675" cy="2212019"/>
          </a:xfrm>
        </p:spPr>
        <p:txBody>
          <a:bodyPr/>
          <a:lstStyle/>
          <a:p>
            <a:r>
              <a:rPr lang="en-GB" dirty="0"/>
              <a:t>Frankfurt am Main</a:t>
            </a:r>
          </a:p>
        </p:txBody>
      </p:sp>
    </p:spTree>
    <p:extLst>
      <p:ext uri="{BB962C8B-B14F-4D97-AF65-F5344CB8AC3E}">
        <p14:creationId xmlns:p14="http://schemas.microsoft.com/office/powerpoint/2010/main" val="176481977"/>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FA41197F-177C-EAA4-2E8B-E9F36139617F}"/>
              </a:ext>
            </a:extLst>
          </p:cNvPr>
          <p:cNvSpPr>
            <a:spLocks noGrp="1"/>
          </p:cNvSpPr>
          <p:nvPr>
            <p:ph type="body" sz="quarter" idx="11"/>
          </p:nvPr>
        </p:nvSpPr>
        <p:spPr>
          <a:xfrm>
            <a:off x="947738" y="2195513"/>
            <a:ext cx="7559675" cy="1708150"/>
          </a:xfrm>
        </p:spPr>
        <p:txBody>
          <a:bodyPr/>
          <a:lstStyle/>
          <a:p>
            <a:r>
              <a:rPr lang="en-GB" dirty="0"/>
              <a:t>PowerPoint template</a:t>
            </a:r>
          </a:p>
        </p:txBody>
      </p:sp>
      <p:sp>
        <p:nvSpPr>
          <p:cNvPr id="4" name="Textplatzhalter 6">
            <a:extLst>
              <a:ext uri="{FF2B5EF4-FFF2-40B4-BE49-F238E27FC236}">
                <a16:creationId xmlns:a16="http://schemas.microsoft.com/office/drawing/2014/main" id="{C268B676-1542-7390-7EBD-E9AC9FB992CB}"/>
              </a:ext>
            </a:extLst>
          </p:cNvPr>
          <p:cNvSpPr>
            <a:spLocks noGrp="1"/>
          </p:cNvSpPr>
          <p:nvPr>
            <p:ph type="body" sz="quarter" idx="13"/>
          </p:nvPr>
        </p:nvSpPr>
        <p:spPr>
          <a:xfrm>
            <a:off x="947738" y="6115050"/>
            <a:ext cx="7559675" cy="490538"/>
          </a:xfrm>
        </p:spPr>
        <p:txBody>
          <a:bodyPr/>
          <a:lstStyle/>
          <a:p>
            <a:r>
              <a:rPr lang="en-US" dirty="0"/>
              <a:t>8 May 2024, Speaker name</a:t>
            </a:r>
          </a:p>
        </p:txBody>
      </p:sp>
      <p:sp>
        <p:nvSpPr>
          <p:cNvPr id="2" name="Textplatzhalter 7">
            <a:extLst>
              <a:ext uri="{FF2B5EF4-FFF2-40B4-BE49-F238E27FC236}">
                <a16:creationId xmlns:a16="http://schemas.microsoft.com/office/drawing/2014/main" id="{B60559FA-424D-A14A-5A8D-63AD3ACB66DF}"/>
              </a:ext>
            </a:extLst>
          </p:cNvPr>
          <p:cNvSpPr>
            <a:spLocks noGrp="1"/>
          </p:cNvSpPr>
          <p:nvPr>
            <p:ph type="body" sz="quarter" idx="10"/>
          </p:nvPr>
        </p:nvSpPr>
        <p:spPr>
          <a:xfrm>
            <a:off x="947738" y="3903663"/>
            <a:ext cx="7559675" cy="2211387"/>
          </a:xfrm>
        </p:spPr>
        <p:txBody>
          <a:bodyPr/>
          <a:lstStyle/>
          <a:p>
            <a:r>
              <a:rPr lang="en-GB" dirty="0"/>
              <a:t>Frankfurt am Main</a:t>
            </a:r>
          </a:p>
        </p:txBody>
      </p:sp>
    </p:spTree>
    <p:extLst>
      <p:ext uri="{BB962C8B-B14F-4D97-AF65-F5344CB8AC3E}">
        <p14:creationId xmlns:p14="http://schemas.microsoft.com/office/powerpoint/2010/main" val="3225726796"/>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59FEB5CD-13EE-ECB6-41D2-0EE74FC0D792}"/>
              </a:ext>
            </a:extLst>
          </p:cNvPr>
          <p:cNvSpPr>
            <a:spLocks noGrp="1"/>
          </p:cNvSpPr>
          <p:nvPr>
            <p:ph type="body" sz="quarter" idx="11"/>
          </p:nvPr>
        </p:nvSpPr>
        <p:spPr>
          <a:xfrm>
            <a:off x="947738" y="2195065"/>
            <a:ext cx="7559675" cy="1707966"/>
          </a:xfrm>
        </p:spPr>
        <p:txBody>
          <a:bodyPr/>
          <a:lstStyle/>
          <a:p>
            <a:r>
              <a:rPr lang="en-GB" dirty="0"/>
              <a:t>PowerPoint template</a:t>
            </a:r>
          </a:p>
        </p:txBody>
      </p:sp>
      <p:sp>
        <p:nvSpPr>
          <p:cNvPr id="4" name="Textplatzhalter 6">
            <a:extLst>
              <a:ext uri="{FF2B5EF4-FFF2-40B4-BE49-F238E27FC236}">
                <a16:creationId xmlns:a16="http://schemas.microsoft.com/office/drawing/2014/main" id="{880A1AF2-F0C4-2D95-D1AF-21AE604A4B44}"/>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2" name="Textplatzhalter 7">
            <a:extLst>
              <a:ext uri="{FF2B5EF4-FFF2-40B4-BE49-F238E27FC236}">
                <a16:creationId xmlns:a16="http://schemas.microsoft.com/office/drawing/2014/main" id="{5A394401-A1F4-4698-A7D2-89F950FB1765}"/>
              </a:ext>
            </a:extLst>
          </p:cNvPr>
          <p:cNvSpPr>
            <a:spLocks noGrp="1"/>
          </p:cNvSpPr>
          <p:nvPr>
            <p:ph type="body" sz="quarter" idx="10"/>
          </p:nvPr>
        </p:nvSpPr>
        <p:spPr>
          <a:xfrm>
            <a:off x="947738" y="3903030"/>
            <a:ext cx="7559675" cy="2212019"/>
          </a:xfrm>
        </p:spPr>
        <p:txBody>
          <a:bodyPr/>
          <a:lstStyle/>
          <a:p>
            <a:r>
              <a:rPr lang="en-GB" dirty="0"/>
              <a:t>Frankfurt am Main</a:t>
            </a:r>
          </a:p>
        </p:txBody>
      </p:sp>
    </p:spTree>
    <p:extLst>
      <p:ext uri="{BB962C8B-B14F-4D97-AF65-F5344CB8AC3E}">
        <p14:creationId xmlns:p14="http://schemas.microsoft.com/office/powerpoint/2010/main" val="4096562169"/>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5">
            <a:extLst>
              <a:ext uri="{FF2B5EF4-FFF2-40B4-BE49-F238E27FC236}">
                <a16:creationId xmlns:a16="http://schemas.microsoft.com/office/drawing/2014/main" id="{BA4CBA6C-5276-7AF9-74AC-3E94F3DFE095}"/>
              </a:ext>
            </a:extLst>
          </p:cNvPr>
          <p:cNvSpPr>
            <a:spLocks noGrp="1"/>
          </p:cNvSpPr>
          <p:nvPr>
            <p:ph type="body" sz="quarter" idx="11"/>
          </p:nvPr>
        </p:nvSpPr>
        <p:spPr>
          <a:xfrm>
            <a:off x="947738" y="2195065"/>
            <a:ext cx="7559675" cy="1707966"/>
          </a:xfrm>
        </p:spPr>
        <p:txBody>
          <a:bodyPr/>
          <a:lstStyle/>
          <a:p>
            <a:r>
              <a:rPr lang="en-GB" dirty="0"/>
              <a:t>PowerPoint template</a:t>
            </a:r>
          </a:p>
        </p:txBody>
      </p:sp>
      <p:sp>
        <p:nvSpPr>
          <p:cNvPr id="4" name="Textplatzhalter 6">
            <a:extLst>
              <a:ext uri="{FF2B5EF4-FFF2-40B4-BE49-F238E27FC236}">
                <a16:creationId xmlns:a16="http://schemas.microsoft.com/office/drawing/2014/main" id="{BE9D0169-662D-1082-F4D7-F7678243FE08}"/>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2" name="Textplatzhalter 7">
            <a:extLst>
              <a:ext uri="{FF2B5EF4-FFF2-40B4-BE49-F238E27FC236}">
                <a16:creationId xmlns:a16="http://schemas.microsoft.com/office/drawing/2014/main" id="{8467CFD9-6B40-2254-26FB-7D167CE99241}"/>
              </a:ext>
            </a:extLst>
          </p:cNvPr>
          <p:cNvSpPr>
            <a:spLocks noGrp="1"/>
          </p:cNvSpPr>
          <p:nvPr>
            <p:ph type="body" sz="quarter" idx="10"/>
          </p:nvPr>
        </p:nvSpPr>
        <p:spPr>
          <a:xfrm>
            <a:off x="947738" y="3903030"/>
            <a:ext cx="7559675" cy="2212019"/>
          </a:xfrm>
        </p:spPr>
        <p:txBody>
          <a:bodyPr/>
          <a:lstStyle/>
          <a:p>
            <a:r>
              <a:rPr lang="en-GB" dirty="0"/>
              <a:t>Frankfurt am Main</a:t>
            </a:r>
          </a:p>
        </p:txBody>
      </p:sp>
    </p:spTree>
    <p:extLst>
      <p:ext uri="{BB962C8B-B14F-4D97-AF65-F5344CB8AC3E}">
        <p14:creationId xmlns:p14="http://schemas.microsoft.com/office/powerpoint/2010/main" val="2441112353"/>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7">
            <a:extLst>
              <a:ext uri="{FF2B5EF4-FFF2-40B4-BE49-F238E27FC236}">
                <a16:creationId xmlns:a16="http://schemas.microsoft.com/office/drawing/2014/main" id="{8467CFD9-6B40-2254-26FB-7D167CE99241}"/>
              </a:ext>
            </a:extLst>
          </p:cNvPr>
          <p:cNvSpPr>
            <a:spLocks noGrp="1"/>
          </p:cNvSpPr>
          <p:nvPr>
            <p:ph type="body" sz="quarter" idx="11"/>
          </p:nvPr>
        </p:nvSpPr>
        <p:spPr>
          <a:xfrm>
            <a:off x="947738" y="2195065"/>
            <a:ext cx="7559675" cy="1707966"/>
          </a:xfrm>
        </p:spPr>
        <p:txBody>
          <a:bodyPr/>
          <a:lstStyle/>
          <a:p>
            <a:r>
              <a:rPr lang="en-GB" dirty="0"/>
              <a:t>PowerPoint template</a:t>
            </a:r>
          </a:p>
        </p:txBody>
      </p:sp>
      <p:sp>
        <p:nvSpPr>
          <p:cNvPr id="3" name="Textplatzhalter 5">
            <a:extLst>
              <a:ext uri="{FF2B5EF4-FFF2-40B4-BE49-F238E27FC236}">
                <a16:creationId xmlns:a16="http://schemas.microsoft.com/office/drawing/2014/main" id="{BA4CBA6C-5276-7AF9-74AC-3E94F3DFE095}"/>
              </a:ext>
            </a:extLst>
          </p:cNvPr>
          <p:cNvSpPr>
            <a:spLocks noGrp="1"/>
          </p:cNvSpPr>
          <p:nvPr>
            <p:ph type="body" sz="quarter" idx="13"/>
          </p:nvPr>
        </p:nvSpPr>
        <p:spPr>
          <a:xfrm>
            <a:off x="947738" y="6115050"/>
            <a:ext cx="7559675" cy="491231"/>
          </a:xfrm>
        </p:spPr>
        <p:txBody>
          <a:bodyPr/>
          <a:lstStyle/>
          <a:p>
            <a:r>
              <a:rPr lang="en-US" dirty="0"/>
              <a:t>8 May 2024, Speaker name</a:t>
            </a:r>
            <a:endParaRPr lang="en-GB" dirty="0"/>
          </a:p>
        </p:txBody>
      </p:sp>
      <p:sp>
        <p:nvSpPr>
          <p:cNvPr id="4" name="Textplatzhalter 6">
            <a:extLst>
              <a:ext uri="{FF2B5EF4-FFF2-40B4-BE49-F238E27FC236}">
                <a16:creationId xmlns:a16="http://schemas.microsoft.com/office/drawing/2014/main" id="{BE9D0169-662D-1082-F4D7-F7678243FE08}"/>
              </a:ext>
            </a:extLst>
          </p:cNvPr>
          <p:cNvSpPr>
            <a:spLocks noGrp="1"/>
          </p:cNvSpPr>
          <p:nvPr>
            <p:ph type="body" sz="quarter" idx="10"/>
          </p:nvPr>
        </p:nvSpPr>
        <p:spPr>
          <a:xfrm>
            <a:off x="947738" y="3903030"/>
            <a:ext cx="7559675" cy="2212019"/>
          </a:xfrm>
        </p:spPr>
        <p:txBody>
          <a:bodyPr/>
          <a:lstStyle/>
          <a:p>
            <a:r>
              <a:rPr lang="en-GB" dirty="0"/>
              <a:t>Frankfurt am Main, May 2024</a:t>
            </a:r>
          </a:p>
        </p:txBody>
      </p:sp>
      <p:sp>
        <p:nvSpPr>
          <p:cNvPr id="5" name="Textfeld 1">
            <a:extLst>
              <a:ext uri="{FF2B5EF4-FFF2-40B4-BE49-F238E27FC236}">
                <a16:creationId xmlns:a16="http://schemas.microsoft.com/office/drawing/2014/main" id="{C2F86EB9-E1CB-DEF7-0E87-1AC714B891F3}"/>
              </a:ext>
            </a:extLst>
          </p:cNvPr>
          <p:cNvSpPr txBox="1"/>
          <p:nvPr/>
        </p:nvSpPr>
        <p:spPr>
          <a:xfrm>
            <a:off x="8600377" y="5468719"/>
            <a:ext cx="1480247" cy="507831"/>
          </a:xfrm>
          <a:prstGeom prst="rect">
            <a:avLst/>
          </a:prstGeom>
          <a:solidFill>
            <a:srgbClr val="FF0027"/>
          </a:solidFill>
          <a:ln>
            <a:solidFill>
              <a:srgbClr val="FF0027"/>
            </a:solidFill>
          </a:ln>
        </p:spPr>
        <p:txBody>
          <a:bodyPr wrap="square">
            <a:spAutoFit/>
          </a:bodyPr>
          <a:lstStyle/>
          <a:p>
            <a:r>
              <a:rPr lang="en-US" sz="900" dirty="0">
                <a:solidFill>
                  <a:schemeClr val="bg1"/>
                </a:solidFill>
              </a:rPr>
              <a:t>Use this </a:t>
            </a:r>
            <a:r>
              <a:rPr lang="en-US" sz="900" dirty="0" err="1">
                <a:solidFill>
                  <a:schemeClr val="bg1"/>
                </a:solidFill>
              </a:rPr>
              <a:t>light-coloured</a:t>
            </a:r>
            <a:r>
              <a:rPr lang="en-US" sz="900" dirty="0">
                <a:solidFill>
                  <a:schemeClr val="bg1"/>
                </a:solidFill>
              </a:rPr>
              <a:t> cover template to save on toner when printing.</a:t>
            </a:r>
            <a:endParaRPr lang="en-GB" sz="900" dirty="0">
              <a:solidFill>
                <a:schemeClr val="bg1"/>
              </a:solidFill>
            </a:endParaRPr>
          </a:p>
        </p:txBody>
      </p:sp>
    </p:spTree>
    <p:extLst>
      <p:ext uri="{BB962C8B-B14F-4D97-AF65-F5344CB8AC3E}">
        <p14:creationId xmlns:p14="http://schemas.microsoft.com/office/powerpoint/2010/main" val="1374367093"/>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3C3BD30F-C6C8-BB8D-DA2C-7D3333BA0C21}"/>
              </a:ext>
            </a:extLst>
          </p:cNvPr>
          <p:cNvSpPr>
            <a:spLocks noGrp="1"/>
          </p:cNvSpPr>
          <p:nvPr>
            <p:ph type="body" sz="quarter" idx="23"/>
          </p:nvPr>
        </p:nvSpPr>
        <p:spPr>
          <a:xfrm>
            <a:off x="360363" y="1079500"/>
            <a:ext cx="9359900" cy="3777934"/>
          </a:xfrm>
        </p:spPr>
        <p:txBody>
          <a:bodyPr/>
          <a:lstStyle/>
          <a:p>
            <a:r>
              <a:rPr lang="en-GB" dirty="0"/>
              <a:t>Chapter title in Deutsche Bank Text</a:t>
            </a:r>
          </a:p>
          <a:p>
            <a:pPr lvl="1"/>
            <a:r>
              <a:rPr lang="en-GB" dirty="0"/>
              <a:t>1.1	Sub-point	02–10</a:t>
            </a:r>
          </a:p>
          <a:p>
            <a:pPr lvl="1"/>
            <a:r>
              <a:rPr lang="en-GB" dirty="0"/>
              <a:t>1.2	Second sub-point	11–14</a:t>
            </a:r>
          </a:p>
          <a:p>
            <a:r>
              <a:rPr lang="en-GB" dirty="0"/>
              <a:t>Chapter title in Deutsche Bank Text </a:t>
            </a:r>
          </a:p>
          <a:p>
            <a:pPr lvl="1"/>
            <a:r>
              <a:rPr lang="en-GB" dirty="0"/>
              <a:t>2.2	Sub-point	15–20</a:t>
            </a:r>
          </a:p>
          <a:p>
            <a:pPr lvl="1"/>
            <a:r>
              <a:rPr lang="en-GB" dirty="0"/>
              <a:t>2.2	Second sub-point	21–25</a:t>
            </a:r>
          </a:p>
          <a:p>
            <a:r>
              <a:rPr lang="en-GB" dirty="0"/>
              <a:t>Chapter title in Deutsche Bank Text</a:t>
            </a:r>
          </a:p>
          <a:p>
            <a:pPr lvl="1"/>
            <a:r>
              <a:rPr lang="en-GB" dirty="0"/>
              <a:t>3.1	Sub-point	26–28</a:t>
            </a:r>
          </a:p>
          <a:p>
            <a:pPr lvl="1"/>
            <a:r>
              <a:rPr lang="en-GB" dirty="0"/>
              <a:t>3.2	Second sub-point	29–34</a:t>
            </a:r>
          </a:p>
          <a:p>
            <a:r>
              <a:rPr lang="en-GB" dirty="0"/>
              <a:t>Chapter title in Deutsche Bank Text</a:t>
            </a:r>
          </a:p>
          <a:p>
            <a:pPr lvl="1"/>
            <a:r>
              <a:rPr lang="en-GB" dirty="0"/>
              <a:t>4.1	Sub-point	35–40</a:t>
            </a:r>
          </a:p>
          <a:p>
            <a:pPr lvl="1"/>
            <a:r>
              <a:rPr lang="en-GB" dirty="0"/>
              <a:t>4.2	Second sub-point	41–50</a:t>
            </a:r>
          </a:p>
          <a:p>
            <a:pPr lvl="1"/>
            <a:endParaRPr lang="en-GB" dirty="0"/>
          </a:p>
          <a:p>
            <a:pPr lvl="1"/>
            <a:endParaRPr lang="en-GB" dirty="0"/>
          </a:p>
          <a:p>
            <a:r>
              <a:rPr lang="en-GB" dirty="0"/>
              <a:t>Chapter title in Deutsche Bank Text</a:t>
            </a:r>
          </a:p>
          <a:p>
            <a:pPr lvl="1"/>
            <a:r>
              <a:rPr lang="en-GB" dirty="0"/>
              <a:t>1.1	Sub-point	51–54</a:t>
            </a:r>
          </a:p>
          <a:p>
            <a:pPr lvl="1"/>
            <a:r>
              <a:rPr lang="en-GB" dirty="0"/>
              <a:t>1.2	Second sub-point	55–58</a:t>
            </a:r>
          </a:p>
          <a:p>
            <a:r>
              <a:rPr lang="en-GB" dirty="0"/>
              <a:t>Chapter title in Deutsche Bank Text </a:t>
            </a:r>
          </a:p>
          <a:p>
            <a:pPr lvl="1"/>
            <a:r>
              <a:rPr lang="en-GB" dirty="0"/>
              <a:t>2.2	Sub-point	59–64</a:t>
            </a:r>
          </a:p>
          <a:p>
            <a:pPr lvl="1"/>
            <a:r>
              <a:rPr lang="en-GB" dirty="0"/>
              <a:t>2.2	Second sub-point	65–75</a:t>
            </a:r>
          </a:p>
          <a:p>
            <a:r>
              <a:rPr lang="en-GB" dirty="0"/>
              <a:t>Chapter title in Deutsche Bank Text</a:t>
            </a:r>
          </a:p>
          <a:p>
            <a:pPr lvl="1"/>
            <a:r>
              <a:rPr lang="en-GB" dirty="0"/>
              <a:t>3.1	Sub-point	76–80</a:t>
            </a:r>
          </a:p>
          <a:p>
            <a:pPr lvl="1"/>
            <a:r>
              <a:rPr lang="en-GB" dirty="0"/>
              <a:t>3.2	Second sub-point	81–84</a:t>
            </a:r>
          </a:p>
          <a:p>
            <a:r>
              <a:rPr lang="en-GB" dirty="0"/>
              <a:t>Chapter title in Deutsche Bank Text</a:t>
            </a:r>
          </a:p>
          <a:p>
            <a:pPr lvl="1"/>
            <a:r>
              <a:rPr lang="en-GB" dirty="0"/>
              <a:t>4.1	Sub-point	85–90</a:t>
            </a:r>
          </a:p>
          <a:p>
            <a:pPr lvl="1"/>
            <a:r>
              <a:rPr lang="en-GB" dirty="0"/>
              <a:t>4.2	Second sub-point	91–99</a:t>
            </a:r>
          </a:p>
          <a:p>
            <a:endParaRPr lang="en-GB" dirty="0"/>
          </a:p>
        </p:txBody>
      </p:sp>
      <p:sp>
        <p:nvSpPr>
          <p:cNvPr id="8" name="Titel 7">
            <a:extLst>
              <a:ext uri="{FF2B5EF4-FFF2-40B4-BE49-F238E27FC236}">
                <a16:creationId xmlns:a16="http://schemas.microsoft.com/office/drawing/2014/main" id="{2016589A-7661-E224-1AEA-DD9FF6409581}"/>
              </a:ext>
            </a:extLst>
          </p:cNvPr>
          <p:cNvSpPr>
            <a:spLocks noGrp="1"/>
          </p:cNvSpPr>
          <p:nvPr>
            <p:ph type="title"/>
          </p:nvPr>
        </p:nvSpPr>
        <p:spPr>
          <a:xfrm>
            <a:off x="340044" y="340043"/>
            <a:ext cx="8661082" cy="560071"/>
          </a:xfrm>
        </p:spPr>
        <p:txBody>
          <a:bodyPr/>
          <a:lstStyle/>
          <a:p>
            <a:r>
              <a:rPr lang="en-GB" dirty="0"/>
              <a:t>Content title in Deutsche Bank Text 16pt</a:t>
            </a:r>
          </a:p>
        </p:txBody>
      </p:sp>
      <p:sp>
        <p:nvSpPr>
          <p:cNvPr id="3" name="Foliennummernplatzhalter 3">
            <a:extLst>
              <a:ext uri="{FF2B5EF4-FFF2-40B4-BE49-F238E27FC236}">
                <a16:creationId xmlns:a16="http://schemas.microsoft.com/office/drawing/2014/main" id="{7DF49E4E-D9F0-25F4-1FB3-56117D969357}"/>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23</a:t>
            </a:fld>
            <a:endParaRPr lang="en-GB" noProof="1"/>
          </a:p>
        </p:txBody>
      </p:sp>
      <p:sp>
        <p:nvSpPr>
          <p:cNvPr id="2" name="Fußzeilenplatzhalter 2">
            <a:extLst>
              <a:ext uri="{FF2B5EF4-FFF2-40B4-BE49-F238E27FC236}">
                <a16:creationId xmlns:a16="http://schemas.microsoft.com/office/drawing/2014/main" id="{13BC398C-E1DE-DA5A-A967-C4CF796CF9CC}"/>
              </a:ext>
            </a:extLst>
          </p:cNvPr>
          <p:cNvSpPr>
            <a:spLocks noGrp="1"/>
          </p:cNvSpPr>
          <p:nvPr>
            <p:ph type="ftr" sz="quarter" idx="3"/>
          </p:nvPr>
        </p:nvSpPr>
        <p:spPr>
          <a:xfrm>
            <a:off x="2548625" y="7201442"/>
            <a:ext cx="4937081" cy="179412"/>
          </a:xfrm>
        </p:spPr>
        <p:txBody>
          <a:bodyPr/>
          <a:lstStyle/>
          <a:p>
            <a:r>
              <a:rPr lang="en-GB" dirty="0"/>
              <a:t>Speaker name. Name of event or project. Date</a:t>
            </a:r>
          </a:p>
        </p:txBody>
      </p:sp>
    </p:spTree>
    <p:extLst>
      <p:ext uri="{BB962C8B-B14F-4D97-AF65-F5344CB8AC3E}">
        <p14:creationId xmlns:p14="http://schemas.microsoft.com/office/powerpoint/2010/main" val="874444674"/>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3C3BD30F-C6C8-BB8D-DA2C-7D3333BA0C21}"/>
              </a:ext>
            </a:extLst>
          </p:cNvPr>
          <p:cNvSpPr>
            <a:spLocks noGrp="1"/>
          </p:cNvSpPr>
          <p:nvPr>
            <p:ph type="body" sz="quarter" idx="23"/>
          </p:nvPr>
        </p:nvSpPr>
        <p:spPr>
          <a:xfrm>
            <a:off x="360363" y="1079500"/>
            <a:ext cx="9359900" cy="3472292"/>
          </a:xfrm>
        </p:spPr>
        <p:txBody>
          <a:bodyPr/>
          <a:lstStyle/>
          <a:p>
            <a:r>
              <a:rPr lang="en-GB" dirty="0"/>
              <a:t>Chapter title in Deutsche Bank Text</a:t>
            </a:r>
          </a:p>
          <a:p>
            <a:pPr lvl="1"/>
            <a:r>
              <a:rPr lang="en-GB" dirty="0"/>
              <a:t>1.1	Sub-point	02–10</a:t>
            </a:r>
          </a:p>
          <a:p>
            <a:pPr lvl="1"/>
            <a:r>
              <a:rPr lang="en-GB" dirty="0"/>
              <a:t>1.2	Second sub-point	11–14</a:t>
            </a:r>
          </a:p>
          <a:p>
            <a:r>
              <a:rPr lang="en-GB" dirty="0"/>
              <a:t>Chapter title in Deutsche Bank Text </a:t>
            </a:r>
          </a:p>
          <a:p>
            <a:pPr lvl="1"/>
            <a:r>
              <a:rPr lang="en-GB" dirty="0"/>
              <a:t>2.2	Sub-point	15–20</a:t>
            </a:r>
          </a:p>
          <a:p>
            <a:pPr lvl="1"/>
            <a:r>
              <a:rPr lang="en-GB" dirty="0"/>
              <a:t>2.2	Second sub-point	21–25</a:t>
            </a:r>
          </a:p>
          <a:p>
            <a:r>
              <a:rPr lang="en-GB" dirty="0"/>
              <a:t>Chapter title in Deutsche Bank Text</a:t>
            </a:r>
          </a:p>
          <a:p>
            <a:pPr lvl="1"/>
            <a:r>
              <a:rPr lang="en-GB" dirty="0"/>
              <a:t>3.1	Sub-point	26–28</a:t>
            </a:r>
          </a:p>
          <a:p>
            <a:pPr lvl="1"/>
            <a:r>
              <a:rPr lang="en-GB" dirty="0"/>
              <a:t>3.2	Second sub-point	29–34</a:t>
            </a:r>
          </a:p>
          <a:p>
            <a:r>
              <a:rPr lang="en-GB" dirty="0"/>
              <a:t>Chapter title in Deutsche Bank Text</a:t>
            </a:r>
          </a:p>
          <a:p>
            <a:pPr lvl="1"/>
            <a:r>
              <a:rPr lang="en-GB" dirty="0"/>
              <a:t>4.1	Sub-point	35–40</a:t>
            </a:r>
          </a:p>
          <a:p>
            <a:pPr lvl="1"/>
            <a:r>
              <a:rPr lang="en-GB" dirty="0"/>
              <a:t>4.2	Second sub-point	41–50</a:t>
            </a:r>
          </a:p>
          <a:p>
            <a:pPr lvl="1"/>
            <a:endParaRPr lang="en-GB" dirty="0"/>
          </a:p>
          <a:p>
            <a:pPr lvl="1"/>
            <a:endParaRPr lang="en-GB" dirty="0"/>
          </a:p>
          <a:p>
            <a:r>
              <a:rPr lang="en-GB" dirty="0"/>
              <a:t>Chapter title in Deutsche Bank Text</a:t>
            </a:r>
          </a:p>
          <a:p>
            <a:pPr lvl="1"/>
            <a:r>
              <a:rPr lang="en-GB" dirty="0"/>
              <a:t>1.1	Sub-point	51–54</a:t>
            </a:r>
          </a:p>
          <a:p>
            <a:pPr lvl="1"/>
            <a:r>
              <a:rPr lang="en-GB" dirty="0"/>
              <a:t>1.2	Second sub-point	55–58</a:t>
            </a:r>
          </a:p>
          <a:p>
            <a:r>
              <a:rPr lang="en-GB" dirty="0"/>
              <a:t>Chapter title in Deutsche Bank Text </a:t>
            </a:r>
          </a:p>
          <a:p>
            <a:pPr lvl="1"/>
            <a:r>
              <a:rPr lang="en-GB" dirty="0"/>
              <a:t>2.2	Sub-point	59–64</a:t>
            </a:r>
          </a:p>
          <a:p>
            <a:pPr lvl="1"/>
            <a:r>
              <a:rPr lang="en-GB" dirty="0"/>
              <a:t>2.2	Second sub-point	65–75</a:t>
            </a:r>
          </a:p>
          <a:p>
            <a:r>
              <a:rPr lang="en-GB" dirty="0"/>
              <a:t>Chapter title in Deutsche Bank Text</a:t>
            </a:r>
          </a:p>
          <a:p>
            <a:pPr lvl="1"/>
            <a:r>
              <a:rPr lang="en-GB" dirty="0"/>
              <a:t>3.1	Sub-point	76–80</a:t>
            </a:r>
          </a:p>
          <a:p>
            <a:pPr lvl="1"/>
            <a:r>
              <a:rPr lang="en-GB" dirty="0"/>
              <a:t>3.2	Second sub-point	81–84</a:t>
            </a:r>
          </a:p>
          <a:p>
            <a:r>
              <a:rPr lang="en-GB" dirty="0"/>
              <a:t>Chapter title in Deutsche Bank Text</a:t>
            </a:r>
          </a:p>
          <a:p>
            <a:pPr lvl="1"/>
            <a:r>
              <a:rPr lang="en-GB" dirty="0"/>
              <a:t>4.1	Sub-point	85–90</a:t>
            </a:r>
          </a:p>
          <a:p>
            <a:pPr lvl="1"/>
            <a:r>
              <a:rPr lang="en-GB" dirty="0"/>
              <a:t>4.2	Second sub-point	91–99</a:t>
            </a:r>
          </a:p>
          <a:p>
            <a:endParaRPr lang="en-GB" dirty="0"/>
          </a:p>
        </p:txBody>
      </p:sp>
      <p:sp>
        <p:nvSpPr>
          <p:cNvPr id="4" name="Foliennummernplatzhalter 3">
            <a:extLst>
              <a:ext uri="{FF2B5EF4-FFF2-40B4-BE49-F238E27FC236}">
                <a16:creationId xmlns:a16="http://schemas.microsoft.com/office/drawing/2014/main" id="{62462D84-2859-386E-2BA0-93EE6D9C26B2}"/>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24</a:t>
            </a:fld>
            <a:endParaRPr lang="en-GB" noProof="1"/>
          </a:p>
        </p:txBody>
      </p:sp>
      <p:sp>
        <p:nvSpPr>
          <p:cNvPr id="3" name="Fußzeilenplatzhalter 2">
            <a:extLst>
              <a:ext uri="{FF2B5EF4-FFF2-40B4-BE49-F238E27FC236}">
                <a16:creationId xmlns:a16="http://schemas.microsoft.com/office/drawing/2014/main" id="{82CBAFFF-9382-5574-C568-243698F4BACC}"/>
              </a:ext>
            </a:extLst>
          </p:cNvPr>
          <p:cNvSpPr>
            <a:spLocks noGrp="1"/>
          </p:cNvSpPr>
          <p:nvPr>
            <p:ph type="ftr" sz="quarter" idx="3"/>
          </p:nvPr>
        </p:nvSpPr>
        <p:spPr>
          <a:xfrm>
            <a:off x="2548625" y="7201442"/>
            <a:ext cx="4937081" cy="179412"/>
          </a:xfrm>
        </p:spPr>
        <p:txBody>
          <a:bodyPr/>
          <a:lstStyle/>
          <a:p>
            <a:r>
              <a:rPr lang="en-GB" dirty="0"/>
              <a:t>Speaker name. Name of event or project. Date</a:t>
            </a:r>
          </a:p>
        </p:txBody>
      </p:sp>
      <p:sp>
        <p:nvSpPr>
          <p:cNvPr id="2" name="Titel 1">
            <a:extLst>
              <a:ext uri="{FF2B5EF4-FFF2-40B4-BE49-F238E27FC236}">
                <a16:creationId xmlns:a16="http://schemas.microsoft.com/office/drawing/2014/main" id="{AB8CB744-8A20-BBA2-61BF-EFD9D0F7560B}"/>
              </a:ext>
            </a:extLst>
          </p:cNvPr>
          <p:cNvSpPr>
            <a:spLocks noGrp="1"/>
          </p:cNvSpPr>
          <p:nvPr>
            <p:ph type="title"/>
          </p:nvPr>
        </p:nvSpPr>
        <p:spPr>
          <a:xfrm>
            <a:off x="340044" y="340043"/>
            <a:ext cx="8661082" cy="560071"/>
          </a:xfrm>
        </p:spPr>
        <p:txBody>
          <a:bodyPr/>
          <a:lstStyle/>
          <a:p>
            <a:r>
              <a:rPr lang="en-GB" dirty="0"/>
              <a:t>Content title in Deutsche Bank Text 16pt</a:t>
            </a:r>
          </a:p>
        </p:txBody>
      </p:sp>
    </p:spTree>
    <p:extLst>
      <p:ext uri="{BB962C8B-B14F-4D97-AF65-F5344CB8AC3E}">
        <p14:creationId xmlns:p14="http://schemas.microsoft.com/office/powerpoint/2010/main" val="1841901798"/>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3C3BD30F-C6C8-BB8D-DA2C-7D3333BA0C21}"/>
              </a:ext>
            </a:extLst>
          </p:cNvPr>
          <p:cNvSpPr>
            <a:spLocks noGrp="1"/>
          </p:cNvSpPr>
          <p:nvPr>
            <p:ph type="body" sz="quarter" idx="23"/>
          </p:nvPr>
        </p:nvSpPr>
        <p:spPr>
          <a:xfrm>
            <a:off x="360363" y="1079500"/>
            <a:ext cx="9348787" cy="3699669"/>
          </a:xfrm>
        </p:spPr>
        <p:txBody>
          <a:bodyPr/>
          <a:lstStyle/>
          <a:p>
            <a:r>
              <a:rPr lang="en-GB" dirty="0"/>
              <a:t>Chapter title in Deutsche Bank Text</a:t>
            </a:r>
          </a:p>
          <a:p>
            <a:pPr lvl="1"/>
            <a:r>
              <a:rPr lang="en-GB" dirty="0"/>
              <a:t>1.1	Sub-point	02–10</a:t>
            </a:r>
          </a:p>
          <a:p>
            <a:pPr lvl="1"/>
            <a:r>
              <a:rPr lang="en-GB" dirty="0"/>
              <a:t>1.2	Second sub-point	11–14</a:t>
            </a:r>
          </a:p>
          <a:p>
            <a:pPr lvl="1"/>
            <a:r>
              <a:rPr lang="en-GB" dirty="0">
                <a:solidFill>
                  <a:srgbClr val="00A3E0"/>
                </a:solidFill>
              </a:rPr>
              <a:t>________________________________________________________</a:t>
            </a:r>
          </a:p>
          <a:p>
            <a:r>
              <a:rPr lang="en-GB" dirty="0"/>
              <a:t>Chapter title in Deutsche Bank Text </a:t>
            </a:r>
          </a:p>
          <a:p>
            <a:pPr lvl="1"/>
            <a:r>
              <a:rPr lang="en-GB" dirty="0"/>
              <a:t>2.2	Sub-point	15–20</a:t>
            </a:r>
          </a:p>
          <a:p>
            <a:pPr lvl="1"/>
            <a:r>
              <a:rPr lang="en-GB" dirty="0"/>
              <a:t>2.2	Second sub-point	21–25</a:t>
            </a:r>
          </a:p>
          <a:p>
            <a:pPr lvl="1"/>
            <a:r>
              <a:rPr lang="en-GB" dirty="0">
                <a:solidFill>
                  <a:srgbClr val="00A3E0"/>
                </a:solidFill>
              </a:rPr>
              <a:t>________________________________________________________</a:t>
            </a:r>
          </a:p>
          <a:p>
            <a:r>
              <a:rPr lang="en-GB" dirty="0"/>
              <a:t>Chapter title in Deutsche Bank Text</a:t>
            </a:r>
          </a:p>
          <a:p>
            <a:pPr lvl="1"/>
            <a:r>
              <a:rPr lang="en-GB" dirty="0"/>
              <a:t>3.1	Sub-point	26–28</a:t>
            </a:r>
          </a:p>
          <a:p>
            <a:pPr lvl="1"/>
            <a:r>
              <a:rPr lang="en-GB" dirty="0"/>
              <a:t>3.2	Second sub-point	29–34</a:t>
            </a:r>
          </a:p>
          <a:p>
            <a:pPr lvl="1"/>
            <a:r>
              <a:rPr lang="en-GB" dirty="0">
                <a:solidFill>
                  <a:srgbClr val="00A3E0"/>
                </a:solidFill>
              </a:rPr>
              <a:t>________________________________________________________</a:t>
            </a:r>
          </a:p>
          <a:p>
            <a:r>
              <a:rPr lang="en-GB" dirty="0"/>
              <a:t>Chapter title in Deutsche Bank Text</a:t>
            </a:r>
          </a:p>
          <a:p>
            <a:pPr lvl="1"/>
            <a:r>
              <a:rPr lang="en-GB" dirty="0"/>
              <a:t>4.1	Sub-point	35–40</a:t>
            </a:r>
          </a:p>
          <a:p>
            <a:pPr lvl="1"/>
            <a:r>
              <a:rPr lang="en-GB" dirty="0"/>
              <a:t>4.2	Second sub-point	41–50</a:t>
            </a:r>
          </a:p>
          <a:p>
            <a:pPr lvl="1"/>
            <a:endParaRPr lang="en-GB" dirty="0"/>
          </a:p>
          <a:p>
            <a:r>
              <a:rPr lang="en-GB" dirty="0"/>
              <a:t>Chapter title in Deutsche Bank Text</a:t>
            </a:r>
          </a:p>
          <a:p>
            <a:pPr lvl="1"/>
            <a:r>
              <a:rPr lang="en-GB" dirty="0"/>
              <a:t>1.1	Sub-point	51–54</a:t>
            </a:r>
          </a:p>
          <a:p>
            <a:pPr lvl="1"/>
            <a:r>
              <a:rPr lang="en-GB" dirty="0"/>
              <a:t>1.2	Second sub-point	55–58</a:t>
            </a:r>
          </a:p>
          <a:p>
            <a:pPr lvl="1"/>
            <a:r>
              <a:rPr lang="en-GB" dirty="0">
                <a:solidFill>
                  <a:srgbClr val="00A3E0"/>
                </a:solidFill>
              </a:rPr>
              <a:t>________________________________________________________</a:t>
            </a:r>
          </a:p>
          <a:p>
            <a:r>
              <a:rPr lang="en-GB" dirty="0"/>
              <a:t>Chapter title in Deutsche Bank Text </a:t>
            </a:r>
          </a:p>
          <a:p>
            <a:pPr lvl="1"/>
            <a:r>
              <a:rPr lang="en-GB" dirty="0"/>
              <a:t>2.2	Sub-point	59–64</a:t>
            </a:r>
          </a:p>
          <a:p>
            <a:pPr lvl="1"/>
            <a:r>
              <a:rPr lang="en-GB" dirty="0"/>
              <a:t>2.2	Second sub-point	65–75</a:t>
            </a:r>
          </a:p>
          <a:p>
            <a:pPr lvl="1"/>
            <a:r>
              <a:rPr lang="en-GB" dirty="0">
                <a:solidFill>
                  <a:srgbClr val="00A3E0"/>
                </a:solidFill>
              </a:rPr>
              <a:t>________________________________________________________</a:t>
            </a:r>
          </a:p>
          <a:p>
            <a:r>
              <a:rPr lang="en-GB" dirty="0"/>
              <a:t>Chapter title in Deutsche Bank Text</a:t>
            </a:r>
          </a:p>
          <a:p>
            <a:pPr lvl="1"/>
            <a:r>
              <a:rPr lang="en-GB" dirty="0"/>
              <a:t>3.1	Sub-point	76–80</a:t>
            </a:r>
          </a:p>
          <a:p>
            <a:pPr lvl="1"/>
            <a:r>
              <a:rPr lang="en-GB" dirty="0"/>
              <a:t>3.2	Second sub-point	81–84</a:t>
            </a:r>
          </a:p>
          <a:p>
            <a:pPr lvl="1"/>
            <a:r>
              <a:rPr lang="en-GB" dirty="0">
                <a:solidFill>
                  <a:srgbClr val="00A3E0"/>
                </a:solidFill>
              </a:rPr>
              <a:t>________________________________________________________</a:t>
            </a:r>
          </a:p>
          <a:p>
            <a:r>
              <a:rPr lang="en-GB" dirty="0"/>
              <a:t>Chapter title in Deutsche Bank Text</a:t>
            </a:r>
          </a:p>
          <a:p>
            <a:pPr lvl="1"/>
            <a:r>
              <a:rPr lang="en-GB" dirty="0"/>
              <a:t>4.1	Sub-point	85–90</a:t>
            </a:r>
          </a:p>
          <a:p>
            <a:pPr lvl="1"/>
            <a:r>
              <a:rPr lang="en-GB" dirty="0"/>
              <a:t>4.2	Second sub-point	91–99</a:t>
            </a:r>
          </a:p>
          <a:p>
            <a:endParaRPr lang="en-GB" dirty="0"/>
          </a:p>
        </p:txBody>
      </p:sp>
      <p:sp>
        <p:nvSpPr>
          <p:cNvPr id="4" name="Foliennummernplatzhalter 3">
            <a:extLst>
              <a:ext uri="{FF2B5EF4-FFF2-40B4-BE49-F238E27FC236}">
                <a16:creationId xmlns:a16="http://schemas.microsoft.com/office/drawing/2014/main" id="{159A1E04-8A3A-E77A-993E-67C398A0FAA2}"/>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25</a:t>
            </a:fld>
            <a:endParaRPr lang="en-GB" noProof="1"/>
          </a:p>
        </p:txBody>
      </p:sp>
      <p:sp>
        <p:nvSpPr>
          <p:cNvPr id="2" name="Fußzeilenplatzhalter 1">
            <a:extLst>
              <a:ext uri="{FF2B5EF4-FFF2-40B4-BE49-F238E27FC236}">
                <a16:creationId xmlns:a16="http://schemas.microsoft.com/office/drawing/2014/main" id="{4DA68994-F930-D65C-7185-F088D2004F8F}"/>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3" name="Titel 2">
            <a:extLst>
              <a:ext uri="{FF2B5EF4-FFF2-40B4-BE49-F238E27FC236}">
                <a16:creationId xmlns:a16="http://schemas.microsoft.com/office/drawing/2014/main" id="{0D0FCF8D-191F-6414-D3C6-252EDD2CD6B2}"/>
              </a:ext>
            </a:extLst>
          </p:cNvPr>
          <p:cNvSpPr>
            <a:spLocks noGrp="1"/>
          </p:cNvSpPr>
          <p:nvPr>
            <p:ph type="title"/>
          </p:nvPr>
        </p:nvSpPr>
        <p:spPr>
          <a:xfrm>
            <a:off x="340044" y="340043"/>
            <a:ext cx="8661082" cy="560071"/>
          </a:xfrm>
        </p:spPr>
        <p:txBody>
          <a:bodyPr/>
          <a:lstStyle/>
          <a:p>
            <a:r>
              <a:rPr lang="en-GB" dirty="0"/>
              <a:t>Content title in Deutsche Bank Text 16pt</a:t>
            </a:r>
          </a:p>
        </p:txBody>
      </p:sp>
    </p:spTree>
    <p:extLst>
      <p:ext uri="{BB962C8B-B14F-4D97-AF65-F5344CB8AC3E}">
        <p14:creationId xmlns:p14="http://schemas.microsoft.com/office/powerpoint/2010/main" val="64412131"/>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0143DFF8-5417-FEA4-C6ED-79B0BA2CF441}"/>
              </a:ext>
            </a:extLst>
          </p:cNvPr>
          <p:cNvSpPr>
            <a:spLocks noGrp="1"/>
          </p:cNvSpPr>
          <p:nvPr>
            <p:ph sz="quarter" idx="10"/>
          </p:nvPr>
        </p:nvSpPr>
        <p:spPr>
          <a:xfrm>
            <a:off x="360000" y="1079500"/>
            <a:ext cx="4590000" cy="5761038"/>
          </a:xfrm>
        </p:spPr>
        <p:txBody>
          <a:bodyPr/>
          <a:lstStyle/>
          <a:p>
            <a:r>
              <a:rPr lang="en-GB" dirty="0"/>
              <a:t>Headline in Deutsche Bank Text 14pt</a:t>
            </a:r>
          </a:p>
          <a:p>
            <a:endParaRPr lang="en-GB"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endParaRPr lang="en-GB" dirty="0"/>
          </a:p>
        </p:txBody>
      </p:sp>
      <p:sp>
        <p:nvSpPr>
          <p:cNvPr id="8" name="Inhaltsplatzhalter 7">
            <a:extLst>
              <a:ext uri="{FF2B5EF4-FFF2-40B4-BE49-F238E27FC236}">
                <a16:creationId xmlns:a16="http://schemas.microsoft.com/office/drawing/2014/main" id="{8CC80A4F-03B6-6466-BDB0-E0BE60F444F2}"/>
              </a:ext>
            </a:extLst>
          </p:cNvPr>
          <p:cNvSpPr>
            <a:spLocks noGrp="1"/>
          </p:cNvSpPr>
          <p:nvPr>
            <p:ph sz="quarter" idx="11"/>
          </p:nvPr>
        </p:nvSpPr>
        <p:spPr>
          <a:xfrm>
            <a:off x="5130799" y="1079500"/>
            <a:ext cx="4590000" cy="5761038"/>
          </a:xfrm>
        </p:spPr>
        <p:txBody>
          <a:bodyPr/>
          <a:lstStyle/>
          <a:p>
            <a:r>
              <a:rPr lang="en-GB" dirty="0"/>
              <a:t>Headline in Deutsche Bank Text 14pt</a:t>
            </a:r>
          </a:p>
          <a:p>
            <a:endParaRPr lang="en-GB"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p:txBody>
      </p:sp>
      <p:sp>
        <p:nvSpPr>
          <p:cNvPr id="3" name="Foliennummernplatzhalter 2">
            <a:extLst>
              <a:ext uri="{FF2B5EF4-FFF2-40B4-BE49-F238E27FC236}">
                <a16:creationId xmlns:a16="http://schemas.microsoft.com/office/drawing/2014/main" id="{9E549A27-38C7-EC22-364D-1688695E8BB5}"/>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26</a:t>
            </a:fld>
            <a:endParaRPr lang="en-GB" noProof="1"/>
          </a:p>
        </p:txBody>
      </p:sp>
      <p:sp>
        <p:nvSpPr>
          <p:cNvPr id="5" name="Fußzeilenplatzhalter 4">
            <a:extLst>
              <a:ext uri="{FF2B5EF4-FFF2-40B4-BE49-F238E27FC236}">
                <a16:creationId xmlns:a16="http://schemas.microsoft.com/office/drawing/2014/main" id="{E39F7F40-FCE6-3FDF-9E68-B0BD3EFDEEB7}"/>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E48954D0-1246-4BA6-8556-27DA9AA924D2}"/>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3165022784"/>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0143DFF8-5417-FEA4-C6ED-79B0BA2CF441}"/>
              </a:ext>
            </a:extLst>
          </p:cNvPr>
          <p:cNvSpPr>
            <a:spLocks noGrp="1"/>
          </p:cNvSpPr>
          <p:nvPr>
            <p:ph sz="quarter" idx="10"/>
          </p:nvPr>
        </p:nvSpPr>
        <p:spPr>
          <a:xfrm>
            <a:off x="360000" y="1079500"/>
            <a:ext cx="4590000" cy="5761038"/>
          </a:xfrm>
        </p:spPr>
        <p:txBody>
          <a:bodyPr/>
          <a:lstStyle/>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endParaRPr lang="en-GB" dirty="0"/>
          </a:p>
        </p:txBody>
      </p:sp>
      <p:sp>
        <p:nvSpPr>
          <p:cNvPr id="8" name="Inhaltsplatzhalter 7">
            <a:extLst>
              <a:ext uri="{FF2B5EF4-FFF2-40B4-BE49-F238E27FC236}">
                <a16:creationId xmlns:a16="http://schemas.microsoft.com/office/drawing/2014/main" id="{8CC80A4F-03B6-6466-BDB0-E0BE60F444F2}"/>
              </a:ext>
            </a:extLst>
          </p:cNvPr>
          <p:cNvSpPr>
            <a:spLocks noGrp="1"/>
          </p:cNvSpPr>
          <p:nvPr>
            <p:ph sz="quarter" idx="11"/>
          </p:nvPr>
        </p:nvSpPr>
        <p:spPr>
          <a:xfrm>
            <a:off x="5130799" y="1079500"/>
            <a:ext cx="4590000" cy="5761038"/>
          </a:xfrm>
        </p:spPr>
        <p:txBody>
          <a:bodyPr/>
          <a:lstStyle/>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p:txBody>
      </p:sp>
      <p:sp>
        <p:nvSpPr>
          <p:cNvPr id="3" name="Foliennummernplatzhalter 2">
            <a:extLst>
              <a:ext uri="{FF2B5EF4-FFF2-40B4-BE49-F238E27FC236}">
                <a16:creationId xmlns:a16="http://schemas.microsoft.com/office/drawing/2014/main" id="{9E549A27-38C7-EC22-364D-1688695E8BB5}"/>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27</a:t>
            </a:fld>
            <a:endParaRPr lang="en-GB" noProof="1"/>
          </a:p>
        </p:txBody>
      </p:sp>
      <p:sp>
        <p:nvSpPr>
          <p:cNvPr id="5" name="Fußzeilenplatzhalter 4">
            <a:extLst>
              <a:ext uri="{FF2B5EF4-FFF2-40B4-BE49-F238E27FC236}">
                <a16:creationId xmlns:a16="http://schemas.microsoft.com/office/drawing/2014/main" id="{E39F7F40-FCE6-3FDF-9E68-B0BD3EFDEEB7}"/>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E48954D0-1246-4BA6-8556-27DA9AA924D2}"/>
              </a:ext>
            </a:extLst>
          </p:cNvPr>
          <p:cNvSpPr>
            <a:spLocks noGrp="1"/>
          </p:cNvSpPr>
          <p:nvPr>
            <p:ph type="title"/>
          </p:nvPr>
        </p:nvSpPr>
        <p:spPr>
          <a:xfrm>
            <a:off x="340044" y="340043"/>
            <a:ext cx="8661082" cy="560071"/>
          </a:xfrm>
        </p:spPr>
        <p:txBody>
          <a:bodyPr/>
          <a:lstStyle/>
          <a:p>
            <a:r>
              <a:rPr lang="de-DE" dirty="0"/>
              <a:t>Title in Deutsche Bank Text 16pt</a:t>
            </a:r>
            <a:br>
              <a:rPr lang="en-GB" dirty="0"/>
            </a:br>
            <a:r>
              <a:rPr lang="en-GB" dirty="0">
                <a:solidFill>
                  <a:srgbClr val="00A3E0"/>
                </a:solidFill>
              </a:rPr>
              <a:t>Sub</a:t>
            </a:r>
            <a:r>
              <a:rPr lang="de-DE" dirty="0">
                <a:solidFill>
                  <a:srgbClr val="00A3E0"/>
                </a:solidFill>
              </a:rPr>
              <a:t>title in Deutsche Bank Text 16pt</a:t>
            </a:r>
            <a:endParaRPr lang="en-GB" dirty="0">
              <a:solidFill>
                <a:srgbClr val="00A3E0"/>
              </a:solidFill>
            </a:endParaRPr>
          </a:p>
        </p:txBody>
      </p:sp>
    </p:spTree>
    <p:extLst>
      <p:ext uri="{BB962C8B-B14F-4D97-AF65-F5344CB8AC3E}">
        <p14:creationId xmlns:p14="http://schemas.microsoft.com/office/powerpoint/2010/main" val="3882579287"/>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0143DFF8-5417-FEA4-C6ED-79B0BA2CF441}"/>
              </a:ext>
            </a:extLst>
          </p:cNvPr>
          <p:cNvSpPr>
            <a:spLocks noGrp="1"/>
          </p:cNvSpPr>
          <p:nvPr>
            <p:ph sz="quarter" idx="10"/>
          </p:nvPr>
        </p:nvSpPr>
        <p:spPr>
          <a:xfrm>
            <a:off x="360000" y="1079500"/>
            <a:ext cx="4590000" cy="5761038"/>
          </a:xfrm>
        </p:spPr>
        <p:txBody>
          <a:bodyPr/>
          <a:lstStyle/>
          <a:p>
            <a:r>
              <a:rPr lang="en-GB" dirty="0"/>
              <a:t>Headline in Deutsche Bank Text 14pt</a:t>
            </a:r>
            <a:endParaRPr lang="de-DE" dirty="0"/>
          </a:p>
          <a:p>
            <a:pPr marL="0" lvl="3" indent="0">
              <a:buNone/>
            </a:pPr>
            <a:r>
              <a:rPr lang="de-DE" dirty="0"/>
              <a:t>Copy </a:t>
            </a:r>
            <a:r>
              <a:rPr lang="de-DE" dirty="0" err="1"/>
              <a:t>text</a:t>
            </a:r>
            <a:r>
              <a:rPr lang="de-DE" dirty="0"/>
              <a:t> in Deutsche Bank Text 12pt.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pPr lvl="2"/>
            <a:endParaRPr lang="en-GB" dirty="0"/>
          </a:p>
        </p:txBody>
      </p:sp>
      <p:sp>
        <p:nvSpPr>
          <p:cNvPr id="8" name="Inhaltsplatzhalter 7">
            <a:extLst>
              <a:ext uri="{FF2B5EF4-FFF2-40B4-BE49-F238E27FC236}">
                <a16:creationId xmlns:a16="http://schemas.microsoft.com/office/drawing/2014/main" id="{8CC80A4F-03B6-6466-BDB0-E0BE60F444F2}"/>
              </a:ext>
            </a:extLst>
          </p:cNvPr>
          <p:cNvSpPr>
            <a:spLocks noGrp="1"/>
          </p:cNvSpPr>
          <p:nvPr>
            <p:ph sz="quarter" idx="11"/>
          </p:nvPr>
        </p:nvSpPr>
        <p:spPr>
          <a:xfrm>
            <a:off x="5130799" y="1079500"/>
            <a:ext cx="4590000" cy="5761038"/>
          </a:xfrm>
        </p:spPr>
        <p:txBody>
          <a:bodyPr/>
          <a:lstStyle/>
          <a:p>
            <a:r>
              <a:rPr lang="en-GB" dirty="0"/>
              <a:t>Headline in Deutsche Bank Text 14pt</a:t>
            </a:r>
            <a:endParaRPr lang="de-DE" dirty="0"/>
          </a:p>
          <a:p>
            <a:pPr marL="0" lvl="3" indent="0">
              <a:buNone/>
            </a:pPr>
            <a:r>
              <a:rPr lang="de-DE" dirty="0"/>
              <a:t>Copy </a:t>
            </a:r>
            <a:r>
              <a:rPr lang="de-DE" dirty="0" err="1"/>
              <a:t>text</a:t>
            </a:r>
            <a:r>
              <a:rPr lang="de-DE" dirty="0"/>
              <a:t> in Deutsche Bank Text 12pt.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pPr lvl="2"/>
            <a:endParaRPr lang="en-GB" dirty="0"/>
          </a:p>
        </p:txBody>
      </p:sp>
      <p:sp>
        <p:nvSpPr>
          <p:cNvPr id="3" name="Foliennummernplatzhalter 2">
            <a:extLst>
              <a:ext uri="{FF2B5EF4-FFF2-40B4-BE49-F238E27FC236}">
                <a16:creationId xmlns:a16="http://schemas.microsoft.com/office/drawing/2014/main" id="{9E549A27-38C7-EC22-364D-1688695E8BB5}"/>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28</a:t>
            </a:fld>
            <a:endParaRPr lang="en-GB" noProof="1"/>
          </a:p>
        </p:txBody>
      </p:sp>
      <p:sp>
        <p:nvSpPr>
          <p:cNvPr id="5" name="Fußzeilenplatzhalter 4">
            <a:extLst>
              <a:ext uri="{FF2B5EF4-FFF2-40B4-BE49-F238E27FC236}">
                <a16:creationId xmlns:a16="http://schemas.microsoft.com/office/drawing/2014/main" id="{E39F7F40-FCE6-3FDF-9E68-B0BD3EFDEEB7}"/>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E48954D0-1246-4BA6-8556-27DA9AA924D2}"/>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3616920026"/>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0143DFF8-5417-FEA4-C6ED-79B0BA2CF441}"/>
              </a:ext>
            </a:extLst>
          </p:cNvPr>
          <p:cNvSpPr>
            <a:spLocks noGrp="1"/>
          </p:cNvSpPr>
          <p:nvPr>
            <p:ph sz="quarter" idx="10"/>
          </p:nvPr>
        </p:nvSpPr>
        <p:spPr>
          <a:xfrm>
            <a:off x="360000" y="1080000"/>
            <a:ext cx="3006000" cy="5760000"/>
          </a:xfrm>
        </p:spPr>
        <p:txBody>
          <a:bodyPr/>
          <a:lstStyle/>
          <a:p>
            <a:r>
              <a:rPr lang="en-GB" dirty="0"/>
              <a:t>Headline in Deutsche Bank Text 14pt</a:t>
            </a:r>
          </a:p>
          <a:p>
            <a:pPr lvl="1"/>
            <a:endParaRPr lang="de-DE"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endParaRPr lang="en-GB" dirty="0"/>
          </a:p>
        </p:txBody>
      </p:sp>
      <p:sp>
        <p:nvSpPr>
          <p:cNvPr id="8" name="Inhaltsplatzhalter 7">
            <a:extLst>
              <a:ext uri="{FF2B5EF4-FFF2-40B4-BE49-F238E27FC236}">
                <a16:creationId xmlns:a16="http://schemas.microsoft.com/office/drawing/2014/main" id="{8CC80A4F-03B6-6466-BDB0-E0BE60F444F2}"/>
              </a:ext>
            </a:extLst>
          </p:cNvPr>
          <p:cNvSpPr>
            <a:spLocks noGrp="1"/>
          </p:cNvSpPr>
          <p:nvPr>
            <p:ph sz="quarter" idx="11"/>
          </p:nvPr>
        </p:nvSpPr>
        <p:spPr>
          <a:xfrm>
            <a:off x="3537131" y="1078386"/>
            <a:ext cx="3006000" cy="5760000"/>
          </a:xfrm>
        </p:spPr>
        <p:txBody>
          <a:bodyPr/>
          <a:lstStyle/>
          <a:p>
            <a:r>
              <a:rPr lang="en-GB" dirty="0"/>
              <a:t>Headline in Deutsche Bank Text 14pt</a:t>
            </a:r>
          </a:p>
          <a:p>
            <a:pPr lvl="1"/>
            <a:endParaRPr lang="de-DE"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endParaRPr lang="en-GB" dirty="0"/>
          </a:p>
        </p:txBody>
      </p:sp>
      <p:sp>
        <p:nvSpPr>
          <p:cNvPr id="2" name="Inhaltsplatzhalter 1">
            <a:extLst>
              <a:ext uri="{FF2B5EF4-FFF2-40B4-BE49-F238E27FC236}">
                <a16:creationId xmlns:a16="http://schemas.microsoft.com/office/drawing/2014/main" id="{8945F44B-92C8-B0A7-00DF-E697025F683E}"/>
              </a:ext>
            </a:extLst>
          </p:cNvPr>
          <p:cNvSpPr>
            <a:spLocks noGrp="1"/>
          </p:cNvSpPr>
          <p:nvPr>
            <p:ph sz="quarter" idx="12"/>
          </p:nvPr>
        </p:nvSpPr>
        <p:spPr>
          <a:xfrm>
            <a:off x="6714263" y="1080000"/>
            <a:ext cx="3006000" cy="5760000"/>
          </a:xfrm>
        </p:spPr>
        <p:txBody>
          <a:bodyPr/>
          <a:lstStyle/>
          <a:p>
            <a:r>
              <a:rPr lang="en-GB" dirty="0"/>
              <a:t>Headline in Deutsche Bank Text 14pt</a:t>
            </a:r>
          </a:p>
          <a:p>
            <a:pPr lvl="1"/>
            <a:endParaRPr lang="de-DE"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endParaRPr lang="en-GB" dirty="0"/>
          </a:p>
        </p:txBody>
      </p:sp>
      <p:sp>
        <p:nvSpPr>
          <p:cNvPr id="3" name="Foliennummernplatzhalter 2">
            <a:extLst>
              <a:ext uri="{FF2B5EF4-FFF2-40B4-BE49-F238E27FC236}">
                <a16:creationId xmlns:a16="http://schemas.microsoft.com/office/drawing/2014/main" id="{9E549A27-38C7-EC22-364D-1688695E8BB5}"/>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29</a:t>
            </a:fld>
            <a:endParaRPr lang="en-GB" noProof="1"/>
          </a:p>
        </p:txBody>
      </p:sp>
      <p:sp>
        <p:nvSpPr>
          <p:cNvPr id="5" name="Fußzeilenplatzhalter 4">
            <a:extLst>
              <a:ext uri="{FF2B5EF4-FFF2-40B4-BE49-F238E27FC236}">
                <a16:creationId xmlns:a16="http://schemas.microsoft.com/office/drawing/2014/main" id="{E39F7F40-FCE6-3FDF-9E68-B0BD3EFDEEB7}"/>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E48954D0-1246-4BA6-8556-27DA9AA924D2}"/>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781357039"/>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0143DFF8-5417-FEA4-C6ED-79B0BA2CF441}"/>
              </a:ext>
            </a:extLst>
          </p:cNvPr>
          <p:cNvSpPr>
            <a:spLocks noGrp="1"/>
          </p:cNvSpPr>
          <p:nvPr>
            <p:ph sz="quarter" idx="10"/>
          </p:nvPr>
        </p:nvSpPr>
        <p:spPr>
          <a:xfrm>
            <a:off x="361413" y="1078435"/>
            <a:ext cx="4590000" cy="3510880"/>
          </a:xfrm>
        </p:spPr>
        <p:txBody>
          <a:bodyPr/>
          <a:lstStyle/>
          <a:p>
            <a:r>
              <a:rPr lang="en-GB" dirty="0"/>
              <a:t>Headline in Deutsche Bank Text 14pt</a:t>
            </a:r>
          </a:p>
          <a:p>
            <a:pPr lvl="3"/>
            <a:endParaRPr lang="de-DE"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pPr lvl="2"/>
            <a:endParaRPr lang="en-GB" dirty="0"/>
          </a:p>
        </p:txBody>
      </p:sp>
      <p:sp>
        <p:nvSpPr>
          <p:cNvPr id="8" name="Inhaltsplatzhalter 7">
            <a:extLst>
              <a:ext uri="{FF2B5EF4-FFF2-40B4-BE49-F238E27FC236}">
                <a16:creationId xmlns:a16="http://schemas.microsoft.com/office/drawing/2014/main" id="{8CC80A4F-03B6-6466-BDB0-E0BE60F444F2}"/>
              </a:ext>
            </a:extLst>
          </p:cNvPr>
          <p:cNvSpPr>
            <a:spLocks noGrp="1"/>
          </p:cNvSpPr>
          <p:nvPr>
            <p:ph sz="quarter" idx="11"/>
          </p:nvPr>
        </p:nvSpPr>
        <p:spPr>
          <a:xfrm>
            <a:off x="5130800" y="1079500"/>
            <a:ext cx="4589463" cy="3510880"/>
          </a:xfrm>
        </p:spPr>
        <p:txBody>
          <a:bodyPr/>
          <a:lstStyle/>
          <a:p>
            <a:r>
              <a:rPr lang="en-GB" dirty="0"/>
              <a:t>Headline in Deutsche Bank Text 14pt</a:t>
            </a:r>
          </a:p>
          <a:p>
            <a:pPr lvl="3"/>
            <a:endParaRPr lang="de-DE"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pPr lvl="2"/>
            <a:endParaRPr lang="en-GB" dirty="0"/>
          </a:p>
        </p:txBody>
      </p:sp>
      <p:sp>
        <p:nvSpPr>
          <p:cNvPr id="3" name="Foliennummernplatzhalter 2">
            <a:extLst>
              <a:ext uri="{FF2B5EF4-FFF2-40B4-BE49-F238E27FC236}">
                <a16:creationId xmlns:a16="http://schemas.microsoft.com/office/drawing/2014/main" id="{9E549A27-38C7-EC22-364D-1688695E8BB5}"/>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30</a:t>
            </a:fld>
            <a:endParaRPr lang="en-GB" noProof="1"/>
          </a:p>
        </p:txBody>
      </p:sp>
      <p:sp>
        <p:nvSpPr>
          <p:cNvPr id="5" name="Fußzeilenplatzhalter 4">
            <a:extLst>
              <a:ext uri="{FF2B5EF4-FFF2-40B4-BE49-F238E27FC236}">
                <a16:creationId xmlns:a16="http://schemas.microsoft.com/office/drawing/2014/main" id="{E39F7F40-FCE6-3FDF-9E68-B0BD3EFDEEB7}"/>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E48954D0-1246-4BA6-8556-27DA9AA924D2}"/>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1151456769"/>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0143DFF8-5417-FEA4-C6ED-79B0BA2CF441}"/>
              </a:ext>
            </a:extLst>
          </p:cNvPr>
          <p:cNvSpPr>
            <a:spLocks noGrp="1"/>
          </p:cNvSpPr>
          <p:nvPr>
            <p:ph sz="quarter" idx="10"/>
          </p:nvPr>
        </p:nvSpPr>
        <p:spPr>
          <a:xfrm>
            <a:off x="360363" y="1481138"/>
            <a:ext cx="4589462" cy="3026532"/>
          </a:xfrm>
        </p:spPr>
        <p:txBody>
          <a:bodyPr/>
          <a:lstStyle/>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p:txBody>
      </p:sp>
      <p:sp>
        <p:nvSpPr>
          <p:cNvPr id="8" name="Inhaltsplatzhalter 7">
            <a:extLst>
              <a:ext uri="{FF2B5EF4-FFF2-40B4-BE49-F238E27FC236}">
                <a16:creationId xmlns:a16="http://schemas.microsoft.com/office/drawing/2014/main" id="{8CC80A4F-03B6-6466-BDB0-E0BE60F444F2}"/>
              </a:ext>
            </a:extLst>
          </p:cNvPr>
          <p:cNvSpPr>
            <a:spLocks noGrp="1"/>
          </p:cNvSpPr>
          <p:nvPr>
            <p:ph sz="quarter" idx="11"/>
          </p:nvPr>
        </p:nvSpPr>
        <p:spPr>
          <a:xfrm>
            <a:off x="5130800" y="1481138"/>
            <a:ext cx="4589463" cy="3026532"/>
          </a:xfrm>
        </p:spPr>
        <p:txBody>
          <a:bodyPr/>
          <a:lstStyle/>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p:txBody>
      </p:sp>
      <p:sp>
        <p:nvSpPr>
          <p:cNvPr id="21" name="Textplatzhalter 20">
            <a:extLst>
              <a:ext uri="{FF2B5EF4-FFF2-40B4-BE49-F238E27FC236}">
                <a16:creationId xmlns:a16="http://schemas.microsoft.com/office/drawing/2014/main" id="{AA804914-AC41-83C9-04F0-0EE0E3CD24E3}"/>
              </a:ext>
            </a:extLst>
          </p:cNvPr>
          <p:cNvSpPr>
            <a:spLocks noGrp="1"/>
          </p:cNvSpPr>
          <p:nvPr>
            <p:ph type="body" sz="quarter" idx="12"/>
          </p:nvPr>
        </p:nvSpPr>
        <p:spPr>
          <a:xfrm>
            <a:off x="360000" y="1079500"/>
            <a:ext cx="4590000" cy="360000"/>
          </a:xfrm>
        </p:spPr>
        <p:txBody>
          <a:bodyPr/>
          <a:lstStyle/>
          <a:p>
            <a:r>
              <a:rPr lang="en-GB" dirty="0"/>
              <a:t>Headline in Deutsche Bank Text 14pt</a:t>
            </a:r>
          </a:p>
        </p:txBody>
      </p:sp>
      <p:sp>
        <p:nvSpPr>
          <p:cNvPr id="22" name="Textplatzhalter 21">
            <a:extLst>
              <a:ext uri="{FF2B5EF4-FFF2-40B4-BE49-F238E27FC236}">
                <a16:creationId xmlns:a16="http://schemas.microsoft.com/office/drawing/2014/main" id="{FEF9CB7C-A3E4-61C5-7D3C-23655455D640}"/>
              </a:ext>
            </a:extLst>
          </p:cNvPr>
          <p:cNvSpPr>
            <a:spLocks noGrp="1"/>
          </p:cNvSpPr>
          <p:nvPr>
            <p:ph type="body" sz="quarter" idx="13"/>
          </p:nvPr>
        </p:nvSpPr>
        <p:spPr>
          <a:xfrm>
            <a:off x="5130312" y="1079500"/>
            <a:ext cx="4590000" cy="360000"/>
          </a:xfrm>
        </p:spPr>
        <p:txBody>
          <a:bodyPr/>
          <a:lstStyle/>
          <a:p>
            <a:r>
              <a:rPr lang="en-GB" dirty="0"/>
              <a:t>Headline in Deutsche Bank Text 14pt</a:t>
            </a:r>
          </a:p>
        </p:txBody>
      </p:sp>
      <p:sp>
        <p:nvSpPr>
          <p:cNvPr id="3" name="Foliennummernplatzhalter 2">
            <a:extLst>
              <a:ext uri="{FF2B5EF4-FFF2-40B4-BE49-F238E27FC236}">
                <a16:creationId xmlns:a16="http://schemas.microsoft.com/office/drawing/2014/main" id="{9E549A27-38C7-EC22-364D-1688695E8BB5}"/>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31</a:t>
            </a:fld>
            <a:endParaRPr lang="en-GB" noProof="1"/>
          </a:p>
        </p:txBody>
      </p:sp>
      <p:sp>
        <p:nvSpPr>
          <p:cNvPr id="5" name="Fußzeilenplatzhalter 4">
            <a:extLst>
              <a:ext uri="{FF2B5EF4-FFF2-40B4-BE49-F238E27FC236}">
                <a16:creationId xmlns:a16="http://schemas.microsoft.com/office/drawing/2014/main" id="{E39F7F40-FCE6-3FDF-9E68-B0BD3EFDEEB7}"/>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E48954D0-1246-4BA6-8556-27DA9AA924D2}"/>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258405740"/>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platzhalter 9">
            <a:extLst>
              <a:ext uri="{FF2B5EF4-FFF2-40B4-BE49-F238E27FC236}">
                <a16:creationId xmlns:a16="http://schemas.microsoft.com/office/drawing/2014/main" id="{CDB1EA1A-BB18-89C3-2434-D8E9F4C14AA8}"/>
              </a:ext>
            </a:extLst>
          </p:cNvPr>
          <p:cNvSpPr>
            <a:spLocks noGrp="1"/>
          </p:cNvSpPr>
          <p:nvPr>
            <p:ph type="body" sz="quarter" idx="10"/>
          </p:nvPr>
        </p:nvSpPr>
        <p:spPr>
          <a:xfrm>
            <a:off x="359999" y="1079500"/>
            <a:ext cx="9360000" cy="5761038"/>
          </a:xfrm>
        </p:spPr>
        <p:txBody>
          <a:bodyPr/>
          <a:lstStyle/>
          <a:p>
            <a:r>
              <a:rPr lang="en-GB" dirty="0"/>
              <a:t>Disclaimer text </a:t>
            </a:r>
            <a:r>
              <a:rPr lang="de-DE" dirty="0"/>
              <a:t>in Deutsche Bank Text 12pt.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p>
          <a:p>
            <a:endParaRPr lang="de-DE" dirty="0"/>
          </a:p>
          <a:p>
            <a:r>
              <a:rPr lang="de-DE" dirty="0"/>
              <a:t>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elotreir</a:t>
            </a:r>
            <a:r>
              <a:rPr lang="de-DE" dirty="0"/>
              <a:t> </a:t>
            </a:r>
            <a:r>
              <a:rPr lang="de-DE" dirty="0" err="1"/>
              <a:t>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endParaRPr lang="en-GB" dirty="0"/>
          </a:p>
          <a:p>
            <a:endParaRPr lang="en-GB" dirty="0"/>
          </a:p>
        </p:txBody>
      </p:sp>
      <p:sp>
        <p:nvSpPr>
          <p:cNvPr id="2" name="Foliennummernplatzhalter 1">
            <a:extLst>
              <a:ext uri="{FF2B5EF4-FFF2-40B4-BE49-F238E27FC236}">
                <a16:creationId xmlns:a16="http://schemas.microsoft.com/office/drawing/2014/main" id="{D2B23945-6B8E-399F-CD02-A2D8AAC8DEAD}"/>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32</a:t>
            </a:fld>
            <a:endParaRPr lang="en-GB" noProof="1"/>
          </a:p>
        </p:txBody>
      </p:sp>
      <p:sp>
        <p:nvSpPr>
          <p:cNvPr id="4" name="Fußzeilenplatzhalter 3">
            <a:extLst>
              <a:ext uri="{FF2B5EF4-FFF2-40B4-BE49-F238E27FC236}">
                <a16:creationId xmlns:a16="http://schemas.microsoft.com/office/drawing/2014/main" id="{6FDCD4F2-F1C4-8F9A-7D02-1F3E8F5BCA5A}"/>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9" name="Titel 8">
            <a:extLst>
              <a:ext uri="{FF2B5EF4-FFF2-40B4-BE49-F238E27FC236}">
                <a16:creationId xmlns:a16="http://schemas.microsoft.com/office/drawing/2014/main" id="{5DEA3A4E-2675-4EA2-90B7-3615A741F4FD}"/>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248147307"/>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7468C433-9697-AD1E-DA1C-72037FD9CE15}"/>
              </a:ext>
            </a:extLst>
          </p:cNvPr>
          <p:cNvSpPr>
            <a:spLocks noGrp="1"/>
          </p:cNvSpPr>
          <p:nvPr>
            <p:ph type="sldNum" sz="quarter" idx="4"/>
          </p:nvPr>
        </p:nvSpPr>
        <p:spPr>
          <a:xfrm>
            <a:off x="9361488" y="7200899"/>
            <a:ext cx="348115" cy="183364"/>
          </a:xfrm>
        </p:spPr>
        <p:txBody>
          <a:bodyPr/>
          <a:lstStyle/>
          <a:p>
            <a:fld id="{D71DA9FD-6EF8-4CC5-AF9B-B6159B5B937C}" type="slidenum">
              <a:rPr lang="en-GB" noProof="1" smtClean="0"/>
              <a:pPr/>
              <a:t>33</a:t>
            </a:fld>
            <a:endParaRPr lang="en-GB" noProof="1"/>
          </a:p>
        </p:txBody>
      </p:sp>
      <p:sp>
        <p:nvSpPr>
          <p:cNvPr id="4" name="Fußzeilenplatzhalter 3">
            <a:extLst>
              <a:ext uri="{FF2B5EF4-FFF2-40B4-BE49-F238E27FC236}">
                <a16:creationId xmlns:a16="http://schemas.microsoft.com/office/drawing/2014/main" id="{7F850CEF-B65A-93C5-E3B0-F83F350BBBA2}"/>
              </a:ext>
            </a:extLst>
          </p:cNvPr>
          <p:cNvSpPr>
            <a:spLocks noGrp="1"/>
          </p:cNvSpPr>
          <p:nvPr>
            <p:ph type="ftr" sz="quarter" idx="3"/>
          </p:nvPr>
        </p:nvSpPr>
        <p:spPr>
          <a:xfrm>
            <a:off x="2537603" y="7200899"/>
            <a:ext cx="4937081" cy="183194"/>
          </a:xfrm>
        </p:spPr>
        <p:txBody>
          <a:bodyPr/>
          <a:lstStyle/>
          <a:p>
            <a:r>
              <a:rPr lang="en-GB"/>
              <a:t>Speaker name. Name of event or project. Date</a:t>
            </a:r>
            <a:endParaRPr lang="en-GB" dirty="0"/>
          </a:p>
        </p:txBody>
      </p:sp>
      <p:sp>
        <p:nvSpPr>
          <p:cNvPr id="7" name="Textplatzhalter 6">
            <a:extLst>
              <a:ext uri="{FF2B5EF4-FFF2-40B4-BE49-F238E27FC236}">
                <a16:creationId xmlns:a16="http://schemas.microsoft.com/office/drawing/2014/main" id="{D21E0956-D14A-DFB2-3534-1397FAD2A8D6}"/>
              </a:ext>
            </a:extLst>
          </p:cNvPr>
          <p:cNvSpPr>
            <a:spLocks noGrp="1"/>
          </p:cNvSpPr>
          <p:nvPr>
            <p:ph type="body" sz="quarter" idx="10"/>
          </p:nvPr>
        </p:nvSpPr>
        <p:spPr>
          <a:xfrm>
            <a:off x="359999" y="1080000"/>
            <a:ext cx="9360000" cy="5761038"/>
          </a:xfrm>
        </p:spPr>
        <p:txBody>
          <a:bodyPr/>
          <a:lstStyle/>
          <a:p>
            <a:r>
              <a:rPr lang="en-GB" dirty="0"/>
              <a:t>Headline in 14pt</a:t>
            </a:r>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pPr lvl="1"/>
            <a:endParaRPr lang="en-GB" dirty="0"/>
          </a:p>
          <a:p>
            <a:pPr lvl="1"/>
            <a:r>
              <a:rPr lang="de-DE" dirty="0"/>
              <a:t>Copy </a:t>
            </a:r>
            <a:r>
              <a:rPr lang="de-DE" dirty="0" err="1"/>
              <a:t>text</a:t>
            </a:r>
            <a:r>
              <a:rPr lang="de-DE" dirty="0"/>
              <a:t> in Deutsche Bank Text 14pt. L</a:t>
            </a:r>
            <a:r>
              <a:rPr lang="de-DE" noProof="0" dirty="0" err="1"/>
              <a:t>orem</a:t>
            </a:r>
            <a:r>
              <a:rPr lang="de-DE" noProof="0" dirty="0"/>
              <a:t> </a:t>
            </a:r>
            <a:r>
              <a:rPr lang="de-DE" noProof="0" dirty="0" err="1"/>
              <a:t>ipsum</a:t>
            </a:r>
            <a:r>
              <a:rPr lang="de-DE" noProof="0" dirty="0"/>
              <a:t> </a:t>
            </a:r>
            <a:r>
              <a:rPr lang="de-DE" noProof="0" dirty="0" err="1"/>
              <a:t>doloramet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invidunt</a:t>
            </a:r>
            <a:r>
              <a:rPr lang="de-DE" noProof="0" dirty="0"/>
              <a:t> </a:t>
            </a:r>
            <a:r>
              <a:rPr lang="de-DE" noProof="0" dirty="0" err="1"/>
              <a:t>ut</a:t>
            </a:r>
            <a:r>
              <a:rPr lang="de-DE" noProof="0" dirty="0"/>
              <a:t> </a:t>
            </a:r>
            <a:r>
              <a:rPr lang="de-DE" noProof="0" dirty="0" err="1"/>
              <a:t>labore</a:t>
            </a:r>
            <a:r>
              <a:rPr lang="de-DE" noProof="0" dirty="0"/>
              <a:t> et </a:t>
            </a:r>
            <a:r>
              <a:rPr lang="de-DE" noProof="0" dirty="0" err="1"/>
              <a:t>dolore</a:t>
            </a:r>
            <a:r>
              <a:rPr lang="de-DE" noProof="0" dirty="0"/>
              <a:t> magna. </a:t>
            </a:r>
            <a:r>
              <a:rPr lang="de-DE" noProof="0" dirty="0" err="1"/>
              <a:t>Lorem</a:t>
            </a:r>
            <a:r>
              <a:rPr lang="de-DE" noProof="0" dirty="0"/>
              <a:t> </a:t>
            </a:r>
            <a:r>
              <a:rPr lang="de-DE" noProof="0" dirty="0" err="1"/>
              <a:t>ipsum</a:t>
            </a:r>
            <a:r>
              <a:rPr lang="de-DE" noProof="0" dirty="0"/>
              <a:t> </a:t>
            </a:r>
            <a:r>
              <a:rPr lang="de-DE" noProof="0" dirty="0" err="1"/>
              <a:t>dolor</a:t>
            </a:r>
            <a:r>
              <a:rPr lang="de-DE" noProof="0" dirty="0"/>
              <a:t> </a:t>
            </a:r>
            <a:r>
              <a:rPr lang="de-DE" noProof="0" dirty="0" err="1"/>
              <a:t>sit</a:t>
            </a:r>
            <a:r>
              <a:rPr lang="de-DE" noProof="0" dirty="0"/>
              <a:t> </a:t>
            </a:r>
            <a:r>
              <a:rPr lang="de-DE" noProof="0" dirty="0" err="1"/>
              <a:t>amet</a:t>
            </a:r>
            <a:r>
              <a:rPr lang="de-DE" noProof="0" dirty="0"/>
              <a:t>, </a:t>
            </a:r>
            <a:r>
              <a:rPr lang="de-DE" noProof="0" dirty="0" err="1"/>
              <a:t>consetetur</a:t>
            </a:r>
            <a:r>
              <a:rPr lang="de-DE" noProof="0" dirty="0"/>
              <a:t> </a:t>
            </a:r>
            <a:r>
              <a:rPr lang="de-DE" noProof="0" dirty="0" err="1"/>
              <a:t>sadipscing</a:t>
            </a:r>
            <a:r>
              <a:rPr lang="de-DE" noProof="0" dirty="0"/>
              <a:t> </a:t>
            </a:r>
            <a:r>
              <a:rPr lang="de-DE" noProof="0" dirty="0" err="1"/>
              <a:t>elotr</a:t>
            </a:r>
            <a:r>
              <a:rPr lang="de-DE" noProof="0" dirty="0"/>
              <a:t>, sed </a:t>
            </a:r>
            <a:r>
              <a:rPr lang="de-DE" noProof="0" dirty="0" err="1"/>
              <a:t>diam</a:t>
            </a:r>
            <a:r>
              <a:rPr lang="de-DE" noProof="0" dirty="0"/>
              <a:t> </a:t>
            </a:r>
            <a:r>
              <a:rPr lang="de-DE" noProof="0" dirty="0" err="1"/>
              <a:t>nonumy</a:t>
            </a:r>
            <a:r>
              <a:rPr lang="de-DE" noProof="0" dirty="0"/>
              <a:t> </a:t>
            </a:r>
            <a:r>
              <a:rPr lang="de-DE" noProof="0" dirty="0" err="1"/>
              <a:t>eirmod</a:t>
            </a:r>
            <a:r>
              <a:rPr lang="de-DE" noProof="0" dirty="0"/>
              <a:t> </a:t>
            </a:r>
            <a:r>
              <a:rPr lang="de-DE" noProof="0" dirty="0" err="1"/>
              <a:t>tempor</a:t>
            </a:r>
            <a:r>
              <a:rPr lang="de-DE" noProof="0" dirty="0"/>
              <a:t> </a:t>
            </a:r>
            <a:r>
              <a:rPr lang="de-DE" noProof="0" dirty="0" err="1"/>
              <a:t>invidlabore</a:t>
            </a:r>
            <a:r>
              <a:rPr lang="de-DE" noProof="0" dirty="0"/>
              <a:t> et </a:t>
            </a:r>
            <a:r>
              <a:rPr lang="de-DE" noProof="0" dirty="0" err="1"/>
              <a:t>dolore</a:t>
            </a:r>
            <a:r>
              <a:rPr lang="de-DE" noProof="0" dirty="0"/>
              <a:t> magna</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a:t>
            </a:r>
            <a:r>
              <a:rPr lang="de-DE" dirty="0" err="1"/>
              <a:t>dolore</a:t>
            </a:r>
            <a:r>
              <a:rPr lang="de-DE" dirty="0"/>
              <a:t> magna.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elotr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a:t>
            </a:r>
            <a:r>
              <a:rPr lang="de-DE" dirty="0"/>
              <a:t> et </a:t>
            </a:r>
            <a:r>
              <a:rPr lang="de-DE" dirty="0" err="1"/>
              <a:t>dolore</a:t>
            </a:r>
            <a:r>
              <a:rPr lang="de-DE" dirty="0"/>
              <a:t> </a:t>
            </a:r>
            <a:r>
              <a:rPr lang="de-DE" dirty="0" err="1"/>
              <a:t>silas</a:t>
            </a:r>
            <a:r>
              <a:rPr lang="de-DE" dirty="0"/>
              <a:t>.</a:t>
            </a:r>
            <a:endParaRPr lang="en-GB" dirty="0"/>
          </a:p>
          <a:p>
            <a:pPr lvl="1"/>
            <a:endParaRPr lang="en-GB" dirty="0"/>
          </a:p>
        </p:txBody>
      </p:sp>
      <p:sp>
        <p:nvSpPr>
          <p:cNvPr id="6" name="Titel 5">
            <a:extLst>
              <a:ext uri="{FF2B5EF4-FFF2-40B4-BE49-F238E27FC236}">
                <a16:creationId xmlns:a16="http://schemas.microsoft.com/office/drawing/2014/main" id="{35AFB030-9A2F-6523-6DF3-4F38E959AE0E}"/>
              </a:ext>
            </a:extLst>
          </p:cNvPr>
          <p:cNvSpPr>
            <a:spLocks noGrp="1"/>
          </p:cNvSpPr>
          <p:nvPr>
            <p:ph type="title"/>
          </p:nvPr>
        </p:nvSpPr>
        <p:spPr>
          <a:xfrm>
            <a:off x="340044" y="340043"/>
            <a:ext cx="8661082" cy="560071"/>
          </a:xfrm>
        </p:spPr>
        <p:txBody>
          <a:bodyPr/>
          <a:lstStyle/>
          <a:p>
            <a:r>
              <a:rPr lang="de-DE" dirty="0"/>
              <a:t>Title in Deutsche Bank Text 16pt</a:t>
            </a:r>
            <a:endParaRPr lang="en-GB" dirty="0"/>
          </a:p>
        </p:txBody>
      </p:sp>
    </p:spTree>
    <p:extLst>
      <p:ext uri="{BB962C8B-B14F-4D97-AF65-F5344CB8AC3E}">
        <p14:creationId xmlns:p14="http://schemas.microsoft.com/office/powerpoint/2010/main" val="3217136783"/>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10894287-DDE7-03C8-3413-92F9D23A6E90}"/>
              </a:ext>
            </a:extLst>
          </p:cNvPr>
          <p:cNvSpPr>
            <a:spLocks noGrp="1"/>
          </p:cNvSpPr>
          <p:nvPr>
            <p:ph type="body" sz="quarter" idx="11"/>
          </p:nvPr>
        </p:nvSpPr>
        <p:spPr>
          <a:xfrm>
            <a:off x="947738" y="1576388"/>
            <a:ext cx="7559675" cy="2876892"/>
          </a:xfrm>
        </p:spPr>
        <p:txBody>
          <a:bodyPr/>
          <a:lstStyle/>
          <a:p>
            <a:r>
              <a:rPr lang="en-GB" dirty="0"/>
              <a:t>01.</a:t>
            </a:r>
          </a:p>
          <a:p>
            <a:pPr lvl="1"/>
            <a:r>
              <a:rPr lang="en-GB" dirty="0"/>
              <a:t>Chapter title in </a:t>
            </a:r>
            <a:br>
              <a:rPr lang="en-GB" dirty="0"/>
            </a:br>
            <a:r>
              <a:rPr lang="en-GB" dirty="0"/>
              <a:t>Deutsche Bank, 40pt</a:t>
            </a:r>
          </a:p>
        </p:txBody>
      </p:sp>
    </p:spTree>
    <p:extLst>
      <p:ext uri="{BB962C8B-B14F-4D97-AF65-F5344CB8AC3E}">
        <p14:creationId xmlns:p14="http://schemas.microsoft.com/office/powerpoint/2010/main" val="4111219283"/>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10894287-DDE7-03C8-3413-92F9D23A6E90}"/>
              </a:ext>
            </a:extLst>
          </p:cNvPr>
          <p:cNvSpPr>
            <a:spLocks noGrp="1"/>
          </p:cNvSpPr>
          <p:nvPr>
            <p:ph type="body" sz="quarter" idx="11"/>
          </p:nvPr>
        </p:nvSpPr>
        <p:spPr>
          <a:xfrm>
            <a:off x="947738" y="1576388"/>
            <a:ext cx="7559675" cy="2876892"/>
          </a:xfrm>
        </p:spPr>
        <p:txBody>
          <a:bodyPr/>
          <a:lstStyle/>
          <a:p>
            <a:r>
              <a:rPr lang="en-GB" dirty="0"/>
              <a:t>01.</a:t>
            </a:r>
          </a:p>
          <a:p>
            <a:pPr lvl="1"/>
            <a:r>
              <a:rPr lang="en-GB" dirty="0"/>
              <a:t>Chapter title in </a:t>
            </a:r>
            <a:br>
              <a:rPr lang="en-GB" dirty="0"/>
            </a:br>
            <a:r>
              <a:rPr lang="en-GB" dirty="0"/>
              <a:t>Deutsche Bank, 40pt</a:t>
            </a:r>
          </a:p>
        </p:txBody>
      </p:sp>
    </p:spTree>
    <p:extLst>
      <p:ext uri="{BB962C8B-B14F-4D97-AF65-F5344CB8AC3E}">
        <p14:creationId xmlns:p14="http://schemas.microsoft.com/office/powerpoint/2010/main" val="2494893721"/>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10894287-DDE7-03C8-3413-92F9D23A6E90}"/>
              </a:ext>
            </a:extLst>
          </p:cNvPr>
          <p:cNvSpPr>
            <a:spLocks noGrp="1"/>
          </p:cNvSpPr>
          <p:nvPr>
            <p:ph type="body" sz="quarter" idx="11"/>
          </p:nvPr>
        </p:nvSpPr>
        <p:spPr>
          <a:xfrm>
            <a:off x="947738" y="1576388"/>
            <a:ext cx="7559675" cy="2876892"/>
          </a:xfrm>
        </p:spPr>
        <p:txBody>
          <a:bodyPr/>
          <a:lstStyle/>
          <a:p>
            <a:r>
              <a:rPr lang="en-GB" dirty="0"/>
              <a:t>01.</a:t>
            </a:r>
          </a:p>
          <a:p>
            <a:pPr lvl="1"/>
            <a:r>
              <a:rPr lang="en-GB" dirty="0"/>
              <a:t>Chapter title in </a:t>
            </a:r>
            <a:br>
              <a:rPr lang="en-GB" dirty="0"/>
            </a:br>
            <a:r>
              <a:rPr lang="en-GB" dirty="0"/>
              <a:t>Deutsche Bank, 40pt</a:t>
            </a:r>
          </a:p>
        </p:txBody>
      </p:sp>
    </p:spTree>
    <p:extLst>
      <p:ext uri="{BB962C8B-B14F-4D97-AF65-F5344CB8AC3E}">
        <p14:creationId xmlns:p14="http://schemas.microsoft.com/office/powerpoint/2010/main" val="2328744797"/>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B73EBDC6-7A2E-8C80-4C9C-E7B368D809F7}"/>
              </a:ext>
            </a:extLst>
          </p:cNvPr>
          <p:cNvSpPr>
            <a:spLocks noGrp="1"/>
          </p:cNvSpPr>
          <p:nvPr>
            <p:ph type="body" sz="quarter" idx="11"/>
          </p:nvPr>
        </p:nvSpPr>
        <p:spPr>
          <a:xfrm>
            <a:off x="947738" y="1576388"/>
            <a:ext cx="7559675" cy="2326957"/>
          </a:xfrm>
        </p:spPr>
        <p:txBody>
          <a:bodyPr/>
          <a:lstStyle/>
          <a:p>
            <a:r>
              <a:rPr lang="en-GB" dirty="0"/>
              <a:t>01.</a:t>
            </a:r>
          </a:p>
          <a:p>
            <a:pPr lvl="1"/>
            <a:r>
              <a:rPr lang="en-GB" dirty="0"/>
              <a:t>Chapter title in 40pt</a:t>
            </a:r>
          </a:p>
        </p:txBody>
      </p:sp>
    </p:spTree>
    <p:extLst>
      <p:ext uri="{BB962C8B-B14F-4D97-AF65-F5344CB8AC3E}">
        <p14:creationId xmlns:p14="http://schemas.microsoft.com/office/powerpoint/2010/main" val="2686888572"/>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B5D79D3B-DFAF-15D5-41F0-74F3BF490295}"/>
              </a:ext>
            </a:extLst>
          </p:cNvPr>
          <p:cNvSpPr>
            <a:spLocks noGrp="1"/>
          </p:cNvSpPr>
          <p:nvPr>
            <p:ph type="body" sz="quarter" idx="11"/>
          </p:nvPr>
        </p:nvSpPr>
        <p:spPr>
          <a:xfrm>
            <a:off x="947738" y="1576388"/>
            <a:ext cx="7559675" cy="2326957"/>
          </a:xfrm>
        </p:spPr>
        <p:txBody>
          <a:bodyPr/>
          <a:lstStyle/>
          <a:p>
            <a:r>
              <a:rPr lang="en-GB" dirty="0"/>
              <a:t>01.</a:t>
            </a:r>
          </a:p>
          <a:p>
            <a:pPr lvl="1"/>
            <a:r>
              <a:rPr lang="en-GB" dirty="0"/>
              <a:t>Chapter title in 40pt</a:t>
            </a:r>
          </a:p>
        </p:txBody>
      </p:sp>
    </p:spTree>
    <p:extLst>
      <p:ext uri="{BB962C8B-B14F-4D97-AF65-F5344CB8AC3E}">
        <p14:creationId xmlns:p14="http://schemas.microsoft.com/office/powerpoint/2010/main" val="559437408"/>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liennummernplatzhalter 12">
            <a:extLst>
              <a:ext uri="{FF2B5EF4-FFF2-40B4-BE49-F238E27FC236}">
                <a16:creationId xmlns:a16="http://schemas.microsoft.com/office/drawing/2014/main" id="{D73D6994-03C5-9517-9375-1A00866BDF97}"/>
              </a:ext>
            </a:extLst>
          </p:cNvPr>
          <p:cNvSpPr>
            <a:spLocks noGrp="1"/>
          </p:cNvSpPr>
          <p:nvPr>
            <p:ph type="sldNum" sz="quarter" idx="4"/>
          </p:nvPr>
        </p:nvSpPr>
        <p:spPr>
          <a:xfrm>
            <a:off x="9361488" y="7201442"/>
            <a:ext cx="359137" cy="179578"/>
          </a:xfrm>
        </p:spPr>
        <p:txBody>
          <a:bodyPr/>
          <a:lstStyle/>
          <a:p>
            <a:fld id="{D71DA9FD-6EF8-4CC5-AF9B-B6159B5B937C}" type="slidenum">
              <a:rPr lang="en-GB" noProof="1" smtClean="0"/>
              <a:pPr/>
              <a:t>39</a:t>
            </a:fld>
            <a:endParaRPr lang="en-GB" noProof="1"/>
          </a:p>
        </p:txBody>
      </p:sp>
      <p:sp>
        <p:nvSpPr>
          <p:cNvPr id="12" name="Fußzeilenplatzhalter 11">
            <a:extLst>
              <a:ext uri="{FF2B5EF4-FFF2-40B4-BE49-F238E27FC236}">
                <a16:creationId xmlns:a16="http://schemas.microsoft.com/office/drawing/2014/main" id="{5F80453D-4A83-264B-45DE-3D63F16E6FB4}"/>
              </a:ext>
            </a:extLst>
          </p:cNvPr>
          <p:cNvSpPr>
            <a:spLocks noGrp="1"/>
          </p:cNvSpPr>
          <p:nvPr>
            <p:ph type="ftr" sz="quarter" idx="3"/>
          </p:nvPr>
        </p:nvSpPr>
        <p:spPr>
          <a:xfrm>
            <a:off x="2548625" y="7201442"/>
            <a:ext cx="4937081" cy="179412"/>
          </a:xfrm>
        </p:spPr>
        <p:txBody>
          <a:bodyPr/>
          <a:lstStyle/>
          <a:p>
            <a:r>
              <a:rPr lang="en-GB"/>
              <a:t>Speaker name. Name of event or project. Date</a:t>
            </a:r>
            <a:endParaRPr lang="en-GB" dirty="0"/>
          </a:p>
        </p:txBody>
      </p:sp>
      <p:sp>
        <p:nvSpPr>
          <p:cNvPr id="6" name="Titel 5">
            <a:extLst>
              <a:ext uri="{FF2B5EF4-FFF2-40B4-BE49-F238E27FC236}">
                <a16:creationId xmlns:a16="http://schemas.microsoft.com/office/drawing/2014/main" id="{04C8418F-7B0A-5806-70F3-ED7A95A48471}"/>
              </a:ext>
            </a:extLst>
          </p:cNvPr>
          <p:cNvSpPr>
            <a:spLocks noGrp="1"/>
          </p:cNvSpPr>
          <p:nvPr>
            <p:ph type="title"/>
          </p:nvPr>
        </p:nvSpPr>
        <p:spPr>
          <a:xfrm>
            <a:off x="340044" y="340043"/>
            <a:ext cx="8661082" cy="560071"/>
          </a:xfrm>
        </p:spPr>
        <p:txBody>
          <a:bodyPr/>
          <a:lstStyle/>
          <a:p>
            <a:r>
              <a:rPr lang="en-GB" dirty="0"/>
              <a:t>Colour scheme</a:t>
            </a:r>
          </a:p>
        </p:txBody>
      </p:sp>
      <p:sp>
        <p:nvSpPr>
          <p:cNvPr id="7" name="Rechteck 6">
            <a:extLst>
              <a:ext uri="{FF2B5EF4-FFF2-40B4-BE49-F238E27FC236}">
                <a16:creationId xmlns:a16="http://schemas.microsoft.com/office/drawing/2014/main" id="{34C860E6-B8EA-090D-B10C-A522AB371094}"/>
              </a:ext>
            </a:extLst>
          </p:cNvPr>
          <p:cNvSpPr/>
          <p:nvPr/>
        </p:nvSpPr>
        <p:spPr>
          <a:xfrm>
            <a:off x="357980" y="2114206"/>
            <a:ext cx="3688732" cy="3688155"/>
          </a:xfrm>
          <a:prstGeom prst="rect">
            <a:avLst/>
          </a:prstGeom>
          <a:solidFill>
            <a:srgbClr val="1E2A78"/>
          </a:solidFill>
          <a:ln>
            <a:noFill/>
          </a:ln>
        </p:spPr>
        <p:style>
          <a:lnRef idx="2">
            <a:schemeClr val="accent1">
              <a:shade val="15000"/>
            </a:schemeClr>
          </a:lnRef>
          <a:fillRef idx="1">
            <a:schemeClr val="accent1"/>
          </a:fillRef>
          <a:effectRef idx="0">
            <a:schemeClr val="accent1"/>
          </a:effectRef>
          <a:fontRef idx="minor">
            <a:schemeClr val="lt1"/>
          </a:fontRef>
        </p:style>
        <p:txBody>
          <a:bodyPr tIns="132278" bIns="132278" rtlCol="0" anchor="t" anchorCtr="0"/>
          <a:lstStyle/>
          <a:p>
            <a:pPr defTabSz="1343985" fontAlgn="auto">
              <a:spcBef>
                <a:spcPts val="0"/>
              </a:spcBef>
              <a:spcAft>
                <a:spcPts val="0"/>
              </a:spcAft>
              <a:buClr>
                <a:srgbClr val="000000"/>
              </a:buClr>
              <a:defRPr/>
            </a:pPr>
            <a:r>
              <a:rPr lang="de-DE" sz="1029" kern="0" dirty="0">
                <a:solidFill>
                  <a:srgbClr val="FFFFFF"/>
                </a:solidFill>
                <a:latin typeface="Deutsche Bank Text" panose="020B0503020202030204" charset="0"/>
                <a:sym typeface="Arial"/>
              </a:rPr>
              <a:t>Deep Blue</a:t>
            </a:r>
            <a:br>
              <a:rPr lang="de-DE" sz="1029" kern="0" dirty="0">
                <a:solidFill>
                  <a:srgbClr val="FFFFFF"/>
                </a:solidFill>
                <a:latin typeface="Deutsche Bank Text" panose="020B0503020202030204" charset="0"/>
                <a:sym typeface="Arial"/>
              </a:rPr>
            </a:br>
            <a:br>
              <a:rPr lang="de-DE" sz="1029" kern="0" dirty="0">
                <a:solidFill>
                  <a:srgbClr val="FFFFFF"/>
                </a:solidFill>
                <a:latin typeface="Deutsche Bank Text" panose="020B0503020202030204" charset="0"/>
                <a:sym typeface="Arial"/>
              </a:rPr>
            </a:br>
            <a:r>
              <a:rPr lang="de-DE" sz="1029" kern="0" dirty="0">
                <a:solidFill>
                  <a:srgbClr val="FFFFFF"/>
                </a:solidFill>
                <a:latin typeface="Deutsche Bank Text" panose="020B0503020202030204" charset="0"/>
                <a:sym typeface="Arial"/>
              </a:rPr>
              <a:t>30|42|120</a:t>
            </a:r>
            <a:br>
              <a:rPr lang="de-DE" sz="1029" kern="0" dirty="0">
                <a:solidFill>
                  <a:srgbClr val="FFFFFF"/>
                </a:solidFill>
                <a:latin typeface="Deutsche Bank Text" panose="020B0503020202030204" charset="0"/>
                <a:sym typeface="Arial"/>
              </a:rPr>
            </a:br>
            <a:r>
              <a:rPr lang="de-DE" sz="1029" kern="0" dirty="0">
                <a:solidFill>
                  <a:srgbClr val="FFFFFF"/>
                </a:solidFill>
                <a:latin typeface="Deutsche Bank Text" panose="020B0503020202030204" charset="0"/>
                <a:sym typeface="Arial"/>
              </a:rPr>
              <a:t>#1E2A78</a:t>
            </a:r>
            <a:br>
              <a:rPr lang="de-DE" sz="1029" kern="0" dirty="0">
                <a:solidFill>
                  <a:srgbClr val="FFFFFF"/>
                </a:solidFill>
                <a:latin typeface="Deutsche Bank Text" panose="020B0503020202030204" charset="0"/>
                <a:sym typeface="Arial"/>
              </a:rPr>
            </a:br>
            <a:endParaRPr lang="de-DE" sz="1029" kern="0" dirty="0">
              <a:solidFill>
                <a:srgbClr val="FFFFFF"/>
              </a:solidFill>
              <a:latin typeface="Deutsche Bank Text" panose="020B0503020202030204" charset="0"/>
              <a:sym typeface="Arial"/>
            </a:endParaRPr>
          </a:p>
          <a:p>
            <a:pPr defTabSz="1343985" fontAlgn="auto">
              <a:spcBef>
                <a:spcPts val="0"/>
              </a:spcBef>
              <a:spcAft>
                <a:spcPts val="0"/>
              </a:spcAft>
              <a:buClr>
                <a:srgbClr val="000000"/>
              </a:buClr>
              <a:defRPr/>
            </a:pPr>
            <a:endParaRPr lang="de-DE" sz="1029" kern="0" dirty="0">
              <a:solidFill>
                <a:srgbClr val="FFFFFF"/>
              </a:solidFill>
              <a:latin typeface="Deutsche Bank Text" panose="020B0503020202030204" charset="0"/>
              <a:sym typeface="Arial"/>
            </a:endParaRPr>
          </a:p>
          <a:p>
            <a:pPr defTabSz="1343985" fontAlgn="auto">
              <a:spcBef>
                <a:spcPts val="0"/>
              </a:spcBef>
              <a:spcAft>
                <a:spcPts val="0"/>
              </a:spcAft>
              <a:buClr>
                <a:srgbClr val="000000"/>
              </a:buClr>
              <a:defRPr/>
            </a:pPr>
            <a:endParaRPr lang="de-DE" sz="1029" kern="0" dirty="0">
              <a:solidFill>
                <a:srgbClr val="FFFFFF"/>
              </a:solidFill>
              <a:latin typeface="Deutsche Bank Text" panose="020B0503020202030204" charset="0"/>
              <a:sym typeface="Arial"/>
            </a:endParaRPr>
          </a:p>
          <a:p>
            <a:pPr algn="ctr" defTabSz="1343985" fontAlgn="auto">
              <a:spcBef>
                <a:spcPts val="0"/>
              </a:spcBef>
              <a:spcAft>
                <a:spcPts val="0"/>
              </a:spcAft>
              <a:buClr>
                <a:srgbClr val="000000"/>
              </a:buClr>
              <a:defRPr/>
            </a:pPr>
            <a:endParaRPr lang="de-DE" sz="1029" kern="0" dirty="0">
              <a:solidFill>
                <a:srgbClr val="FFFFFF"/>
              </a:solidFill>
              <a:latin typeface="Deutsche Bank Text" panose="020B0503020202030204" pitchFamily="34" charset="0"/>
              <a:sym typeface="Arial"/>
            </a:endParaRPr>
          </a:p>
        </p:txBody>
      </p:sp>
      <p:sp>
        <p:nvSpPr>
          <p:cNvPr id="8" name="Rechteck 7">
            <a:extLst>
              <a:ext uri="{FF2B5EF4-FFF2-40B4-BE49-F238E27FC236}">
                <a16:creationId xmlns:a16="http://schemas.microsoft.com/office/drawing/2014/main" id="{FBA14D07-0410-3A22-F86A-85EF1E7E8B78}"/>
              </a:ext>
            </a:extLst>
          </p:cNvPr>
          <p:cNvSpPr/>
          <p:nvPr/>
        </p:nvSpPr>
        <p:spPr>
          <a:xfrm>
            <a:off x="4147125" y="2114205"/>
            <a:ext cx="1793134" cy="1793134"/>
          </a:xfrm>
          <a:prstGeom prst="rect">
            <a:avLst/>
          </a:prstGeom>
          <a:solidFill>
            <a:srgbClr val="16184E"/>
          </a:solidFill>
          <a:ln>
            <a:noFill/>
          </a:ln>
        </p:spPr>
        <p:style>
          <a:lnRef idx="2">
            <a:schemeClr val="accent1">
              <a:shade val="15000"/>
            </a:schemeClr>
          </a:lnRef>
          <a:fillRef idx="1">
            <a:schemeClr val="accent1"/>
          </a:fillRef>
          <a:effectRef idx="0">
            <a:schemeClr val="accent1"/>
          </a:effectRef>
          <a:fontRef idx="minor">
            <a:schemeClr val="lt1"/>
          </a:fontRef>
        </p:style>
        <p:txBody>
          <a:bodyPr tIns="132278" bIns="132278" rtlCol="0" anchor="t" anchorCtr="0"/>
          <a:lstStyle/>
          <a:p>
            <a:pPr defTabSz="1343985" fontAlgn="auto">
              <a:spcBef>
                <a:spcPts val="0"/>
              </a:spcBef>
              <a:spcAft>
                <a:spcPts val="0"/>
              </a:spcAft>
              <a:buClr>
                <a:srgbClr val="000000"/>
              </a:buClr>
              <a:defRPr/>
            </a:pPr>
            <a:r>
              <a:rPr lang="de-DE" sz="1029" kern="0" dirty="0">
                <a:solidFill>
                  <a:srgbClr val="FFFFFF"/>
                </a:solidFill>
                <a:latin typeface="Deutsche Bank Text" panose="020B0503020202030204" charset="0"/>
                <a:sym typeface="Arial"/>
              </a:rPr>
              <a:t>Dark Blue</a:t>
            </a:r>
            <a:br>
              <a:rPr lang="de-DE" sz="1029" kern="0" dirty="0">
                <a:solidFill>
                  <a:srgbClr val="FFFFFF"/>
                </a:solidFill>
                <a:latin typeface="Deutsche Bank Text" panose="020B0503020202030204" charset="0"/>
                <a:sym typeface="Arial"/>
              </a:rPr>
            </a:br>
            <a:br>
              <a:rPr lang="de-DE" sz="1029" kern="0" dirty="0">
                <a:solidFill>
                  <a:srgbClr val="FFFFFF"/>
                </a:solidFill>
                <a:latin typeface="Deutsche Bank Text" panose="020B0503020202030204" charset="0"/>
                <a:sym typeface="Arial"/>
              </a:rPr>
            </a:br>
            <a:r>
              <a:rPr lang="de-DE" sz="1029" kern="0" dirty="0">
                <a:solidFill>
                  <a:srgbClr val="FFFFFF"/>
                </a:solidFill>
                <a:latin typeface="Deutsche Bank Text" panose="020B0503020202030204" charset="0"/>
                <a:sym typeface="Arial"/>
              </a:rPr>
              <a:t>22|24|78</a:t>
            </a:r>
            <a:br>
              <a:rPr lang="de-DE" sz="1029" kern="0" dirty="0">
                <a:solidFill>
                  <a:srgbClr val="FFFFFF"/>
                </a:solidFill>
                <a:latin typeface="Deutsche Bank Text" panose="020B0503020202030204" charset="0"/>
                <a:sym typeface="Arial"/>
              </a:rPr>
            </a:br>
            <a:r>
              <a:rPr lang="de-DE" sz="1029" kern="0" dirty="0">
                <a:solidFill>
                  <a:srgbClr val="FFFFFF"/>
                </a:solidFill>
                <a:latin typeface="Deutsche Bank Text" panose="020B0503020202030204" charset="0"/>
                <a:sym typeface="Arial"/>
              </a:rPr>
              <a:t>#16184E</a:t>
            </a:r>
            <a:br>
              <a:rPr lang="de-DE" sz="1029" kern="0" dirty="0">
                <a:solidFill>
                  <a:srgbClr val="FFFFFF"/>
                </a:solidFill>
                <a:latin typeface="Deutsche Bank Text" panose="020B0503020202030204" charset="0"/>
                <a:sym typeface="Arial"/>
              </a:rPr>
            </a:br>
            <a:endParaRPr lang="de-DE" sz="1029" kern="0" dirty="0">
              <a:solidFill>
                <a:srgbClr val="FFFFFF"/>
              </a:solidFill>
              <a:latin typeface="Deutsche Bank Text" panose="020B0503020202030204" charset="0"/>
              <a:sym typeface="Arial"/>
            </a:endParaRPr>
          </a:p>
          <a:p>
            <a:pPr defTabSz="1343985" fontAlgn="auto">
              <a:spcBef>
                <a:spcPts val="0"/>
              </a:spcBef>
              <a:spcAft>
                <a:spcPts val="0"/>
              </a:spcAft>
              <a:buClr>
                <a:srgbClr val="000000"/>
              </a:buClr>
              <a:defRPr/>
            </a:pPr>
            <a:endParaRPr lang="de-DE" sz="1029" kern="0" dirty="0">
              <a:solidFill>
                <a:srgbClr val="FFFFFF"/>
              </a:solidFill>
              <a:latin typeface="Deutsche Bank Text" panose="020B0503020202030204" charset="0"/>
              <a:sym typeface="Arial"/>
            </a:endParaRPr>
          </a:p>
          <a:p>
            <a:pPr defTabSz="1343985" fontAlgn="auto">
              <a:spcBef>
                <a:spcPts val="0"/>
              </a:spcBef>
              <a:spcAft>
                <a:spcPts val="0"/>
              </a:spcAft>
              <a:buClr>
                <a:srgbClr val="000000"/>
              </a:buClr>
              <a:defRPr/>
            </a:pPr>
            <a:endParaRPr lang="de-DE" sz="1029" kern="0" dirty="0">
              <a:solidFill>
                <a:srgbClr val="FFFFFF"/>
              </a:solidFill>
              <a:latin typeface="Deutsche Bank Text" panose="020B0503020202030204" charset="0"/>
              <a:sym typeface="Arial"/>
            </a:endParaRPr>
          </a:p>
          <a:p>
            <a:pPr algn="ctr" defTabSz="1343985" fontAlgn="auto">
              <a:spcBef>
                <a:spcPts val="0"/>
              </a:spcBef>
              <a:spcAft>
                <a:spcPts val="0"/>
              </a:spcAft>
              <a:buClr>
                <a:srgbClr val="000000"/>
              </a:buClr>
              <a:defRPr/>
            </a:pPr>
            <a:endParaRPr lang="de-DE" sz="1029" kern="0" dirty="0">
              <a:solidFill>
                <a:srgbClr val="FFFFFF"/>
              </a:solidFill>
              <a:latin typeface="Deutsche Bank Text" panose="020B0503020202030204" pitchFamily="34" charset="0"/>
              <a:sym typeface="Arial"/>
            </a:endParaRPr>
          </a:p>
        </p:txBody>
      </p:sp>
      <p:sp>
        <p:nvSpPr>
          <p:cNvPr id="9" name="Rechteck 8">
            <a:extLst>
              <a:ext uri="{FF2B5EF4-FFF2-40B4-BE49-F238E27FC236}">
                <a16:creationId xmlns:a16="http://schemas.microsoft.com/office/drawing/2014/main" id="{A254C261-57D5-2133-031D-3F7F6DEA9CE9}"/>
              </a:ext>
            </a:extLst>
          </p:cNvPr>
          <p:cNvSpPr/>
          <p:nvPr/>
        </p:nvSpPr>
        <p:spPr>
          <a:xfrm>
            <a:off x="4145555" y="4011110"/>
            <a:ext cx="1793134" cy="1793134"/>
          </a:xfrm>
          <a:prstGeom prst="rect">
            <a:avLst/>
          </a:prstGeom>
          <a:solidFill>
            <a:srgbClr val="00A3E0"/>
          </a:solidFill>
          <a:ln>
            <a:noFill/>
          </a:ln>
        </p:spPr>
        <p:style>
          <a:lnRef idx="2">
            <a:schemeClr val="accent1">
              <a:shade val="15000"/>
            </a:schemeClr>
          </a:lnRef>
          <a:fillRef idx="1">
            <a:schemeClr val="accent1"/>
          </a:fillRef>
          <a:effectRef idx="0">
            <a:schemeClr val="accent1"/>
          </a:effectRef>
          <a:fontRef idx="minor">
            <a:schemeClr val="lt1"/>
          </a:fontRef>
        </p:style>
        <p:txBody>
          <a:bodyPr tIns="132278" rIns="132278" bIns="132278" rtlCol="0" anchor="t" anchorCtr="0"/>
          <a:lstStyle/>
          <a:p>
            <a:pPr defTabSz="1343985" fontAlgn="auto">
              <a:spcBef>
                <a:spcPts val="0"/>
              </a:spcBef>
              <a:spcAft>
                <a:spcPts val="0"/>
              </a:spcAft>
              <a:buClr>
                <a:srgbClr val="000000"/>
              </a:buClr>
              <a:defRPr/>
            </a:pPr>
            <a:r>
              <a:rPr lang="de-DE" sz="1029" kern="0" dirty="0">
                <a:solidFill>
                  <a:srgbClr val="FFFFFF"/>
                </a:solidFill>
                <a:latin typeface="Deutsche Bank Text" panose="020B0503020202030204" charset="0"/>
                <a:sym typeface="Arial"/>
              </a:rPr>
              <a:t>Bright Blue</a:t>
            </a:r>
            <a:br>
              <a:rPr lang="de-DE" sz="1029" kern="0" dirty="0">
                <a:solidFill>
                  <a:srgbClr val="FFFFFF"/>
                </a:solidFill>
                <a:latin typeface="Deutsche Bank Text" panose="020B0503020202030204" charset="0"/>
                <a:sym typeface="Arial"/>
              </a:rPr>
            </a:br>
            <a:br>
              <a:rPr lang="de-DE" sz="1029" kern="0" dirty="0">
                <a:solidFill>
                  <a:srgbClr val="FFFFFF"/>
                </a:solidFill>
                <a:latin typeface="Deutsche Bank Text" panose="020B0503020202030204" charset="0"/>
                <a:sym typeface="Arial"/>
              </a:rPr>
            </a:br>
            <a:r>
              <a:rPr lang="de-DE" sz="1029" kern="0" dirty="0">
                <a:solidFill>
                  <a:srgbClr val="FFFFFF"/>
                </a:solidFill>
                <a:latin typeface="Deutsche Bank Text" panose="020B0503020202030204" charset="0"/>
                <a:sym typeface="Arial"/>
              </a:rPr>
              <a:t>0|163|224</a:t>
            </a:r>
            <a:br>
              <a:rPr lang="de-DE" sz="1029" kern="0" dirty="0">
                <a:solidFill>
                  <a:srgbClr val="FFFFFF"/>
                </a:solidFill>
                <a:latin typeface="Deutsche Bank Text" panose="020B0503020202030204" charset="0"/>
                <a:sym typeface="Arial"/>
              </a:rPr>
            </a:br>
            <a:r>
              <a:rPr lang="de-DE" sz="1029" kern="0" dirty="0">
                <a:solidFill>
                  <a:srgbClr val="FFFFFF"/>
                </a:solidFill>
                <a:latin typeface="Deutsche Bank Text" panose="020B0503020202030204" charset="0"/>
                <a:sym typeface="Arial"/>
              </a:rPr>
              <a:t>#00A3E0</a:t>
            </a:r>
          </a:p>
          <a:p>
            <a:pPr defTabSz="1343985" fontAlgn="auto">
              <a:spcBef>
                <a:spcPts val="0"/>
              </a:spcBef>
              <a:spcAft>
                <a:spcPts val="0"/>
              </a:spcAft>
              <a:buClr>
                <a:srgbClr val="000000"/>
              </a:buClr>
              <a:defRPr/>
            </a:pPr>
            <a:br>
              <a:rPr lang="de-DE" sz="1029" kern="0" dirty="0">
                <a:solidFill>
                  <a:srgbClr val="FFFFFF"/>
                </a:solidFill>
                <a:latin typeface="Deutsche Bank Text" panose="020B0503020202030204" charset="0"/>
                <a:sym typeface="Arial"/>
              </a:rPr>
            </a:br>
            <a:endParaRPr lang="de-DE" sz="1029" kern="0" dirty="0">
              <a:solidFill>
                <a:srgbClr val="FFFFFF"/>
              </a:solidFill>
              <a:latin typeface="Deutsche Bank Text" panose="020B0503020202030204" charset="0"/>
              <a:sym typeface="Arial"/>
            </a:endParaRPr>
          </a:p>
          <a:p>
            <a:pPr defTabSz="1343985" fontAlgn="auto">
              <a:spcBef>
                <a:spcPts val="0"/>
              </a:spcBef>
              <a:spcAft>
                <a:spcPts val="0"/>
              </a:spcAft>
              <a:buClr>
                <a:srgbClr val="000000"/>
              </a:buClr>
              <a:defRPr/>
            </a:pPr>
            <a:endParaRPr lang="de-DE" sz="1029" kern="0" dirty="0">
              <a:solidFill>
                <a:srgbClr val="FFFFFF"/>
              </a:solidFill>
              <a:latin typeface="Deutsche Bank Text" panose="020B0503020202030204" charset="0"/>
              <a:sym typeface="Arial"/>
            </a:endParaRPr>
          </a:p>
          <a:p>
            <a:pPr defTabSz="1343985" fontAlgn="auto">
              <a:spcBef>
                <a:spcPts val="0"/>
              </a:spcBef>
              <a:spcAft>
                <a:spcPts val="0"/>
              </a:spcAft>
              <a:buClr>
                <a:srgbClr val="000000"/>
              </a:buClr>
              <a:defRPr/>
            </a:pPr>
            <a:endParaRPr lang="de-DE" sz="1029" kern="0" dirty="0">
              <a:solidFill>
                <a:srgbClr val="FFFFFF"/>
              </a:solidFill>
              <a:latin typeface="Deutsche Bank Text" panose="020B0503020202030204" charset="0"/>
              <a:sym typeface="Arial"/>
            </a:endParaRPr>
          </a:p>
          <a:p>
            <a:pPr algn="ctr" defTabSz="1343985" fontAlgn="auto">
              <a:spcBef>
                <a:spcPts val="0"/>
              </a:spcBef>
              <a:spcAft>
                <a:spcPts val="0"/>
              </a:spcAft>
              <a:buClr>
                <a:srgbClr val="000000"/>
              </a:buClr>
              <a:defRPr/>
            </a:pPr>
            <a:endParaRPr lang="de-DE" sz="1029" kern="0" dirty="0">
              <a:solidFill>
                <a:srgbClr val="FFFFFF"/>
              </a:solidFill>
              <a:latin typeface="Deutsche Bank Text" panose="020B0503020202030204" pitchFamily="34" charset="0"/>
              <a:sym typeface="Arial"/>
            </a:endParaRPr>
          </a:p>
        </p:txBody>
      </p:sp>
      <p:sp>
        <p:nvSpPr>
          <p:cNvPr id="10" name="Rechteck 9">
            <a:extLst>
              <a:ext uri="{FF2B5EF4-FFF2-40B4-BE49-F238E27FC236}">
                <a16:creationId xmlns:a16="http://schemas.microsoft.com/office/drawing/2014/main" id="{D3504752-7870-F636-62D4-4FD0BB4E7B93}"/>
              </a:ext>
            </a:extLst>
          </p:cNvPr>
          <p:cNvSpPr/>
          <p:nvPr/>
        </p:nvSpPr>
        <p:spPr>
          <a:xfrm>
            <a:off x="6037532" y="4009226"/>
            <a:ext cx="1793134" cy="1793134"/>
          </a:xfrm>
          <a:prstGeom prst="rect">
            <a:avLst/>
          </a:prstGeom>
          <a:solidFill>
            <a:srgbClr val="CCEDF9"/>
          </a:solidFill>
          <a:ln>
            <a:noFill/>
          </a:ln>
        </p:spPr>
        <p:style>
          <a:lnRef idx="2">
            <a:schemeClr val="accent1">
              <a:shade val="15000"/>
            </a:schemeClr>
          </a:lnRef>
          <a:fillRef idx="1">
            <a:schemeClr val="accent1"/>
          </a:fillRef>
          <a:effectRef idx="0">
            <a:schemeClr val="accent1"/>
          </a:effectRef>
          <a:fontRef idx="minor">
            <a:schemeClr val="lt1"/>
          </a:fontRef>
        </p:style>
        <p:txBody>
          <a:bodyPr tIns="132278" rIns="132278" bIns="132278" rtlCol="0" anchor="t" anchorCtr="0"/>
          <a:lstStyle/>
          <a:p>
            <a:pPr defTabSz="1343985" fontAlgn="auto">
              <a:spcBef>
                <a:spcPts val="0"/>
              </a:spcBef>
              <a:spcAft>
                <a:spcPts val="0"/>
              </a:spcAft>
              <a:buClr>
                <a:srgbClr val="000000"/>
              </a:buClr>
              <a:defRPr/>
            </a:pPr>
            <a:r>
              <a:rPr lang="en-US" sz="1029" kern="0" dirty="0">
                <a:solidFill>
                  <a:schemeClr val="tx1"/>
                </a:solidFill>
                <a:latin typeface="Deutsche Bank Text" panose="020B0503020202030204" charset="0"/>
                <a:sym typeface="Arial"/>
              </a:rPr>
              <a:t>Bright Blue 20 %</a:t>
            </a:r>
          </a:p>
          <a:p>
            <a:pPr defTabSz="1343985" fontAlgn="auto">
              <a:spcBef>
                <a:spcPts val="0"/>
              </a:spcBef>
              <a:spcAft>
                <a:spcPts val="0"/>
              </a:spcAft>
              <a:buClr>
                <a:srgbClr val="000000"/>
              </a:buClr>
              <a:defRPr/>
            </a:pPr>
            <a:endParaRPr lang="en-US" sz="1029" kern="0" dirty="0">
              <a:solidFill>
                <a:schemeClr val="tx1"/>
              </a:solidFill>
              <a:latin typeface="Deutsche Bank Text" panose="020B0503020202030204" charset="0"/>
              <a:sym typeface="Arial"/>
            </a:endParaRPr>
          </a:p>
          <a:p>
            <a:pPr defTabSz="1343985" fontAlgn="auto">
              <a:spcBef>
                <a:spcPts val="0"/>
              </a:spcBef>
              <a:spcAft>
                <a:spcPts val="0"/>
              </a:spcAft>
              <a:buClr>
                <a:srgbClr val="000000"/>
              </a:buClr>
              <a:defRPr/>
            </a:pPr>
            <a:r>
              <a:rPr lang="en-US" sz="1029" kern="0" dirty="0">
                <a:solidFill>
                  <a:schemeClr val="tx1"/>
                </a:solidFill>
                <a:latin typeface="Deutsche Bank Text" panose="020B0503020202030204" charset="0"/>
                <a:sym typeface="Arial"/>
              </a:rPr>
              <a:t>204|237|249</a:t>
            </a:r>
          </a:p>
          <a:p>
            <a:pPr defTabSz="1343985" fontAlgn="auto">
              <a:spcBef>
                <a:spcPts val="0"/>
              </a:spcBef>
              <a:spcAft>
                <a:spcPts val="0"/>
              </a:spcAft>
              <a:buClr>
                <a:srgbClr val="000000"/>
              </a:buClr>
              <a:defRPr/>
            </a:pPr>
            <a:r>
              <a:rPr lang="en-US" sz="1029" kern="0" dirty="0">
                <a:solidFill>
                  <a:schemeClr val="tx1"/>
                </a:solidFill>
                <a:latin typeface="Deutsche Bank Text" panose="020B0503020202030204" charset="0"/>
                <a:sym typeface="Arial"/>
              </a:rPr>
              <a:t>#CCEDF9</a:t>
            </a:r>
            <a:endParaRPr lang="de-DE" sz="1029" kern="0" dirty="0">
              <a:solidFill>
                <a:schemeClr val="tx1"/>
              </a:solidFill>
              <a:latin typeface="Deutsche Bank Text" panose="020B0503020202030204" pitchFamily="34" charset="0"/>
              <a:sym typeface="Arial"/>
            </a:endParaRPr>
          </a:p>
        </p:txBody>
      </p:sp>
      <p:sp>
        <p:nvSpPr>
          <p:cNvPr id="2" name="Rechteck 10">
            <a:extLst>
              <a:ext uri="{FF2B5EF4-FFF2-40B4-BE49-F238E27FC236}">
                <a16:creationId xmlns:a16="http://schemas.microsoft.com/office/drawing/2014/main" id="{03C965C7-2CD5-F839-C8CE-0B260BC41746}"/>
              </a:ext>
            </a:extLst>
          </p:cNvPr>
          <p:cNvSpPr/>
          <p:nvPr/>
        </p:nvSpPr>
        <p:spPr>
          <a:xfrm>
            <a:off x="7929509" y="4011110"/>
            <a:ext cx="1785817" cy="1791250"/>
          </a:xfrm>
          <a:prstGeom prst="rect">
            <a:avLst/>
          </a:prstGeom>
          <a:solidFill>
            <a:srgbClr val="EDF1F7"/>
          </a:solidFill>
          <a:ln>
            <a:noFill/>
          </a:ln>
        </p:spPr>
        <p:style>
          <a:lnRef idx="2">
            <a:schemeClr val="accent1">
              <a:shade val="15000"/>
            </a:schemeClr>
          </a:lnRef>
          <a:fillRef idx="1">
            <a:schemeClr val="accent1"/>
          </a:fillRef>
          <a:effectRef idx="0">
            <a:schemeClr val="accent1"/>
          </a:effectRef>
          <a:fontRef idx="minor">
            <a:schemeClr val="lt1"/>
          </a:fontRef>
        </p:style>
        <p:txBody>
          <a:bodyPr tIns="90000" rIns="90000" bIns="9000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30" b="0" i="0" u="none" strike="noStrike" kern="0" cap="none" spc="0" normalizeH="0" baseline="0" noProof="0" dirty="0">
                <a:ln>
                  <a:noFill/>
                </a:ln>
                <a:solidFill>
                  <a:schemeClr val="tx1"/>
                </a:solidFill>
                <a:effectLst/>
                <a:uLnTx/>
                <a:uFillTx/>
                <a:latin typeface="Deutsche Bank Text" panose="020B0503020202030204" charset="0"/>
                <a:ea typeface="+mn-ea"/>
                <a:cs typeface="+mn-cs"/>
                <a:sym typeface="Arial"/>
              </a:rPr>
              <a:t>Grey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30" b="0" i="0" u="none" strike="noStrike" kern="0" cap="none" spc="0" normalizeH="0" baseline="0" noProof="0" dirty="0">
              <a:ln>
                <a:noFill/>
              </a:ln>
              <a:solidFill>
                <a:schemeClr val="tx1"/>
              </a:solidFill>
              <a:effectLst/>
              <a:uLnTx/>
              <a:uFillTx/>
              <a:latin typeface="Deutsche Bank Text" panose="020B0503020202030204" charset="0"/>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30" b="0" i="0" u="none" strike="noStrike" kern="0" cap="none" spc="0" normalizeH="0" baseline="0" noProof="0" dirty="0">
                <a:ln>
                  <a:noFill/>
                </a:ln>
                <a:solidFill>
                  <a:schemeClr val="tx1"/>
                </a:solidFill>
                <a:effectLst/>
                <a:uLnTx/>
                <a:uFillTx/>
                <a:latin typeface="Deutsche Bank Text" panose="020B0503020202030204" charset="0"/>
                <a:ea typeface="+mn-ea"/>
                <a:cs typeface="+mn-cs"/>
                <a:sym typeface="Arial"/>
              </a:rPr>
              <a:t>337|241|247</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30" b="0" i="0" u="none" strike="noStrike" kern="0" cap="none" spc="0" normalizeH="0" baseline="0" noProof="0" dirty="0">
                <a:ln>
                  <a:noFill/>
                </a:ln>
                <a:solidFill>
                  <a:schemeClr val="tx1"/>
                </a:solidFill>
                <a:effectLst/>
                <a:uLnTx/>
                <a:uFillTx/>
                <a:latin typeface="Deutsche Bank Text" panose="020B0503020202030204" charset="0"/>
                <a:ea typeface="+mn-ea"/>
                <a:cs typeface="+mn-cs"/>
                <a:sym typeface="Arial"/>
              </a:rPr>
              <a:t>#EDF1F7</a:t>
            </a:r>
            <a:endParaRPr kumimoji="0" lang="de-DE" sz="1030" b="0" i="0" u="none" strike="noStrike" kern="0" cap="none" spc="0" normalizeH="0" baseline="0" noProof="0" dirty="0">
              <a:ln>
                <a:noFill/>
              </a:ln>
              <a:solidFill>
                <a:schemeClr val="tx1"/>
              </a:solidFill>
              <a:effectLst/>
              <a:uLnTx/>
              <a:uFillTx/>
              <a:latin typeface="Deutsche Bank Text" panose="020B0503020202030204" pitchFamily="34" charset="0"/>
              <a:ea typeface="+mn-ea"/>
              <a:cs typeface="+mn-cs"/>
              <a:sym typeface="Arial"/>
            </a:endParaRPr>
          </a:p>
        </p:txBody>
      </p:sp>
    </p:spTree>
    <p:extLst>
      <p:ext uri="{BB962C8B-B14F-4D97-AF65-F5344CB8AC3E}">
        <p14:creationId xmlns:p14="http://schemas.microsoft.com/office/powerpoint/2010/main" val="59232909"/>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F18FC7A2-2174-E720-903D-00852316AC79}"/>
              </a:ext>
            </a:extLst>
          </p:cNvPr>
          <p:cNvSpPr>
            <a:spLocks noGrp="1"/>
          </p:cNvSpPr>
          <p:nvPr>
            <p:ph type="sldNum" sz="quarter" idx="4"/>
          </p:nvPr>
        </p:nvSpPr>
        <p:spPr/>
        <p:txBody>
          <a:bodyPr/>
          <a:lstStyle/>
          <a:p>
            <a:fld id="{D71DA9FD-6EF8-4CC5-AF9B-B6159B5B937C}" type="slidenum">
              <a:rPr lang="en-GB" noProof="1" smtClean="0"/>
              <a:pPr/>
              <a:t>40</a:t>
            </a:fld>
            <a:endParaRPr lang="en-GB" noProof="1"/>
          </a:p>
        </p:txBody>
      </p:sp>
      <p:sp>
        <p:nvSpPr>
          <p:cNvPr id="5" name="Fußzeilenplatzhalter 4">
            <a:extLst>
              <a:ext uri="{FF2B5EF4-FFF2-40B4-BE49-F238E27FC236}">
                <a16:creationId xmlns:a16="http://schemas.microsoft.com/office/drawing/2014/main" id="{FCC32C1A-6025-28FF-A4D5-27A17ABBE204}"/>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6" name="Titel 5">
            <a:extLst>
              <a:ext uri="{FF2B5EF4-FFF2-40B4-BE49-F238E27FC236}">
                <a16:creationId xmlns:a16="http://schemas.microsoft.com/office/drawing/2014/main" id="{D61507A8-09A9-794F-FEAC-24CB7E6E46E9}"/>
              </a:ext>
            </a:extLst>
          </p:cNvPr>
          <p:cNvSpPr>
            <a:spLocks noGrp="1"/>
          </p:cNvSpPr>
          <p:nvPr>
            <p:ph type="title"/>
          </p:nvPr>
        </p:nvSpPr>
        <p:spPr/>
        <p:txBody>
          <a:bodyPr/>
          <a:lstStyle/>
          <a:p>
            <a:r>
              <a:rPr lang="de-DE" dirty="0"/>
              <a:t>Identifier</a:t>
            </a:r>
          </a:p>
        </p:txBody>
      </p:sp>
      <p:sp>
        <p:nvSpPr>
          <p:cNvPr id="7" name="Inhaltsplatzhalter 5">
            <a:extLst>
              <a:ext uri="{FF2B5EF4-FFF2-40B4-BE49-F238E27FC236}">
                <a16:creationId xmlns:a16="http://schemas.microsoft.com/office/drawing/2014/main" id="{9A517C05-FCAD-A2DF-FF19-6DB366509EDB}"/>
              </a:ext>
            </a:extLst>
          </p:cNvPr>
          <p:cNvSpPr>
            <a:spLocks noGrp="1"/>
          </p:cNvSpPr>
          <p:nvPr>
            <p:ph sz="quarter" idx="10"/>
          </p:nvPr>
        </p:nvSpPr>
        <p:spPr>
          <a:xfrm>
            <a:off x="359999" y="1079500"/>
            <a:ext cx="3848835" cy="2111172"/>
          </a:xfrm>
        </p:spPr>
        <p:txBody>
          <a:bodyPr/>
          <a:lstStyle/>
          <a:p>
            <a:pPr lvl="2"/>
            <a:r>
              <a:rPr lang="en-GB" sz="1200" noProof="0" dirty="0"/>
              <a:t>The use of corporate divisions in identifiers is optional. It can be set in the slide master for all content slides and separately in each title slide template.</a:t>
            </a:r>
            <a:br>
              <a:rPr lang="en-GB" sz="1200" noProof="0" dirty="0"/>
            </a:br>
            <a:endParaRPr lang="en-GB" sz="1200" noProof="0" dirty="0"/>
          </a:p>
          <a:p>
            <a:pPr lvl="2"/>
            <a:r>
              <a:rPr lang="en-GB" sz="1200" noProof="0" dirty="0"/>
              <a:t>Only valid divisions may be used in the identifier in conjunction with the title line "Deutsche Bank" or "Deutsche Bank Group".</a:t>
            </a:r>
            <a:br>
              <a:rPr lang="en-GB" sz="1200" noProof="0" dirty="0"/>
            </a:br>
            <a:endParaRPr lang="en-GB" sz="1200" noProof="0" dirty="0"/>
          </a:p>
          <a:p>
            <a:pPr lvl="2"/>
            <a:r>
              <a:rPr lang="en-GB" sz="1200" noProof="0" dirty="0"/>
              <a:t>The identifier must not be used for event titles or projects.</a:t>
            </a:r>
          </a:p>
        </p:txBody>
      </p:sp>
      <p:grpSp>
        <p:nvGrpSpPr>
          <p:cNvPr id="29" name="Gruppieren 28">
            <a:extLst>
              <a:ext uri="{FF2B5EF4-FFF2-40B4-BE49-F238E27FC236}">
                <a16:creationId xmlns:a16="http://schemas.microsoft.com/office/drawing/2014/main" id="{CE945E2B-097C-B62A-6B4F-A26490185F53}"/>
              </a:ext>
            </a:extLst>
          </p:cNvPr>
          <p:cNvGrpSpPr>
            <a:grpSpLocks noChangeAspect="1"/>
          </p:cNvGrpSpPr>
          <p:nvPr/>
        </p:nvGrpSpPr>
        <p:grpSpPr>
          <a:xfrm>
            <a:off x="4548424" y="1082246"/>
            <a:ext cx="5171635" cy="759798"/>
            <a:chOff x="4732238" y="3381769"/>
            <a:chExt cx="4146550" cy="609196"/>
          </a:xfrm>
        </p:grpSpPr>
        <p:pic>
          <p:nvPicPr>
            <p:cNvPr id="2" name="Grafik 1">
              <a:extLst>
                <a:ext uri="{FF2B5EF4-FFF2-40B4-BE49-F238E27FC236}">
                  <a16:creationId xmlns:a16="http://schemas.microsoft.com/office/drawing/2014/main" id="{2F0B92E4-473C-EA44-F1F5-115A56598FD0}"/>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732238" y="3381769"/>
              <a:ext cx="4146550" cy="609196"/>
            </a:xfrm>
            <a:prstGeom prst="rect">
              <a:avLst/>
            </a:prstGeom>
            <a:ln w="6350">
              <a:solidFill>
                <a:srgbClr val="8794A1"/>
              </a:solidFill>
            </a:ln>
          </p:spPr>
        </p:pic>
        <p:sp>
          <p:nvSpPr>
            <p:cNvPr id="3" name="Rectangle 8">
              <a:extLst>
                <a:ext uri="{FF2B5EF4-FFF2-40B4-BE49-F238E27FC236}">
                  <a16:creationId xmlns:a16="http://schemas.microsoft.com/office/drawing/2014/main" id="{3C5D45E2-080F-BF5B-9567-8BE75D49586A}"/>
                </a:ext>
              </a:extLst>
            </p:cNvPr>
            <p:cNvSpPr/>
            <p:nvPr/>
          </p:nvSpPr>
          <p:spPr bwMode="auto">
            <a:xfrm flipH="1" flipV="1">
              <a:off x="6089856" y="3571643"/>
              <a:ext cx="243734" cy="368877"/>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20" name="Rectangle 14">
              <a:extLst>
                <a:ext uri="{FF2B5EF4-FFF2-40B4-BE49-F238E27FC236}">
                  <a16:creationId xmlns:a16="http://schemas.microsoft.com/office/drawing/2014/main" id="{444E1BB5-4448-D943-0A29-CBD07F9B177B}"/>
                </a:ext>
              </a:extLst>
            </p:cNvPr>
            <p:cNvSpPr/>
            <p:nvPr/>
          </p:nvSpPr>
          <p:spPr bwMode="auto">
            <a:xfrm>
              <a:off x="7825668" y="3405164"/>
              <a:ext cx="240175" cy="99704"/>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grpSp>
      <p:grpSp>
        <p:nvGrpSpPr>
          <p:cNvPr id="30" name="Gruppieren 29">
            <a:extLst>
              <a:ext uri="{FF2B5EF4-FFF2-40B4-BE49-F238E27FC236}">
                <a16:creationId xmlns:a16="http://schemas.microsoft.com/office/drawing/2014/main" id="{A90AB16B-4EBA-7A8B-5C48-4F7FD58B46E9}"/>
              </a:ext>
            </a:extLst>
          </p:cNvPr>
          <p:cNvGrpSpPr>
            <a:grpSpLocks noChangeAspect="1"/>
          </p:cNvGrpSpPr>
          <p:nvPr/>
        </p:nvGrpSpPr>
        <p:grpSpPr>
          <a:xfrm>
            <a:off x="360363" y="3452974"/>
            <a:ext cx="5169651" cy="3387563"/>
            <a:chOff x="4732235" y="4107174"/>
            <a:chExt cx="4144961" cy="2716105"/>
          </a:xfrm>
        </p:grpSpPr>
        <p:pic>
          <p:nvPicPr>
            <p:cNvPr id="22" name="Grafik 21">
              <a:extLst>
                <a:ext uri="{FF2B5EF4-FFF2-40B4-BE49-F238E27FC236}">
                  <a16:creationId xmlns:a16="http://schemas.microsoft.com/office/drawing/2014/main" id="{169ABBD3-526C-8543-1A57-EF35B83AB49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732236" y="4107174"/>
              <a:ext cx="4144960" cy="2716105"/>
            </a:xfrm>
            <a:prstGeom prst="rect">
              <a:avLst/>
            </a:prstGeom>
            <a:ln w="6350">
              <a:solidFill>
                <a:srgbClr val="8794A1"/>
              </a:solidFill>
            </a:ln>
          </p:spPr>
        </p:pic>
        <p:sp>
          <p:nvSpPr>
            <p:cNvPr id="23" name="Rectangle 8">
              <a:extLst>
                <a:ext uri="{FF2B5EF4-FFF2-40B4-BE49-F238E27FC236}">
                  <a16:creationId xmlns:a16="http://schemas.microsoft.com/office/drawing/2014/main" id="{CD3D3FAA-757B-0427-2CA8-37863CAB18FC}"/>
                </a:ext>
              </a:extLst>
            </p:cNvPr>
            <p:cNvSpPr/>
            <p:nvPr/>
          </p:nvSpPr>
          <p:spPr bwMode="auto">
            <a:xfrm>
              <a:off x="4732235" y="5308657"/>
              <a:ext cx="1133765" cy="654627"/>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24" name="Rectangle 8">
              <a:extLst>
                <a:ext uri="{FF2B5EF4-FFF2-40B4-BE49-F238E27FC236}">
                  <a16:creationId xmlns:a16="http://schemas.microsoft.com/office/drawing/2014/main" id="{52D6AE28-E587-746E-9B17-FFAE4CA9B2D6}"/>
                </a:ext>
              </a:extLst>
            </p:cNvPr>
            <p:cNvSpPr/>
            <p:nvPr/>
          </p:nvSpPr>
          <p:spPr bwMode="auto">
            <a:xfrm>
              <a:off x="6523304" y="6646111"/>
              <a:ext cx="641560" cy="115384"/>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27" name="Rectangle 8">
              <a:extLst>
                <a:ext uri="{FF2B5EF4-FFF2-40B4-BE49-F238E27FC236}">
                  <a16:creationId xmlns:a16="http://schemas.microsoft.com/office/drawing/2014/main" id="{A2D3AFC8-CF47-4506-B8BD-EDA53066168D}"/>
                </a:ext>
              </a:extLst>
            </p:cNvPr>
            <p:cNvSpPr/>
            <p:nvPr/>
          </p:nvSpPr>
          <p:spPr bwMode="auto">
            <a:xfrm>
              <a:off x="4959832" y="4124360"/>
              <a:ext cx="364109" cy="84983"/>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grpSp>
      <p:grpSp>
        <p:nvGrpSpPr>
          <p:cNvPr id="31" name="Gruppieren 30">
            <a:extLst>
              <a:ext uri="{FF2B5EF4-FFF2-40B4-BE49-F238E27FC236}">
                <a16:creationId xmlns:a16="http://schemas.microsoft.com/office/drawing/2014/main" id="{DC1E3853-E020-8DD4-BD5D-953DF32889D0}"/>
              </a:ext>
            </a:extLst>
          </p:cNvPr>
          <p:cNvGrpSpPr>
            <a:grpSpLocks noChangeAspect="1"/>
          </p:cNvGrpSpPr>
          <p:nvPr/>
        </p:nvGrpSpPr>
        <p:grpSpPr>
          <a:xfrm>
            <a:off x="4548990" y="2027427"/>
            <a:ext cx="5169650" cy="3034256"/>
            <a:chOff x="409475" y="4390452"/>
            <a:chExt cx="4144960" cy="2432828"/>
          </a:xfrm>
        </p:grpSpPr>
        <p:pic>
          <p:nvPicPr>
            <p:cNvPr id="21" name="Grafik 20">
              <a:extLst>
                <a:ext uri="{FF2B5EF4-FFF2-40B4-BE49-F238E27FC236}">
                  <a16:creationId xmlns:a16="http://schemas.microsoft.com/office/drawing/2014/main" id="{273471CE-ABC8-589D-FBF7-25E512EFB23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409475" y="4390452"/>
              <a:ext cx="4144960" cy="2432828"/>
            </a:xfrm>
            <a:prstGeom prst="rect">
              <a:avLst/>
            </a:prstGeom>
            <a:ln w="6350">
              <a:solidFill>
                <a:srgbClr val="8794A1"/>
              </a:solidFill>
            </a:ln>
          </p:spPr>
        </p:pic>
        <p:sp>
          <p:nvSpPr>
            <p:cNvPr id="25" name="Rectangle 8">
              <a:extLst>
                <a:ext uri="{FF2B5EF4-FFF2-40B4-BE49-F238E27FC236}">
                  <a16:creationId xmlns:a16="http://schemas.microsoft.com/office/drawing/2014/main" id="{86EA4049-D501-77C4-ECD1-F71128C0FFF2}"/>
                </a:ext>
              </a:extLst>
            </p:cNvPr>
            <p:cNvSpPr/>
            <p:nvPr/>
          </p:nvSpPr>
          <p:spPr bwMode="auto">
            <a:xfrm>
              <a:off x="662597" y="5722553"/>
              <a:ext cx="931007" cy="1100727"/>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26" name="Rectangle 8">
              <a:extLst>
                <a:ext uri="{FF2B5EF4-FFF2-40B4-BE49-F238E27FC236}">
                  <a16:creationId xmlns:a16="http://schemas.microsoft.com/office/drawing/2014/main" id="{1332C765-A663-D494-D91A-8BF57B043F34}"/>
                </a:ext>
              </a:extLst>
            </p:cNvPr>
            <p:cNvSpPr/>
            <p:nvPr/>
          </p:nvSpPr>
          <p:spPr bwMode="auto">
            <a:xfrm>
              <a:off x="2395813" y="5549174"/>
              <a:ext cx="931007" cy="194635"/>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28" name="Rectangle 8">
              <a:extLst>
                <a:ext uri="{FF2B5EF4-FFF2-40B4-BE49-F238E27FC236}">
                  <a16:creationId xmlns:a16="http://schemas.microsoft.com/office/drawing/2014/main" id="{716D6187-93B9-2B38-737C-72798BFD682B}"/>
                </a:ext>
              </a:extLst>
            </p:cNvPr>
            <p:cNvSpPr/>
            <p:nvPr/>
          </p:nvSpPr>
          <p:spPr bwMode="auto">
            <a:xfrm>
              <a:off x="652031" y="4416030"/>
              <a:ext cx="395307" cy="84983"/>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grpSp>
    </p:spTree>
    <p:extLst>
      <p:ext uri="{BB962C8B-B14F-4D97-AF65-F5344CB8AC3E}">
        <p14:creationId xmlns:p14="http://schemas.microsoft.com/office/powerpoint/2010/main" val="3649758891"/>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E0EF678C-86A1-BB53-F008-8C07FBC4931D}"/>
              </a:ext>
            </a:extLst>
          </p:cNvPr>
          <p:cNvSpPr>
            <a:spLocks noGrp="1"/>
          </p:cNvSpPr>
          <p:nvPr>
            <p:ph type="sldNum" sz="quarter" idx="4"/>
          </p:nvPr>
        </p:nvSpPr>
        <p:spPr/>
        <p:txBody>
          <a:bodyPr/>
          <a:lstStyle/>
          <a:p>
            <a:fld id="{D71DA9FD-6EF8-4CC5-AF9B-B6159B5B937C}" type="slidenum">
              <a:rPr lang="en-GB" noProof="1" smtClean="0"/>
              <a:pPr/>
              <a:t>41</a:t>
            </a:fld>
            <a:endParaRPr lang="en-GB" noProof="1"/>
          </a:p>
        </p:txBody>
      </p:sp>
      <p:sp>
        <p:nvSpPr>
          <p:cNvPr id="3" name="Fußzeilenplatzhalter 2">
            <a:extLst>
              <a:ext uri="{FF2B5EF4-FFF2-40B4-BE49-F238E27FC236}">
                <a16:creationId xmlns:a16="http://schemas.microsoft.com/office/drawing/2014/main" id="{FDCA71F1-5F72-A90C-5B4E-19EF32EE80BD}"/>
              </a:ext>
            </a:extLst>
          </p:cNvPr>
          <p:cNvSpPr>
            <a:spLocks noGrp="1"/>
          </p:cNvSpPr>
          <p:nvPr>
            <p:ph type="ftr" sz="quarter" idx="3"/>
          </p:nvPr>
        </p:nvSpPr>
        <p:spPr/>
        <p:txBody>
          <a:bodyPr/>
          <a:lstStyle/>
          <a:p>
            <a:pPr>
              <a:defRPr/>
            </a:pPr>
            <a:r>
              <a:rPr lang="en-GB">
                <a:ea typeface="Deutsche Bank Text" panose="020B0503020202030204" pitchFamily="34" charset="0"/>
              </a:rPr>
              <a:t>Speaker name. Name of event or project. Date</a:t>
            </a:r>
            <a:endParaRPr lang="en-GB" dirty="0">
              <a:ea typeface="Deutsche Bank Text" panose="020B0503020202030204" pitchFamily="34" charset="0"/>
            </a:endParaRPr>
          </a:p>
        </p:txBody>
      </p:sp>
      <p:sp>
        <p:nvSpPr>
          <p:cNvPr id="5" name="Titel 4">
            <a:extLst>
              <a:ext uri="{FF2B5EF4-FFF2-40B4-BE49-F238E27FC236}">
                <a16:creationId xmlns:a16="http://schemas.microsoft.com/office/drawing/2014/main" id="{7C2DBF4F-31AD-DA87-1BD6-3531642FD313}"/>
              </a:ext>
            </a:extLst>
          </p:cNvPr>
          <p:cNvSpPr>
            <a:spLocks noGrp="1"/>
          </p:cNvSpPr>
          <p:nvPr>
            <p:ph type="title"/>
          </p:nvPr>
        </p:nvSpPr>
        <p:spPr/>
        <p:txBody>
          <a:bodyPr/>
          <a:lstStyle/>
          <a:p>
            <a:r>
              <a:rPr lang="en-GB" dirty="0"/>
              <a:t>User Tips</a:t>
            </a:r>
            <a:endParaRPr lang="de-DE" dirty="0"/>
          </a:p>
        </p:txBody>
      </p:sp>
      <p:grpSp>
        <p:nvGrpSpPr>
          <p:cNvPr id="8" name="Group 28">
            <a:extLst>
              <a:ext uri="{FF2B5EF4-FFF2-40B4-BE49-F238E27FC236}">
                <a16:creationId xmlns:a16="http://schemas.microsoft.com/office/drawing/2014/main" id="{8EB66623-9303-DDE3-3079-5DBD6B61563E}"/>
              </a:ext>
            </a:extLst>
          </p:cNvPr>
          <p:cNvGrpSpPr/>
          <p:nvPr/>
        </p:nvGrpSpPr>
        <p:grpSpPr>
          <a:xfrm>
            <a:off x="369893" y="3966252"/>
            <a:ext cx="5446039" cy="746821"/>
            <a:chOff x="5340351" y="2344212"/>
            <a:chExt cx="3465510" cy="475229"/>
          </a:xfrm>
        </p:grpSpPr>
        <p:pic>
          <p:nvPicPr>
            <p:cNvPr id="9" name="Picture 10">
              <a:extLst>
                <a:ext uri="{FF2B5EF4-FFF2-40B4-BE49-F238E27FC236}">
                  <a16:creationId xmlns:a16="http://schemas.microsoft.com/office/drawing/2014/main" id="{373F6ED4-5B36-4866-9325-BBA9BE78EF0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22242"/>
            <a:stretch/>
          </p:blipFill>
          <p:spPr>
            <a:xfrm>
              <a:off x="5340351" y="2344212"/>
              <a:ext cx="3465510" cy="475229"/>
            </a:xfrm>
            <a:prstGeom prst="rect">
              <a:avLst/>
            </a:prstGeom>
            <a:ln w="6350">
              <a:solidFill>
                <a:srgbClr val="8794A1"/>
              </a:solidFill>
            </a:ln>
          </p:spPr>
        </p:pic>
        <p:sp>
          <p:nvSpPr>
            <p:cNvPr id="10" name="Rectangle 11">
              <a:extLst>
                <a:ext uri="{FF2B5EF4-FFF2-40B4-BE49-F238E27FC236}">
                  <a16:creationId xmlns:a16="http://schemas.microsoft.com/office/drawing/2014/main" id="{F7E0DB3E-87FA-11B9-4059-FE0E2F3AC212}"/>
                </a:ext>
              </a:extLst>
            </p:cNvPr>
            <p:cNvSpPr/>
            <p:nvPr/>
          </p:nvSpPr>
          <p:spPr bwMode="auto">
            <a:xfrm>
              <a:off x="8327157" y="2480751"/>
              <a:ext cx="228600" cy="114300"/>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11" name="Rectangle 13">
              <a:extLst>
                <a:ext uri="{FF2B5EF4-FFF2-40B4-BE49-F238E27FC236}">
                  <a16:creationId xmlns:a16="http://schemas.microsoft.com/office/drawing/2014/main" id="{02E2DF5A-E181-ADE1-AC8B-4218250C5904}"/>
                </a:ext>
              </a:extLst>
            </p:cNvPr>
            <p:cNvSpPr/>
            <p:nvPr/>
          </p:nvSpPr>
          <p:spPr bwMode="auto">
            <a:xfrm>
              <a:off x="5507757" y="2363107"/>
              <a:ext cx="166256" cy="98713"/>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grpSp>
      <p:grpSp>
        <p:nvGrpSpPr>
          <p:cNvPr id="12" name="Group 29">
            <a:extLst>
              <a:ext uri="{FF2B5EF4-FFF2-40B4-BE49-F238E27FC236}">
                <a16:creationId xmlns:a16="http://schemas.microsoft.com/office/drawing/2014/main" id="{0670EB15-E1C9-C1F4-6C73-86876CF42764}"/>
              </a:ext>
            </a:extLst>
          </p:cNvPr>
          <p:cNvGrpSpPr/>
          <p:nvPr/>
        </p:nvGrpSpPr>
        <p:grpSpPr>
          <a:xfrm>
            <a:off x="369893" y="1079500"/>
            <a:ext cx="5446039" cy="1371947"/>
            <a:chOff x="5340351" y="1168836"/>
            <a:chExt cx="3465510" cy="873019"/>
          </a:xfrm>
        </p:grpSpPr>
        <p:pic>
          <p:nvPicPr>
            <p:cNvPr id="13" name="Picture 7">
              <a:extLst>
                <a:ext uri="{FF2B5EF4-FFF2-40B4-BE49-F238E27FC236}">
                  <a16:creationId xmlns:a16="http://schemas.microsoft.com/office/drawing/2014/main" id="{68379356-777F-67DB-49E6-AC9ED5B584E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5039"/>
            <a:stretch/>
          </p:blipFill>
          <p:spPr>
            <a:xfrm>
              <a:off x="5340351" y="1168836"/>
              <a:ext cx="3465510" cy="873019"/>
            </a:xfrm>
            <a:prstGeom prst="rect">
              <a:avLst/>
            </a:prstGeom>
            <a:ln w="6350">
              <a:solidFill>
                <a:srgbClr val="8794A1"/>
              </a:solidFill>
            </a:ln>
          </p:spPr>
        </p:pic>
        <p:sp>
          <p:nvSpPr>
            <p:cNvPr id="14" name="Rectangle 8">
              <a:extLst>
                <a:ext uri="{FF2B5EF4-FFF2-40B4-BE49-F238E27FC236}">
                  <a16:creationId xmlns:a16="http://schemas.microsoft.com/office/drawing/2014/main" id="{9A994A65-29E1-E14C-4689-D9F861F576A2}"/>
                </a:ext>
              </a:extLst>
            </p:cNvPr>
            <p:cNvSpPr/>
            <p:nvPr/>
          </p:nvSpPr>
          <p:spPr bwMode="auto">
            <a:xfrm>
              <a:off x="6343359" y="1259074"/>
              <a:ext cx="348096" cy="114300"/>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15" name="Rectangle 14">
              <a:extLst>
                <a:ext uri="{FF2B5EF4-FFF2-40B4-BE49-F238E27FC236}">
                  <a16:creationId xmlns:a16="http://schemas.microsoft.com/office/drawing/2014/main" id="{6CACAC17-9805-3BE0-9565-FB02DA9E8EFC}"/>
                </a:ext>
              </a:extLst>
            </p:cNvPr>
            <p:cNvSpPr/>
            <p:nvPr/>
          </p:nvSpPr>
          <p:spPr bwMode="auto">
            <a:xfrm>
              <a:off x="5518148" y="1175080"/>
              <a:ext cx="166256" cy="98713"/>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16" name="Rectangle 30">
              <a:extLst>
                <a:ext uri="{FF2B5EF4-FFF2-40B4-BE49-F238E27FC236}">
                  <a16:creationId xmlns:a16="http://schemas.microsoft.com/office/drawing/2014/main" id="{69DE5373-D733-537B-159E-F6EBA4267A54}"/>
                </a:ext>
              </a:extLst>
            </p:cNvPr>
            <p:cNvSpPr/>
            <p:nvPr/>
          </p:nvSpPr>
          <p:spPr bwMode="auto">
            <a:xfrm>
              <a:off x="6343359" y="1388597"/>
              <a:ext cx="1953066" cy="653257"/>
            </a:xfrm>
            <a:prstGeom prst="rect">
              <a:avLst/>
            </a:prstGeom>
            <a:noFill/>
            <a:ln w="12700">
              <a:solidFill>
                <a:schemeClr val="accent3"/>
              </a:solidFill>
              <a:miter lim="800000"/>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grpSp>
      <p:sp>
        <p:nvSpPr>
          <p:cNvPr id="27" name="Inhaltsplatzhalter 5">
            <a:extLst>
              <a:ext uri="{FF2B5EF4-FFF2-40B4-BE49-F238E27FC236}">
                <a16:creationId xmlns:a16="http://schemas.microsoft.com/office/drawing/2014/main" id="{178A3E64-E440-AA7C-E603-548D24CA64F3}"/>
              </a:ext>
            </a:extLst>
          </p:cNvPr>
          <p:cNvSpPr txBox="1">
            <a:spLocks/>
          </p:cNvSpPr>
          <p:nvPr/>
        </p:nvSpPr>
        <p:spPr>
          <a:xfrm>
            <a:off x="360363" y="2547765"/>
            <a:ext cx="5372920" cy="304555"/>
          </a:xfrm>
          <a:prstGeom prst="rect">
            <a:avLst/>
          </a:prstGeom>
        </p:spPr>
        <p:txBody>
          <a:bodyPr vert="horz" lIns="0" tIns="0" rIns="0" bIns="0" rtlCol="0">
            <a:noAutofit/>
          </a:bodyPr>
          <a:lst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tx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tx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tx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tx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a:lstStyle>
          <a:p>
            <a:pPr marL="0" lvl="2" indent="0" defTabSz="914400">
              <a:buFont typeface="Arial" charset="0"/>
              <a:buNone/>
            </a:pPr>
            <a:r>
              <a:rPr lang="en-US" sz="900" dirty="0"/>
              <a:t>Select title, chapter and content designs from the available options in the Layout menu. You can as well choose from the pre-defined slides. </a:t>
            </a:r>
            <a:endParaRPr lang="de-DE" sz="900" dirty="0"/>
          </a:p>
        </p:txBody>
      </p:sp>
      <p:sp>
        <p:nvSpPr>
          <p:cNvPr id="28" name="Inhaltsplatzhalter 5">
            <a:extLst>
              <a:ext uri="{FF2B5EF4-FFF2-40B4-BE49-F238E27FC236}">
                <a16:creationId xmlns:a16="http://schemas.microsoft.com/office/drawing/2014/main" id="{67A44F74-3330-F22B-C089-EDFB44F474AD}"/>
              </a:ext>
            </a:extLst>
          </p:cNvPr>
          <p:cNvSpPr txBox="1">
            <a:spLocks/>
          </p:cNvSpPr>
          <p:nvPr/>
        </p:nvSpPr>
        <p:spPr>
          <a:xfrm>
            <a:off x="360363" y="4822743"/>
            <a:ext cx="3893010" cy="382429"/>
          </a:xfrm>
          <a:prstGeom prst="rect">
            <a:avLst/>
          </a:prstGeom>
        </p:spPr>
        <p:txBody>
          <a:bodyPr vert="horz" lIns="0" tIns="0" rIns="0" bIns="0" rtlCol="0">
            <a:noAutofit/>
          </a:bodyPr>
          <a:lst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tx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tx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tx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tx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a:lstStyle>
          <a:p>
            <a:pPr marL="0" lvl="2" indent="0">
              <a:buNone/>
            </a:pPr>
            <a:r>
              <a:rPr lang="en-US" sz="900" noProof="0" dirty="0"/>
              <a:t>Use the pre-defined text formats, by increasing or decreasing the list-level</a:t>
            </a:r>
            <a:endParaRPr lang="de-DE" sz="900" noProof="0" dirty="0"/>
          </a:p>
        </p:txBody>
      </p:sp>
      <p:sp>
        <p:nvSpPr>
          <p:cNvPr id="30" name="Inhaltsplatzhalter 4">
            <a:extLst>
              <a:ext uri="{FF2B5EF4-FFF2-40B4-BE49-F238E27FC236}">
                <a16:creationId xmlns:a16="http://schemas.microsoft.com/office/drawing/2014/main" id="{0610284D-CFCE-BDB9-F228-90DAE0FA528F}"/>
              </a:ext>
            </a:extLst>
          </p:cNvPr>
          <p:cNvSpPr txBox="1">
            <a:spLocks/>
          </p:cNvSpPr>
          <p:nvPr/>
        </p:nvSpPr>
        <p:spPr>
          <a:xfrm>
            <a:off x="360362" y="6135588"/>
            <a:ext cx="1814467" cy="704950"/>
          </a:xfrm>
          <a:prstGeom prst="rect">
            <a:avLst/>
          </a:prstGeom>
        </p:spPr>
        <p:txBody>
          <a:bodyPr vert="horz" lIns="0" tIns="0" rIns="0" bIns="0" rtlCol="0">
            <a:noAutofit/>
          </a:bodyPr>
          <a:lst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tx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tx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tx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tx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a:lstStyle>
          <a:p>
            <a:pPr defTabSz="914400"/>
            <a:r>
              <a:rPr lang="en-GB" sz="900" dirty="0"/>
              <a:t>Further definitions, best practice samples, colours, icons and guidelines will be added with future updates.</a:t>
            </a:r>
          </a:p>
        </p:txBody>
      </p:sp>
      <p:sp>
        <p:nvSpPr>
          <p:cNvPr id="4" name="Inhaltsplatzhalter 5">
            <a:extLst>
              <a:ext uri="{FF2B5EF4-FFF2-40B4-BE49-F238E27FC236}">
                <a16:creationId xmlns:a16="http://schemas.microsoft.com/office/drawing/2014/main" id="{677428B9-B458-1075-564F-3DB1A6C3CA4B}"/>
              </a:ext>
            </a:extLst>
          </p:cNvPr>
          <p:cNvSpPr txBox="1">
            <a:spLocks/>
          </p:cNvSpPr>
          <p:nvPr/>
        </p:nvSpPr>
        <p:spPr>
          <a:xfrm>
            <a:off x="8074012" y="3959225"/>
            <a:ext cx="1355295" cy="2060414"/>
          </a:xfrm>
          <a:prstGeom prst="rect">
            <a:avLst/>
          </a:prstGeom>
        </p:spPr>
        <p:txBody>
          <a:bodyPr vert="horz" lIns="0" tIns="0" rIns="0" bIns="0" rtlCol="0">
            <a:noAutofit/>
          </a:bodyPr>
          <a:lstStyle>
            <a:lvl1pPr algn="l" rtl="0" eaLnBrk="1" fontAlgn="base" hangingPunct="1">
              <a:lnSpc>
                <a:spcPct val="100000"/>
              </a:lnSpc>
              <a:spcBef>
                <a:spcPts val="0"/>
              </a:spcBef>
              <a:spcAft>
                <a:spcPts val="0"/>
              </a:spcAft>
              <a:defRPr sz="1400" kern="1200" baseline="0">
                <a:solidFill>
                  <a:srgbClr val="00A3E0"/>
                </a:solidFill>
                <a:latin typeface="+mn-lt"/>
                <a:ea typeface="ＭＳ Ｐゴシック" pitchFamily="-109" charset="-128"/>
                <a:cs typeface="ＭＳ Ｐゴシック" pitchFamily="-109" charset="-128"/>
              </a:defRPr>
            </a:lvl1pPr>
            <a:lvl2pPr algn="l" rtl="0" eaLnBrk="1" fontAlgn="base" hangingPunct="1">
              <a:lnSpc>
                <a:spcPct val="100000"/>
              </a:lnSpc>
              <a:spcBef>
                <a:spcPts val="0"/>
              </a:spcBef>
              <a:spcAft>
                <a:spcPts val="0"/>
              </a:spcAft>
              <a:defRPr sz="1400" kern="1200" baseline="0">
                <a:solidFill>
                  <a:schemeClr val="tx1"/>
                </a:solidFill>
                <a:latin typeface="+mn-lt"/>
                <a:ea typeface="ＭＳ Ｐゴシック" pitchFamily="-109" charset="-128"/>
              </a:defRPr>
            </a:lvl2pPr>
            <a:lvl3pPr marL="370390" indent="-370390" algn="l" rtl="0" eaLnBrk="1" fontAlgn="base" hangingPunct="1">
              <a:lnSpc>
                <a:spcPct val="100000"/>
              </a:lnSpc>
              <a:spcBef>
                <a:spcPts val="0"/>
              </a:spcBef>
              <a:spcAft>
                <a:spcPts val="0"/>
              </a:spcAft>
              <a:buFont typeface="Arial" charset="0"/>
              <a:buChar char="—"/>
              <a:defRPr sz="1400" kern="1200" baseline="0">
                <a:solidFill>
                  <a:schemeClr val="tx1"/>
                </a:solidFill>
                <a:latin typeface="+mn-lt"/>
                <a:ea typeface="Deutsche Bank Text" panose="020B0503020202030204" pitchFamily="34" charset="0"/>
                <a:cs typeface="Deutsche Bank Text" panose="020B0503020202030204" pitchFamily="34" charset="0"/>
              </a:defRPr>
            </a:lvl3pPr>
            <a:lvl4pPr marL="687866" indent="-317477" algn="l" rtl="0" eaLnBrk="1" fontAlgn="base" hangingPunct="1">
              <a:lnSpc>
                <a:spcPct val="100000"/>
              </a:lnSpc>
              <a:spcBef>
                <a:spcPts val="0"/>
              </a:spcBef>
              <a:spcAft>
                <a:spcPts val="0"/>
              </a:spcAft>
              <a:buFont typeface="Arial" charset="0"/>
              <a:buChar char="—"/>
              <a:defRPr sz="1200" kern="1200" baseline="0">
                <a:solidFill>
                  <a:schemeClr val="tx1"/>
                </a:solidFill>
                <a:latin typeface="+mn-lt"/>
                <a:ea typeface="ＭＳ Ｐゴシック" pitchFamily="-109" charset="-128"/>
              </a:defRPr>
            </a:lvl4pPr>
            <a:lvl5pPr marL="1054655" indent="-333664" algn="l" rtl="0" eaLnBrk="1" fontAlgn="base" hangingPunct="1">
              <a:lnSpc>
                <a:spcPct val="100000"/>
              </a:lnSpc>
              <a:spcBef>
                <a:spcPts val="0"/>
              </a:spcBef>
              <a:spcAft>
                <a:spcPts val="0"/>
              </a:spcAft>
              <a:buFont typeface="Arial" charset="0"/>
              <a:buChar char="—"/>
              <a:defRPr sz="1000" kern="1200" baseline="0">
                <a:solidFill>
                  <a:schemeClr val="tx1"/>
                </a:solidFill>
                <a:latin typeface="+mn-lt"/>
                <a:ea typeface="ＭＳ Ｐゴシック" pitchFamily="-109" charset="-128"/>
              </a:defRPr>
            </a:lvl5pPr>
            <a:lvl6pPr marL="1297788"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6pPr>
            <a:lvl7pPr marL="180083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7pPr>
            <a:lvl8pPr marL="2303875"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8pPr>
            <a:lvl9pPr marL="2806920" indent="-195629" algn="l" rtl="0" eaLnBrk="1" fontAlgn="base" hangingPunct="1">
              <a:spcBef>
                <a:spcPct val="10000"/>
              </a:spcBef>
              <a:spcAft>
                <a:spcPct val="10000"/>
              </a:spcAft>
              <a:buClr>
                <a:schemeClr val="tx2"/>
              </a:buClr>
              <a:buFont typeface="Arial" charset="0"/>
              <a:buChar char="-"/>
              <a:defRPr sz="1495">
                <a:solidFill>
                  <a:schemeClr val="tx1"/>
                </a:solidFill>
                <a:latin typeface="+mn-lt"/>
              </a:defRPr>
            </a:lvl9pPr>
          </a:lstStyle>
          <a:p>
            <a:pPr marL="0" lvl="2" indent="0">
              <a:buNone/>
            </a:pPr>
            <a:r>
              <a:rPr lang="en-GB" sz="900" dirty="0"/>
              <a:t>1</a:t>
            </a:r>
          </a:p>
          <a:p>
            <a:pPr marL="0" lvl="2" indent="0">
              <a:buNone/>
            </a:pPr>
            <a:r>
              <a:rPr lang="en-GB" sz="900" dirty="0"/>
              <a:t>Use the top row of theme colours as well as the custom colours for your content.</a:t>
            </a:r>
          </a:p>
          <a:p>
            <a:pPr marL="0" lvl="2" indent="0">
              <a:buNone/>
            </a:pPr>
            <a:endParaRPr lang="en-GB" sz="900" dirty="0"/>
          </a:p>
          <a:p>
            <a:pPr marL="0" lvl="2" indent="0">
              <a:buNone/>
            </a:pPr>
            <a:r>
              <a:rPr lang="en-GB" sz="900" dirty="0"/>
              <a:t>2 </a:t>
            </a:r>
            <a:br>
              <a:rPr lang="en-GB" sz="900" dirty="0"/>
            </a:br>
            <a:r>
              <a:rPr lang="en-GB" sz="900" dirty="0"/>
              <a:t>Standard colours and shades are not to be used.</a:t>
            </a:r>
          </a:p>
        </p:txBody>
      </p:sp>
      <p:grpSp>
        <p:nvGrpSpPr>
          <p:cNvPr id="6" name="Gruppieren 5">
            <a:extLst>
              <a:ext uri="{FF2B5EF4-FFF2-40B4-BE49-F238E27FC236}">
                <a16:creationId xmlns:a16="http://schemas.microsoft.com/office/drawing/2014/main" id="{830ECDCB-EE89-6B55-D50E-C698559A13BB}"/>
              </a:ext>
            </a:extLst>
          </p:cNvPr>
          <p:cNvGrpSpPr/>
          <p:nvPr/>
        </p:nvGrpSpPr>
        <p:grpSpPr>
          <a:xfrm>
            <a:off x="6476579" y="3965299"/>
            <a:ext cx="1394299" cy="2620787"/>
            <a:chOff x="6552358" y="3976952"/>
            <a:chExt cx="1394299" cy="2620787"/>
          </a:xfrm>
        </p:grpSpPr>
        <p:grpSp>
          <p:nvGrpSpPr>
            <p:cNvPr id="7" name="Group 27">
              <a:extLst>
                <a:ext uri="{FF2B5EF4-FFF2-40B4-BE49-F238E27FC236}">
                  <a16:creationId xmlns:a16="http://schemas.microsoft.com/office/drawing/2014/main" id="{61AC4165-E530-6322-70C9-C73B34B6840E}"/>
                </a:ext>
              </a:extLst>
            </p:cNvPr>
            <p:cNvGrpSpPr>
              <a:grpSpLocks noChangeAspect="1"/>
            </p:cNvGrpSpPr>
            <p:nvPr/>
          </p:nvGrpSpPr>
          <p:grpSpPr>
            <a:xfrm>
              <a:off x="6562934" y="3976952"/>
              <a:ext cx="1241635" cy="2620787"/>
              <a:chOff x="7158489" y="3046374"/>
              <a:chExt cx="675695" cy="1426227"/>
            </a:xfrm>
          </p:grpSpPr>
          <p:pic>
            <p:nvPicPr>
              <p:cNvPr id="31" name="Picture 21">
                <a:extLst>
                  <a:ext uri="{FF2B5EF4-FFF2-40B4-BE49-F238E27FC236}">
                    <a16:creationId xmlns:a16="http://schemas.microsoft.com/office/drawing/2014/main" id="{96D8DFA2-4AEC-0CDB-27EF-B97A07120319}"/>
                  </a:ext>
                </a:extLst>
              </p:cNvPr>
              <p:cNvPicPr>
                <a:picLocks noChangeAspect="1"/>
              </p:cNvPicPr>
              <p:nvPr/>
            </p:nvPicPr>
            <p:blipFill rotWithShape="1">
              <a:blip r:embed="rId4" cstate="screen">
                <a:extLst>
                  <a:ext uri="{28A0092B-C50C-407E-A947-70E740481C1C}">
                    <a14:useLocalDpi xmlns:a14="http://schemas.microsoft.com/office/drawing/2010/main" val="0"/>
                  </a:ext>
                </a:extLst>
              </a:blip>
              <a:srcRect l="-1170" r="-1" b="-1"/>
              <a:stretch/>
            </p:blipFill>
            <p:spPr>
              <a:xfrm>
                <a:off x="7165329" y="3046374"/>
                <a:ext cx="658106" cy="1426227"/>
              </a:xfrm>
              <a:prstGeom prst="rect">
                <a:avLst/>
              </a:prstGeom>
              <a:ln w="6350" cap="rnd">
                <a:solidFill>
                  <a:srgbClr val="8794A1"/>
                </a:solidFill>
                <a:round/>
              </a:ln>
            </p:spPr>
          </p:pic>
          <p:sp>
            <p:nvSpPr>
              <p:cNvPr id="32" name="Rectangle 22">
                <a:extLst>
                  <a:ext uri="{FF2B5EF4-FFF2-40B4-BE49-F238E27FC236}">
                    <a16:creationId xmlns:a16="http://schemas.microsoft.com/office/drawing/2014/main" id="{F20BFEAF-3DCB-B339-551F-1E37F1946CD8}"/>
                  </a:ext>
                </a:extLst>
              </p:cNvPr>
              <p:cNvSpPr/>
              <p:nvPr/>
            </p:nvSpPr>
            <p:spPr bwMode="auto">
              <a:xfrm>
                <a:off x="7158489" y="3054771"/>
                <a:ext cx="675695" cy="157293"/>
              </a:xfrm>
              <a:prstGeom prst="rect">
                <a:avLst/>
              </a:prstGeom>
              <a:noFill/>
              <a:ln w="12700" cap="rnd">
                <a:solidFill>
                  <a:schemeClr val="accent3"/>
                </a:solidFill>
                <a:round/>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sp>
            <p:nvSpPr>
              <p:cNvPr id="33" name="Rectangle 26">
                <a:extLst>
                  <a:ext uri="{FF2B5EF4-FFF2-40B4-BE49-F238E27FC236}">
                    <a16:creationId xmlns:a16="http://schemas.microsoft.com/office/drawing/2014/main" id="{6A33DBB2-8D5C-DE19-31FF-F78C2A80F966}"/>
                  </a:ext>
                </a:extLst>
              </p:cNvPr>
              <p:cNvSpPr/>
              <p:nvPr/>
            </p:nvSpPr>
            <p:spPr bwMode="auto">
              <a:xfrm>
                <a:off x="7159260" y="3569953"/>
                <a:ext cx="674923" cy="232270"/>
              </a:xfrm>
              <a:prstGeom prst="rect">
                <a:avLst/>
              </a:prstGeom>
              <a:noFill/>
              <a:ln w="12700" cap="rnd">
                <a:solidFill>
                  <a:schemeClr val="accent3"/>
                </a:solidFill>
                <a:round/>
                <a:headEnd/>
                <a:tailEnd/>
              </a:ln>
            </p:spPr>
            <p:txBody>
              <a:bodyPr lIns="100913" tIns="50457" rIns="100913" bIns="50457" rtlCol="0" anchor="ctr">
                <a:noAutofit/>
              </a:bodyPr>
              <a:lstStyle/>
              <a:p>
                <a:pPr algn="ctr" defTabSz="963613" eaLnBrk="0" hangingPunct="0">
                  <a:tabLst>
                    <a:tab pos="1257300" algn="l"/>
                  </a:tabLst>
                </a:pPr>
                <a:endParaRPr lang="en-GB" dirty="0" err="1">
                  <a:solidFill>
                    <a:srgbClr val="FFFFFF"/>
                  </a:solidFill>
                  <a:latin typeface="+mn-lt"/>
                </a:endParaRPr>
              </a:p>
            </p:txBody>
          </p:sp>
        </p:grpSp>
        <p:sp>
          <p:nvSpPr>
            <p:cNvPr id="21" name="Textfeld 20">
              <a:extLst>
                <a:ext uri="{FF2B5EF4-FFF2-40B4-BE49-F238E27FC236}">
                  <a16:creationId xmlns:a16="http://schemas.microsoft.com/office/drawing/2014/main" id="{447B52EB-41E0-75D4-EA9E-D077F68757DB}"/>
                </a:ext>
              </a:extLst>
            </p:cNvPr>
            <p:cNvSpPr txBox="1"/>
            <p:nvPr/>
          </p:nvSpPr>
          <p:spPr bwMode="ltGray">
            <a:xfrm>
              <a:off x="7804569" y="3985725"/>
              <a:ext cx="120197" cy="107722"/>
            </a:xfrm>
            <a:prstGeom prst="rect">
              <a:avLst/>
            </a:prstGeom>
            <a:solidFill>
              <a:schemeClr val="accent3"/>
            </a:solidFill>
            <a:ln w="6350">
              <a:noFill/>
              <a:miter lim="800000"/>
              <a:headEnd/>
              <a:tailEnd/>
            </a:ln>
          </p:spPr>
          <p:txBody>
            <a:bodyPr wrap="square" lIns="0" tIns="0" rIns="0" bIns="0" rtlCol="0" anchor="t" anchorCtr="0">
              <a:spAutoFit/>
            </a:bodyPr>
            <a:lstStyle/>
            <a:p>
              <a:pPr algn="ctr" eaLnBrk="0" hangingPunct="0"/>
              <a:r>
                <a:rPr lang="de-DE" sz="700" dirty="0">
                  <a:solidFill>
                    <a:schemeClr val="bg1"/>
                  </a:solidFill>
                  <a:latin typeface="+mn-lt"/>
                </a:rPr>
                <a:t>1</a:t>
              </a:r>
            </a:p>
          </p:txBody>
        </p:sp>
        <p:sp>
          <p:nvSpPr>
            <p:cNvPr id="22" name="Textfeld 21">
              <a:extLst>
                <a:ext uri="{FF2B5EF4-FFF2-40B4-BE49-F238E27FC236}">
                  <a16:creationId xmlns:a16="http://schemas.microsoft.com/office/drawing/2014/main" id="{D85161D0-64A6-81EE-816D-96FFB3DE6BFA}"/>
                </a:ext>
              </a:extLst>
            </p:cNvPr>
            <p:cNvSpPr txBox="1"/>
            <p:nvPr/>
          </p:nvSpPr>
          <p:spPr bwMode="ltGray">
            <a:xfrm>
              <a:off x="7804566" y="4932407"/>
              <a:ext cx="120197" cy="107722"/>
            </a:xfrm>
            <a:prstGeom prst="rect">
              <a:avLst/>
            </a:prstGeom>
            <a:solidFill>
              <a:schemeClr val="accent3"/>
            </a:solidFill>
            <a:ln w="6350">
              <a:noFill/>
              <a:miter lim="800000"/>
              <a:headEnd/>
              <a:tailEnd/>
            </a:ln>
          </p:spPr>
          <p:txBody>
            <a:bodyPr wrap="square" lIns="0" tIns="0" rIns="0" bIns="0" rtlCol="0" anchor="t" anchorCtr="0">
              <a:spAutoFit/>
            </a:bodyPr>
            <a:lstStyle/>
            <a:p>
              <a:pPr algn="ctr" eaLnBrk="0" hangingPunct="0"/>
              <a:r>
                <a:rPr lang="de-DE" sz="700" dirty="0">
                  <a:solidFill>
                    <a:schemeClr val="bg1"/>
                  </a:solidFill>
                  <a:latin typeface="+mn-lt"/>
                </a:rPr>
                <a:t>1</a:t>
              </a:r>
            </a:p>
          </p:txBody>
        </p:sp>
        <p:sp>
          <p:nvSpPr>
            <p:cNvPr id="23" name="Rechteck 22">
              <a:extLst>
                <a:ext uri="{FF2B5EF4-FFF2-40B4-BE49-F238E27FC236}">
                  <a16:creationId xmlns:a16="http://schemas.microsoft.com/office/drawing/2014/main" id="{7FD47987-9FD6-FF53-B5C1-C6F139160F7C}"/>
                </a:ext>
              </a:extLst>
            </p:cNvPr>
            <p:cNvSpPr/>
            <p:nvPr/>
          </p:nvSpPr>
          <p:spPr bwMode="auto">
            <a:xfrm>
              <a:off x="6552358" y="4332301"/>
              <a:ext cx="1382307" cy="497247"/>
            </a:xfrm>
            <a:prstGeom prst="rect">
              <a:avLst/>
            </a:prstGeom>
            <a:solidFill>
              <a:srgbClr val="A4BCC2">
                <a:alpha val="52000"/>
              </a:srgbClr>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de-DE" dirty="0" err="1">
                <a:solidFill>
                  <a:srgbClr val="FFFFFF"/>
                </a:solidFill>
                <a:latin typeface="+mn-lt"/>
              </a:endParaRPr>
            </a:p>
          </p:txBody>
        </p:sp>
        <p:sp>
          <p:nvSpPr>
            <p:cNvPr id="24" name="Rechteck 23">
              <a:extLst>
                <a:ext uri="{FF2B5EF4-FFF2-40B4-BE49-F238E27FC236}">
                  <a16:creationId xmlns:a16="http://schemas.microsoft.com/office/drawing/2014/main" id="{938A7EE8-B709-CD6E-D520-73E783C682B9}"/>
                </a:ext>
              </a:extLst>
            </p:cNvPr>
            <p:cNvSpPr/>
            <p:nvPr/>
          </p:nvSpPr>
          <p:spPr bwMode="auto">
            <a:xfrm>
              <a:off x="6564350" y="5420035"/>
              <a:ext cx="1382307" cy="384608"/>
            </a:xfrm>
            <a:prstGeom prst="rect">
              <a:avLst/>
            </a:prstGeom>
            <a:solidFill>
              <a:srgbClr val="A4BCC2">
                <a:alpha val="52000"/>
              </a:srgbClr>
            </a:solidFill>
            <a:ln w="6350">
              <a:noFill/>
              <a:miter lim="800000"/>
              <a:headEnd/>
              <a:tailEnd/>
            </a:ln>
          </p:spPr>
          <p:txBody>
            <a:bodyPr lIns="100913" tIns="50457" rIns="100913" bIns="50457" rtlCol="0" anchor="ctr">
              <a:noAutofit/>
            </a:bodyPr>
            <a:lstStyle/>
            <a:p>
              <a:pPr algn="ctr" defTabSz="963613" eaLnBrk="0" hangingPunct="0">
                <a:tabLst>
                  <a:tab pos="1257300" algn="l"/>
                </a:tabLst>
              </a:pPr>
              <a:endParaRPr lang="de-DE" dirty="0" err="1">
                <a:solidFill>
                  <a:srgbClr val="FFFFFF"/>
                </a:solidFill>
                <a:latin typeface="+mn-lt"/>
              </a:endParaRPr>
            </a:p>
          </p:txBody>
        </p:sp>
        <p:sp>
          <p:nvSpPr>
            <p:cNvPr id="25" name="Textfeld 24">
              <a:extLst>
                <a:ext uri="{FF2B5EF4-FFF2-40B4-BE49-F238E27FC236}">
                  <a16:creationId xmlns:a16="http://schemas.microsoft.com/office/drawing/2014/main" id="{90B3E62B-A42D-0327-18DA-A9C16DEC0A95}"/>
                </a:ext>
              </a:extLst>
            </p:cNvPr>
            <p:cNvSpPr txBox="1"/>
            <p:nvPr/>
          </p:nvSpPr>
          <p:spPr bwMode="ltGray">
            <a:xfrm>
              <a:off x="7804569" y="4333982"/>
              <a:ext cx="120197" cy="107722"/>
            </a:xfrm>
            <a:prstGeom prst="rect">
              <a:avLst/>
            </a:prstGeom>
            <a:noFill/>
            <a:ln w="6350">
              <a:noFill/>
              <a:miter lim="800000"/>
              <a:headEnd/>
              <a:tailEnd/>
            </a:ln>
          </p:spPr>
          <p:txBody>
            <a:bodyPr wrap="square" lIns="0" tIns="0" rIns="0" bIns="0" rtlCol="0" anchor="t" anchorCtr="0">
              <a:spAutoFit/>
            </a:bodyPr>
            <a:lstStyle/>
            <a:p>
              <a:pPr algn="ctr" eaLnBrk="0" hangingPunct="0"/>
              <a:r>
                <a:rPr lang="de-DE" sz="700" dirty="0">
                  <a:latin typeface="+mn-lt"/>
                </a:rPr>
                <a:t>2</a:t>
              </a:r>
            </a:p>
          </p:txBody>
        </p:sp>
        <p:sp>
          <p:nvSpPr>
            <p:cNvPr id="26" name="Textfeld 25">
              <a:extLst>
                <a:ext uri="{FF2B5EF4-FFF2-40B4-BE49-F238E27FC236}">
                  <a16:creationId xmlns:a16="http://schemas.microsoft.com/office/drawing/2014/main" id="{11270DF4-B2AE-C093-9862-A70BD44AC1D0}"/>
                </a:ext>
              </a:extLst>
            </p:cNvPr>
            <p:cNvSpPr txBox="1"/>
            <p:nvPr/>
          </p:nvSpPr>
          <p:spPr bwMode="ltGray">
            <a:xfrm>
              <a:off x="7804566" y="5424981"/>
              <a:ext cx="120197" cy="107722"/>
            </a:xfrm>
            <a:prstGeom prst="rect">
              <a:avLst/>
            </a:prstGeom>
            <a:noFill/>
            <a:ln w="6350">
              <a:noFill/>
              <a:miter lim="800000"/>
              <a:headEnd/>
              <a:tailEnd/>
            </a:ln>
          </p:spPr>
          <p:txBody>
            <a:bodyPr wrap="square" lIns="0" tIns="0" rIns="0" bIns="0" rtlCol="0" anchor="t" anchorCtr="0">
              <a:spAutoFit/>
            </a:bodyPr>
            <a:lstStyle/>
            <a:p>
              <a:pPr algn="ctr" eaLnBrk="0" hangingPunct="0"/>
              <a:r>
                <a:rPr lang="de-DE" sz="700" dirty="0">
                  <a:latin typeface="+mn-lt"/>
                </a:rPr>
                <a:t>2</a:t>
              </a:r>
            </a:p>
          </p:txBody>
        </p:sp>
      </p:grpSp>
      <p:sp>
        <p:nvSpPr>
          <p:cNvPr id="17" name="Textfeld 1">
            <a:extLst>
              <a:ext uri="{FF2B5EF4-FFF2-40B4-BE49-F238E27FC236}">
                <a16:creationId xmlns:a16="http://schemas.microsoft.com/office/drawing/2014/main" id="{EBC48FBA-7760-88F7-294B-78A36E88D1C0}"/>
              </a:ext>
            </a:extLst>
          </p:cNvPr>
          <p:cNvSpPr txBox="1"/>
          <p:nvPr/>
        </p:nvSpPr>
        <p:spPr>
          <a:xfrm>
            <a:off x="7429089" y="1920531"/>
            <a:ext cx="2651536" cy="1061829"/>
          </a:xfrm>
          <a:prstGeom prst="rect">
            <a:avLst/>
          </a:prstGeom>
          <a:solidFill>
            <a:srgbClr val="FF0027"/>
          </a:solidFill>
          <a:ln>
            <a:solidFill>
              <a:srgbClr val="FF0027"/>
            </a:solidFill>
          </a:ln>
        </p:spPr>
        <p:txBody>
          <a:bodyPr wrap="square">
            <a:spAutoFit/>
          </a:bodyPr>
          <a:lstStyle/>
          <a:p>
            <a:r>
              <a:rPr lang="en-GB" sz="900" dirty="0">
                <a:solidFill>
                  <a:schemeClr val="bg1"/>
                </a:solidFill>
              </a:rPr>
              <a:t>The blue colour “Deep Blue” is an important design element of Deutsche Bank's new corporate design. The order of the theme colours and the custom colours in PowerPoint was reorganised for this purpose. </a:t>
            </a:r>
          </a:p>
          <a:p>
            <a:r>
              <a:rPr lang="en-GB" sz="900" dirty="0">
                <a:solidFill>
                  <a:schemeClr val="bg1"/>
                </a:solidFill>
              </a:rPr>
              <a:t>Existing presentations and graphics may need to be adapted if they are copied into the template.</a:t>
            </a:r>
          </a:p>
        </p:txBody>
      </p:sp>
    </p:spTree>
    <p:extLst>
      <p:ext uri="{BB962C8B-B14F-4D97-AF65-F5344CB8AC3E}">
        <p14:creationId xmlns:p14="http://schemas.microsoft.com/office/powerpoint/2010/main" val="142328158"/>
      </p:ext>
    </p:extLst>
  </p:cSld>
  <p:clrMapOvr>
    <a:masterClrMapping/>
  </p:clrMapOvr>
  <p:transition>
    <p:wipe dir="r"/>
  </p:transition>
</p:sld>
</file>

<file path=ppt/theme/theme1.xml><?xml version="1.0" encoding="utf-8"?>
<a:theme xmlns:a="http://schemas.openxmlformats.org/drawingml/2006/main" name="Deutsche Bank title master 2024 05">
  <a:themeElements>
    <a:clrScheme name="Deutsche Bank 2024 05">
      <a:dk1>
        <a:srgbClr val="000000"/>
      </a:dk1>
      <a:lt1>
        <a:srgbClr val="FFFFFF"/>
      </a:lt1>
      <a:dk2>
        <a:srgbClr val="16184E"/>
      </a:dk2>
      <a:lt2>
        <a:srgbClr val="CCEDF9"/>
      </a:lt2>
      <a:accent1>
        <a:srgbClr val="1E2A78"/>
      </a:accent1>
      <a:accent2>
        <a:srgbClr val="3BB8B8"/>
      </a:accent2>
      <a:accent3>
        <a:srgbClr val="24778D"/>
      </a:accent3>
      <a:accent4>
        <a:srgbClr val="25A62D"/>
      </a:accent4>
      <a:accent5>
        <a:srgbClr val="C9DD03"/>
      </a:accent5>
      <a:accent6>
        <a:srgbClr val="A1AC05"/>
      </a:accent6>
      <a:hlink>
        <a:srgbClr val="00A3E0"/>
      </a:hlink>
      <a:folHlink>
        <a:srgbClr val="00A3E0"/>
      </a:folHlink>
    </a:clrScheme>
    <a:fontScheme name="Deutsche Bank 04.2024">
      <a:majorFont>
        <a:latin typeface="Deutsche Bank Text"/>
        <a:ea typeface="MS PGothic"/>
        <a:cs typeface=""/>
      </a:majorFont>
      <a:minorFont>
        <a:latin typeface="Deutsche Bank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a:noFill/>
          <a:miter lim="800000"/>
          <a:headEnd/>
          <a:tailEnd/>
        </a:ln>
      </a:spPr>
      <a:bodyPr lIns="100913" tIns="50457" rIns="100913" bIns="50457" rtlCol="0" anchor="ctr">
        <a:noAutofit/>
      </a:bodyPr>
      <a:lstStyle>
        <a:defPPr algn="ctr" defTabSz="963613" eaLnBrk="0" hangingPunct="0">
          <a:tabLst>
            <a:tab pos="1257300" algn="l"/>
          </a:tabLst>
          <a:defRPr dirty="0" err="1" smtClean="0">
            <a:solidFill>
              <a:srgbClr val="FFFFFF"/>
            </a:solidFill>
            <a:latin typeface="+mn-lt"/>
          </a:defRPr>
        </a:defPPr>
      </a:lstStyle>
    </a:spDef>
    <a:lnDef>
      <a:spPr bwMode="auto">
        <a:noFill/>
        <a:ln w="12700">
          <a:solidFill>
            <a:schemeClr val="tx1"/>
          </a:solidFill>
          <a:round/>
          <a:headEnd/>
          <a:tailEnd/>
        </a:ln>
      </a:spPr>
      <a:bodyPr/>
      <a:lstStyle/>
    </a:lnDef>
    <a:txDef>
      <a:spPr bwMode="ltGray">
        <a:noFill/>
        <a:ln w="6350">
          <a:noFill/>
          <a:miter lim="800000"/>
          <a:headEnd/>
          <a:tailEnd/>
        </a:ln>
      </a:spPr>
      <a:bodyPr wrap="square" lIns="100913" tIns="50457" rIns="100913" bIns="50457" rtlCol="0" anchor="t" anchorCtr="0">
        <a:spAutoFit/>
      </a:bodyPr>
      <a:lstStyle>
        <a:defPPr eaLnBrk="0" hangingPunct="0">
          <a:defRPr dirty="0" err="1" smtClean="0">
            <a:latin typeface="+mn-lt"/>
          </a:defRPr>
        </a:defPPr>
      </a:lstStyle>
    </a:txDef>
  </a:objectDefaults>
  <a:extraClrSchemeLst/>
  <a:custClrLst>
    <a:custClr name="Deep Blue">
      <a:srgbClr val="1E2A78"/>
    </a:custClr>
    <a:custClr name="Dark Blue">
      <a:srgbClr val="16184E"/>
    </a:custClr>
    <a:custClr name="Bright Blue 100">
      <a:srgbClr val="00A3E0"/>
    </a:custClr>
    <a:custClr name="Vibrant Cyan">
      <a:srgbClr val="00D1FF"/>
    </a:custClr>
    <a:custClr name="Light Blue">
      <a:srgbClr val="ADEBFF"/>
    </a:custClr>
    <a:custClr name="Bright Blue 20">
      <a:srgbClr val="CCEDF9"/>
    </a:custClr>
    <a:custClr name="Bright Blue 10">
      <a:srgbClr val="E1F5FA"/>
    </a:custClr>
    <a:custClr name="Grey">
      <a:srgbClr val="EDF1F7"/>
    </a:custClr>
    <a:custClr name="White">
      <a:srgbClr val="FFFFFF"/>
    </a:custClr>
    <a:custClr name="White">
      <a:srgbClr val="FFFFFF"/>
    </a:custClr>
    <a:custClr name="Turquoise">
      <a:srgbClr val="3BB8B8"/>
    </a:custClr>
    <a:custClr name="Petrol">
      <a:srgbClr val="24778D"/>
    </a:custClr>
    <a:custClr name="Summer Green">
      <a:srgbClr val="25A62D"/>
    </a:custClr>
    <a:custClr name="Spring Green">
      <a:srgbClr val="C9DD03"/>
    </a:custClr>
    <a:custClr name="Autumn Green">
      <a:srgbClr val="A1AC05"/>
    </a:custClr>
    <a:custClr name="Yellow">
      <a:srgbClr val="FFE600"/>
    </a:custClr>
    <a:custClr name="Orange">
      <a:srgbClr val="F28011"/>
    </a:custClr>
    <a:custClr name="Red">
      <a:srgbClr val="E7001D"/>
    </a:custClr>
    <a:custClr name="Night Violet">
      <a:srgbClr val="452061"/>
    </a:custClr>
  </a:custClrLst>
  <a:extLst>
    <a:ext uri="{05A4C25C-085E-4340-85A3-A5531E510DB2}">
      <thm15:themeFamily xmlns:thm15="http://schemas.microsoft.com/office/thememl/2012/main" name="DB-ppt-master-4-3-en-2024-0508.potx" id="{56FC950F-17A0-42ED-BDC3-9ED249BED13E}" vid="{53EA2D11-DF2B-4BDB-BAF4-F4AE0A137879}"/>
    </a:ext>
  </a:extLst>
</a:theme>
</file>

<file path=ppt/theme/theme2.xml><?xml version="1.0" encoding="utf-8"?>
<a:theme xmlns:a="http://schemas.openxmlformats.org/drawingml/2006/main" name="Deutsche Bank content master 2024 05">
  <a:themeElements>
    <a:clrScheme name="Deutsche Bank 2024 05">
      <a:dk1>
        <a:srgbClr val="000000"/>
      </a:dk1>
      <a:lt1>
        <a:srgbClr val="FFFFFF"/>
      </a:lt1>
      <a:dk2>
        <a:srgbClr val="16184E"/>
      </a:dk2>
      <a:lt2>
        <a:srgbClr val="CCEDF9"/>
      </a:lt2>
      <a:accent1>
        <a:srgbClr val="1E2A78"/>
      </a:accent1>
      <a:accent2>
        <a:srgbClr val="3BB8B8"/>
      </a:accent2>
      <a:accent3>
        <a:srgbClr val="24778D"/>
      </a:accent3>
      <a:accent4>
        <a:srgbClr val="25A62D"/>
      </a:accent4>
      <a:accent5>
        <a:srgbClr val="C9DD03"/>
      </a:accent5>
      <a:accent6>
        <a:srgbClr val="A1AC05"/>
      </a:accent6>
      <a:hlink>
        <a:srgbClr val="00A3E0"/>
      </a:hlink>
      <a:folHlink>
        <a:srgbClr val="00A3E0"/>
      </a:folHlink>
    </a:clrScheme>
    <a:fontScheme name="Deutsche Bank 04.2024">
      <a:majorFont>
        <a:latin typeface="Deutsche Bank Text"/>
        <a:ea typeface="MS PGothic"/>
        <a:cs typeface=""/>
      </a:majorFont>
      <a:minorFont>
        <a:latin typeface="Deutsche Bank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6350">
          <a:noFill/>
          <a:miter lim="800000"/>
          <a:headEnd/>
          <a:tailEnd/>
        </a:ln>
      </a:spPr>
      <a:bodyPr lIns="100913" tIns="50457" rIns="100913" bIns="50457" rtlCol="0" anchor="ctr">
        <a:noAutofit/>
      </a:bodyPr>
      <a:lstStyle>
        <a:defPPr algn="ctr" defTabSz="963613" eaLnBrk="0" hangingPunct="0">
          <a:tabLst>
            <a:tab pos="1257300" algn="l"/>
          </a:tabLst>
          <a:defRPr dirty="0" err="1" smtClean="0">
            <a:solidFill>
              <a:srgbClr val="FFFFFF"/>
            </a:solidFill>
            <a:latin typeface="+mn-lt"/>
          </a:defRPr>
        </a:defPPr>
      </a:lstStyle>
    </a:spDef>
    <a:lnDef>
      <a:spPr bwMode="auto">
        <a:noFill/>
        <a:ln w="12700">
          <a:solidFill>
            <a:schemeClr val="tx1"/>
          </a:solidFill>
          <a:round/>
          <a:headEnd/>
          <a:tailEnd/>
        </a:ln>
      </a:spPr>
      <a:bodyPr/>
      <a:lstStyle/>
    </a:lnDef>
    <a:txDef>
      <a:spPr bwMode="ltGray">
        <a:noFill/>
        <a:ln w="6350">
          <a:noFill/>
          <a:miter lim="800000"/>
          <a:headEnd/>
          <a:tailEnd/>
        </a:ln>
      </a:spPr>
      <a:bodyPr wrap="square" lIns="100913" tIns="50457" rIns="100913" bIns="50457" rtlCol="0" anchor="t" anchorCtr="0">
        <a:spAutoFit/>
      </a:bodyPr>
      <a:lstStyle>
        <a:defPPr eaLnBrk="0" hangingPunct="0">
          <a:defRPr dirty="0" err="1" smtClean="0">
            <a:latin typeface="+mn-lt"/>
          </a:defRPr>
        </a:defPPr>
      </a:lstStyle>
    </a:txDef>
  </a:objectDefaults>
  <a:extraClrSchemeLst/>
  <a:custClrLst>
    <a:custClr name="Deep Blue">
      <a:srgbClr val="1E2A78"/>
    </a:custClr>
    <a:custClr name="Dark Blue">
      <a:srgbClr val="16184E"/>
    </a:custClr>
    <a:custClr name="Bright Blue 100">
      <a:srgbClr val="00A3E0"/>
    </a:custClr>
    <a:custClr name="Vibrant Cyan">
      <a:srgbClr val="00D1FF"/>
    </a:custClr>
    <a:custClr name="Light Blue">
      <a:srgbClr val="ADEBFF"/>
    </a:custClr>
    <a:custClr name="Bright Blue 20">
      <a:srgbClr val="CCEDF9"/>
    </a:custClr>
    <a:custClr name="Bright Blue 10">
      <a:srgbClr val="E1F5FA"/>
    </a:custClr>
    <a:custClr name="Grey">
      <a:srgbClr val="EDF1F7"/>
    </a:custClr>
    <a:custClr name="White">
      <a:srgbClr val="FFFFFF"/>
    </a:custClr>
    <a:custClr name="White">
      <a:srgbClr val="FFFFFF"/>
    </a:custClr>
    <a:custClr name="Turquoise">
      <a:srgbClr val="3BB8B8"/>
    </a:custClr>
    <a:custClr name="Petrol">
      <a:srgbClr val="24778D"/>
    </a:custClr>
    <a:custClr name="Summer Green">
      <a:srgbClr val="25A62D"/>
    </a:custClr>
    <a:custClr name="Spring Green">
      <a:srgbClr val="C9DD03"/>
    </a:custClr>
    <a:custClr name="Autumn Green">
      <a:srgbClr val="A1AC05"/>
    </a:custClr>
    <a:custClr name="Yellow">
      <a:srgbClr val="FFE600"/>
    </a:custClr>
    <a:custClr name="Orange">
      <a:srgbClr val="F28011"/>
    </a:custClr>
    <a:custClr name="Red">
      <a:srgbClr val="E7001D"/>
    </a:custClr>
    <a:custClr name="Night Violet">
      <a:srgbClr val="452061"/>
    </a:custClr>
  </a:custClrLst>
  <a:extLst>
    <a:ext uri="{05A4C25C-085E-4340-85A3-A5531E510DB2}">
      <thm15:themeFamily xmlns:thm15="http://schemas.microsoft.com/office/thememl/2012/main" name="DB-ppt-master-4-3-en-2024-0508.potx" id="{56FC950F-17A0-42ED-BDC3-9ED249BED13E}" vid="{03834664-6782-4666-862B-88381C97A3B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DB-ppt-master-4-3-en-2024-0508</Template>
  <TotalTime>816</TotalTime>
  <Words>3488</Words>
  <Application>Microsoft Office PowerPoint</Application>
  <PresentationFormat>Custom</PresentationFormat>
  <Paragraphs>376</Paragraphs>
  <Slides>42</Slides>
  <Notes>3</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42</vt:i4>
      </vt:variant>
    </vt:vector>
  </HeadingPairs>
  <TitlesOfParts>
    <vt:vector size="46" baseType="lpstr">
      <vt:lpstr>Arial</vt:lpstr>
      <vt:lpstr>Deutsche Bank Text</vt:lpstr>
      <vt:lpstr>Deutsche Bank title master 2024 05</vt:lpstr>
      <vt:lpstr>Deutsche Bank content master 2024 05</vt:lpstr>
      <vt:lpstr>PowerPoint Presentation</vt:lpstr>
      <vt:lpstr>Agenda</vt:lpstr>
      <vt:lpstr>Overview of Software Development </vt:lpstr>
      <vt:lpstr>Limitations of the SDLC (Software Development Life Cycle)</vt:lpstr>
      <vt:lpstr>Agile Methodology – An overview</vt:lpstr>
      <vt:lpstr>Limitation of Agile Methodology</vt:lpstr>
      <vt:lpstr>DevOps an overview</vt:lpstr>
      <vt:lpstr>DevOps in Action: A Process Perspective</vt:lpstr>
      <vt:lpstr>Challenges in DevOps </vt:lpstr>
      <vt:lpstr>How Docker Tackles Key DevOps Challenges</vt:lpstr>
      <vt:lpstr>Automate, Integrate, Deliver – The Jenkins Advantage in DevOps</vt:lpstr>
      <vt:lpstr>CI/CD: The Difference Between Delivery and Deployment</vt:lpstr>
      <vt:lpstr>DevOps pipeline in Google GCP</vt:lpstr>
      <vt:lpstr>DevOps: AWS Code Pipeline CI/CD</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Content title in Deutsche Bank Text 16pt</vt:lpstr>
      <vt:lpstr>Content title in Deutsche Bank Text 16pt</vt:lpstr>
      <vt:lpstr>Content title in Deutsche Bank Text 16pt</vt:lpstr>
      <vt:lpstr>Title in Deutsche Bank Text 16pt</vt:lpstr>
      <vt:lpstr>Title in Deutsche Bank Text 16pt Subtitle in Deutsche Bank Text 16pt</vt:lpstr>
      <vt:lpstr>Title in Deutsche Bank Text 16pt</vt:lpstr>
      <vt:lpstr>Title in Deutsche Bank Text 16pt</vt:lpstr>
      <vt:lpstr>Title in Deutsche Bank Text 16pt</vt:lpstr>
      <vt:lpstr>Title in Deutsche Bank Text 16pt</vt:lpstr>
      <vt:lpstr>Title in Deutsche Bank Text 16pt</vt:lpstr>
      <vt:lpstr>Title in Deutsche Bank Text 16pt</vt:lpstr>
      <vt:lpstr>PowerPoint Presentation</vt:lpstr>
      <vt:lpstr>PowerPoint Presentation</vt:lpstr>
      <vt:lpstr>PowerPoint Presentation</vt:lpstr>
      <vt:lpstr>PowerPoint Presentation</vt:lpstr>
      <vt:lpstr>PowerPoint Presentation</vt:lpstr>
      <vt:lpstr>Colour scheme</vt:lpstr>
      <vt:lpstr>Identifier</vt:lpstr>
      <vt:lpstr>User Tips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Rakesh Sharma</dc:creator>
  <cp:keywords/>
  <dc:description/>
  <cp:lastModifiedBy>Rakesh Sharma</cp:lastModifiedBy>
  <cp:revision>32</cp:revision>
  <dcterms:created xsi:type="dcterms:W3CDTF">2025-05-15T13:59:27Z</dcterms:created>
  <dcterms:modified xsi:type="dcterms:W3CDTF">2025-05-20T07:02:46Z</dcterms:modified>
  <cp:category/>
</cp:coreProperties>
</file>